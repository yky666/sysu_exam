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27"/>
  </p:notesMasterIdLst>
  <p:sldIdLst>
    <p:sldId id="256" r:id="rId2"/>
    <p:sldId id="359" r:id="rId3"/>
    <p:sldId id="278" r:id="rId4"/>
    <p:sldId id="360" r:id="rId5"/>
    <p:sldId id="361" r:id="rId6"/>
    <p:sldId id="362" r:id="rId7"/>
    <p:sldId id="363" r:id="rId8"/>
    <p:sldId id="364" r:id="rId9"/>
    <p:sldId id="365" r:id="rId10"/>
    <p:sldId id="366" r:id="rId11"/>
    <p:sldId id="367" r:id="rId12"/>
    <p:sldId id="368" r:id="rId13"/>
    <p:sldId id="369" r:id="rId14"/>
    <p:sldId id="370" r:id="rId15"/>
    <p:sldId id="371" r:id="rId16"/>
    <p:sldId id="372" r:id="rId17"/>
    <p:sldId id="376" r:id="rId18"/>
    <p:sldId id="373" r:id="rId19"/>
    <p:sldId id="374" r:id="rId20"/>
    <p:sldId id="375" r:id="rId21"/>
    <p:sldId id="377" r:id="rId22"/>
    <p:sldId id="378" r:id="rId23"/>
    <p:sldId id="379" r:id="rId24"/>
    <p:sldId id="380" r:id="rId25"/>
    <p:sldId id="381" r:id="rId26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0066"/>
    <a:srgbClr val="D35211"/>
    <a:srgbClr val="DD3F07"/>
    <a:srgbClr val="DA0AB7"/>
    <a:srgbClr val="33CC33"/>
    <a:srgbClr val="00FF00"/>
    <a:srgbClr val="E5DF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35" autoAdjust="0"/>
    <p:restoredTop sz="94709" autoAdjust="0"/>
  </p:normalViewPr>
  <p:slideViewPr>
    <p:cSldViewPr>
      <p:cViewPr varScale="1">
        <p:scale>
          <a:sx n="107" d="100"/>
          <a:sy n="107" d="100"/>
        </p:scale>
        <p:origin x="132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B08E8CDD-99E0-B2F3-A8D3-4651A00D68D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effectLst/>
              </a:defRPr>
            </a:lvl1pPr>
          </a:lstStyle>
          <a:p>
            <a:endParaRPr lang="en-US" altLang="zh-CN"/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7C1581E9-D659-40B7-F984-A99CA3DB0D0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ffectLst/>
              </a:defRPr>
            </a:lvl1pPr>
          </a:lstStyle>
          <a:p>
            <a:endParaRPr lang="en-US" altLang="zh-CN"/>
          </a:p>
        </p:txBody>
      </p:sp>
      <p:sp>
        <p:nvSpPr>
          <p:cNvPr id="345092" name="Rectangle 4">
            <a:extLst>
              <a:ext uri="{FF2B5EF4-FFF2-40B4-BE49-F238E27FC236}">
                <a16:creationId xmlns:a16="http://schemas.microsoft.com/office/drawing/2014/main" id="{E2C562AE-79AA-F6EE-2EC5-C1E475E7D765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5093" name="Rectangle 5">
            <a:extLst>
              <a:ext uri="{FF2B5EF4-FFF2-40B4-BE49-F238E27FC236}">
                <a16:creationId xmlns:a16="http://schemas.microsoft.com/office/drawing/2014/main" id="{C9D9D216-1B71-69B1-0F0D-783A7039CEA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45094" name="Rectangle 6">
            <a:extLst>
              <a:ext uri="{FF2B5EF4-FFF2-40B4-BE49-F238E27FC236}">
                <a16:creationId xmlns:a16="http://schemas.microsoft.com/office/drawing/2014/main" id="{89CFB836-57F9-27BF-6C57-D74E67D0C85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effectLst/>
              </a:defRPr>
            </a:lvl1pPr>
          </a:lstStyle>
          <a:p>
            <a:endParaRPr lang="en-US" altLang="zh-CN"/>
          </a:p>
        </p:txBody>
      </p:sp>
      <p:sp>
        <p:nvSpPr>
          <p:cNvPr id="345095" name="Rectangle 7">
            <a:extLst>
              <a:ext uri="{FF2B5EF4-FFF2-40B4-BE49-F238E27FC236}">
                <a16:creationId xmlns:a16="http://schemas.microsoft.com/office/drawing/2014/main" id="{27064A5C-FFDC-D68A-FE1C-EC6AB6D850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ffectLst/>
              </a:defRPr>
            </a:lvl1pPr>
          </a:lstStyle>
          <a:p>
            <a:fld id="{28D26F5B-326F-4A80-A980-AFC16C71514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Freeform 2">
            <a:extLst>
              <a:ext uri="{FF2B5EF4-FFF2-40B4-BE49-F238E27FC236}">
                <a16:creationId xmlns:a16="http://schemas.microsoft.com/office/drawing/2014/main" id="{178B1073-D864-722A-BCAF-EAAC77D821EE}"/>
              </a:ext>
            </a:extLst>
          </p:cNvPr>
          <p:cNvSpPr>
            <a:spLocks/>
          </p:cNvSpPr>
          <p:nvPr/>
        </p:nvSpPr>
        <p:spPr bwMode="auto">
          <a:xfrm>
            <a:off x="4760913" y="20638"/>
            <a:ext cx="4438650" cy="4038600"/>
          </a:xfrm>
          <a:custGeom>
            <a:avLst/>
            <a:gdLst>
              <a:gd name="T0" fmla="*/ 23 w 546"/>
              <a:gd name="T1" fmla="*/ 4 h 497"/>
              <a:gd name="T2" fmla="*/ 11 w 546"/>
              <a:gd name="T3" fmla="*/ 71 h 497"/>
              <a:gd name="T4" fmla="*/ 25 w 546"/>
              <a:gd name="T5" fmla="*/ 393 h 497"/>
              <a:gd name="T6" fmla="*/ 54 w 546"/>
              <a:gd name="T7" fmla="*/ 457 h 497"/>
              <a:gd name="T8" fmla="*/ 158 w 546"/>
              <a:gd name="T9" fmla="*/ 482 h 497"/>
              <a:gd name="T10" fmla="*/ 204 w 546"/>
              <a:gd name="T11" fmla="*/ 495 h 497"/>
              <a:gd name="T12" fmla="*/ 520 w 546"/>
              <a:gd name="T13" fmla="*/ 475 h 497"/>
              <a:gd name="T14" fmla="*/ 533 w 546"/>
              <a:gd name="T15" fmla="*/ 167 h 497"/>
              <a:gd name="T16" fmla="*/ 369 w 546"/>
              <a:gd name="T17" fmla="*/ 16 h 497"/>
              <a:gd name="T18" fmla="*/ 249 w 546"/>
              <a:gd name="T19" fmla="*/ 29 h 497"/>
              <a:gd name="T20" fmla="*/ 198 w 546"/>
              <a:gd name="T21" fmla="*/ 11 h 497"/>
              <a:gd name="T22" fmla="*/ 151 w 546"/>
              <a:gd name="T23" fmla="*/ 2 h 497"/>
              <a:gd name="T24" fmla="*/ 23 w 546"/>
              <a:gd name="T25" fmla="*/ 4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46" h="497">
                <a:moveTo>
                  <a:pt x="23" y="4"/>
                </a:moveTo>
                <a:cubicBezTo>
                  <a:pt x="23" y="4"/>
                  <a:pt x="0" y="34"/>
                  <a:pt x="11" y="71"/>
                </a:cubicBezTo>
                <a:cubicBezTo>
                  <a:pt x="19" y="100"/>
                  <a:pt x="25" y="393"/>
                  <a:pt x="25" y="393"/>
                </a:cubicBezTo>
                <a:cubicBezTo>
                  <a:pt x="25" y="393"/>
                  <a:pt x="42" y="452"/>
                  <a:pt x="54" y="457"/>
                </a:cubicBezTo>
                <a:cubicBezTo>
                  <a:pt x="66" y="462"/>
                  <a:pt x="158" y="482"/>
                  <a:pt x="158" y="482"/>
                </a:cubicBezTo>
                <a:cubicBezTo>
                  <a:pt x="158" y="482"/>
                  <a:pt x="191" y="497"/>
                  <a:pt x="204" y="495"/>
                </a:cubicBezTo>
                <a:cubicBezTo>
                  <a:pt x="217" y="494"/>
                  <a:pt x="506" y="487"/>
                  <a:pt x="520" y="475"/>
                </a:cubicBezTo>
                <a:cubicBezTo>
                  <a:pt x="533" y="463"/>
                  <a:pt x="546" y="218"/>
                  <a:pt x="533" y="167"/>
                </a:cubicBezTo>
                <a:cubicBezTo>
                  <a:pt x="520" y="117"/>
                  <a:pt x="404" y="14"/>
                  <a:pt x="369" y="16"/>
                </a:cubicBezTo>
                <a:cubicBezTo>
                  <a:pt x="335" y="17"/>
                  <a:pt x="249" y="29"/>
                  <a:pt x="249" y="29"/>
                </a:cubicBezTo>
                <a:lnTo>
                  <a:pt x="198" y="11"/>
                </a:lnTo>
                <a:lnTo>
                  <a:pt x="151" y="2"/>
                </a:lnTo>
                <a:cubicBezTo>
                  <a:pt x="151" y="2"/>
                  <a:pt x="79" y="0"/>
                  <a:pt x="23" y="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76131" name="Group 3">
            <a:extLst>
              <a:ext uri="{FF2B5EF4-FFF2-40B4-BE49-F238E27FC236}">
                <a16:creationId xmlns:a16="http://schemas.microsoft.com/office/drawing/2014/main" id="{6263A128-E59A-BCF9-0986-2FD9C0157F03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8575"/>
            <a:ext cx="4756150" cy="4338638"/>
            <a:chOff x="2918" y="18"/>
            <a:chExt cx="2958" cy="2699"/>
          </a:xfrm>
        </p:grpSpPr>
        <p:sp>
          <p:nvSpPr>
            <p:cNvPr id="176132" name="Freeform 4">
              <a:extLst>
                <a:ext uri="{FF2B5EF4-FFF2-40B4-BE49-F238E27FC236}">
                  <a16:creationId xmlns:a16="http://schemas.microsoft.com/office/drawing/2014/main" id="{203423CE-AB2B-5061-400E-B295664F8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18"/>
              <a:ext cx="490" cy="187"/>
            </a:xfrm>
            <a:custGeom>
              <a:avLst/>
              <a:gdLst>
                <a:gd name="T0" fmla="*/ 71 w 97"/>
                <a:gd name="T1" fmla="*/ 25 h 37"/>
                <a:gd name="T2" fmla="*/ 91 w 97"/>
                <a:gd name="T3" fmla="*/ 20 h 37"/>
                <a:gd name="T4" fmla="*/ 92 w 97"/>
                <a:gd name="T5" fmla="*/ 17 h 37"/>
                <a:gd name="T6" fmla="*/ 88 w 97"/>
                <a:gd name="T7" fmla="*/ 0 h 37"/>
                <a:gd name="T8" fmla="*/ 25 w 97"/>
                <a:gd name="T9" fmla="*/ 0 h 37"/>
                <a:gd name="T10" fmla="*/ 10 w 97"/>
                <a:gd name="T11" fmla="*/ 22 h 37"/>
                <a:gd name="T12" fmla="*/ 71 w 97"/>
                <a:gd name="T13" fmla="*/ 2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37">
                  <a:moveTo>
                    <a:pt x="71" y="25"/>
                  </a:moveTo>
                  <a:cubicBezTo>
                    <a:pt x="81" y="22"/>
                    <a:pt x="87" y="21"/>
                    <a:pt x="91" y="20"/>
                  </a:cubicBezTo>
                  <a:cubicBezTo>
                    <a:pt x="91" y="19"/>
                    <a:pt x="91" y="19"/>
                    <a:pt x="92" y="17"/>
                  </a:cubicBezTo>
                  <a:cubicBezTo>
                    <a:pt x="97" y="11"/>
                    <a:pt x="95" y="4"/>
                    <a:pt x="88" y="0"/>
                  </a:cubicBezTo>
                  <a:lnTo>
                    <a:pt x="25" y="0"/>
                  </a:lnTo>
                  <a:cubicBezTo>
                    <a:pt x="10" y="3"/>
                    <a:pt x="0" y="10"/>
                    <a:pt x="10" y="22"/>
                  </a:cubicBezTo>
                  <a:cubicBezTo>
                    <a:pt x="10" y="22"/>
                    <a:pt x="28" y="37"/>
                    <a:pt x="71" y="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3" name="Freeform 5">
              <a:extLst>
                <a:ext uri="{FF2B5EF4-FFF2-40B4-BE49-F238E27FC236}">
                  <a16:creationId xmlns:a16="http://schemas.microsoft.com/office/drawing/2014/main" id="{F4A60B2F-7701-36CB-E8CE-191165D0C1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8" y="18"/>
              <a:ext cx="2958" cy="2699"/>
            </a:xfrm>
            <a:custGeom>
              <a:avLst/>
              <a:gdLst>
                <a:gd name="T0" fmla="*/ 504 w 585"/>
                <a:gd name="T1" fmla="*/ 1 h 534"/>
                <a:gd name="T2" fmla="*/ 157 w 585"/>
                <a:gd name="T3" fmla="*/ 0 h 534"/>
                <a:gd name="T4" fmla="*/ 225 w 585"/>
                <a:gd name="T5" fmla="*/ 21 h 534"/>
                <a:gd name="T6" fmla="*/ 174 w 585"/>
                <a:gd name="T7" fmla="*/ 39 h 534"/>
                <a:gd name="T8" fmla="*/ 207 w 585"/>
                <a:gd name="T9" fmla="*/ 71 h 534"/>
                <a:gd name="T10" fmla="*/ 74 w 585"/>
                <a:gd name="T11" fmla="*/ 60 h 534"/>
                <a:gd name="T12" fmla="*/ 26 w 585"/>
                <a:gd name="T13" fmla="*/ 63 h 534"/>
                <a:gd name="T14" fmla="*/ 199 w 585"/>
                <a:gd name="T15" fmla="*/ 487 h 534"/>
                <a:gd name="T16" fmla="*/ 144 w 585"/>
                <a:gd name="T17" fmla="*/ 341 h 534"/>
                <a:gd name="T18" fmla="*/ 105 w 585"/>
                <a:gd name="T19" fmla="*/ 376 h 534"/>
                <a:gd name="T20" fmla="*/ 94 w 585"/>
                <a:gd name="T21" fmla="*/ 435 h 534"/>
                <a:gd name="T22" fmla="*/ 124 w 585"/>
                <a:gd name="T23" fmla="*/ 265 h 534"/>
                <a:gd name="T24" fmla="*/ 153 w 585"/>
                <a:gd name="T25" fmla="*/ 228 h 534"/>
                <a:gd name="T26" fmla="*/ 209 w 585"/>
                <a:gd name="T27" fmla="*/ 237 h 534"/>
                <a:gd name="T28" fmla="*/ 188 w 585"/>
                <a:gd name="T29" fmla="*/ 306 h 534"/>
                <a:gd name="T30" fmla="*/ 192 w 585"/>
                <a:gd name="T31" fmla="*/ 395 h 534"/>
                <a:gd name="T32" fmla="*/ 515 w 585"/>
                <a:gd name="T33" fmla="*/ 483 h 534"/>
                <a:gd name="T34" fmla="*/ 454 w 585"/>
                <a:gd name="T35" fmla="*/ 427 h 534"/>
                <a:gd name="T36" fmla="*/ 425 w 585"/>
                <a:gd name="T37" fmla="*/ 345 h 534"/>
                <a:gd name="T38" fmla="*/ 396 w 585"/>
                <a:gd name="T39" fmla="*/ 270 h 534"/>
                <a:gd name="T40" fmla="*/ 460 w 585"/>
                <a:gd name="T41" fmla="*/ 256 h 534"/>
                <a:gd name="T42" fmla="*/ 407 w 585"/>
                <a:gd name="T43" fmla="*/ 223 h 534"/>
                <a:gd name="T44" fmla="*/ 439 w 585"/>
                <a:gd name="T45" fmla="*/ 226 h 534"/>
                <a:gd name="T46" fmla="*/ 438 w 585"/>
                <a:gd name="T47" fmla="*/ 209 h 534"/>
                <a:gd name="T48" fmla="*/ 376 w 585"/>
                <a:gd name="T49" fmla="*/ 211 h 534"/>
                <a:gd name="T50" fmla="*/ 357 w 585"/>
                <a:gd name="T51" fmla="*/ 343 h 534"/>
                <a:gd name="T52" fmla="*/ 347 w 585"/>
                <a:gd name="T53" fmla="*/ 230 h 534"/>
                <a:gd name="T54" fmla="*/ 331 w 585"/>
                <a:gd name="T55" fmla="*/ 182 h 534"/>
                <a:gd name="T56" fmla="*/ 347 w 585"/>
                <a:gd name="T57" fmla="*/ 136 h 534"/>
                <a:gd name="T58" fmla="*/ 339 w 585"/>
                <a:gd name="T59" fmla="*/ 99 h 534"/>
                <a:gd name="T60" fmla="*/ 331 w 585"/>
                <a:gd name="T61" fmla="*/ 62 h 534"/>
                <a:gd name="T62" fmla="*/ 369 w 585"/>
                <a:gd name="T63" fmla="*/ 103 h 534"/>
                <a:gd name="T64" fmla="*/ 415 w 585"/>
                <a:gd name="T65" fmla="*/ 47 h 534"/>
                <a:gd name="T66" fmla="*/ 409 w 585"/>
                <a:gd name="T67" fmla="*/ 95 h 534"/>
                <a:gd name="T68" fmla="*/ 401 w 585"/>
                <a:gd name="T69" fmla="*/ 130 h 534"/>
                <a:gd name="T70" fmla="*/ 401 w 585"/>
                <a:gd name="T71" fmla="*/ 181 h 534"/>
                <a:gd name="T72" fmla="*/ 558 w 585"/>
                <a:gd name="T73" fmla="*/ 181 h 534"/>
                <a:gd name="T74" fmla="*/ 554 w 585"/>
                <a:gd name="T75" fmla="*/ 76 h 534"/>
                <a:gd name="T76" fmla="*/ 249 w 585"/>
                <a:gd name="T77" fmla="*/ 69 h 534"/>
                <a:gd name="T78" fmla="*/ 293 w 585"/>
                <a:gd name="T79" fmla="*/ 93 h 534"/>
                <a:gd name="T80" fmla="*/ 171 w 585"/>
                <a:gd name="T81" fmla="*/ 195 h 534"/>
                <a:gd name="T82" fmla="*/ 69 w 585"/>
                <a:gd name="T83" fmla="*/ 98 h 534"/>
                <a:gd name="T84" fmla="*/ 191 w 585"/>
                <a:gd name="T85" fmla="*/ 106 h 534"/>
                <a:gd name="T86" fmla="*/ 220 w 585"/>
                <a:gd name="T87" fmla="*/ 105 h 534"/>
                <a:gd name="T88" fmla="*/ 302 w 585"/>
                <a:gd name="T89" fmla="*/ 121 h 534"/>
                <a:gd name="T90" fmla="*/ 276 w 585"/>
                <a:gd name="T91" fmla="*/ 256 h 534"/>
                <a:gd name="T92" fmla="*/ 260 w 585"/>
                <a:gd name="T93" fmla="*/ 137 h 534"/>
                <a:gd name="T94" fmla="*/ 171 w 585"/>
                <a:gd name="T95" fmla="*/ 195 h 534"/>
                <a:gd name="T96" fmla="*/ 223 w 585"/>
                <a:gd name="T97" fmla="*/ 225 h 534"/>
                <a:gd name="T98" fmla="*/ 247 w 585"/>
                <a:gd name="T99" fmla="*/ 158 h 534"/>
                <a:gd name="T100" fmla="*/ 326 w 585"/>
                <a:gd name="T101" fmla="*/ 292 h 534"/>
                <a:gd name="T102" fmla="*/ 215 w 585"/>
                <a:gd name="T103" fmla="*/ 321 h 534"/>
                <a:gd name="T104" fmla="*/ 309 w 585"/>
                <a:gd name="T105" fmla="*/ 277 h 534"/>
                <a:gd name="T106" fmla="*/ 318 w 585"/>
                <a:gd name="T107" fmla="*/ 133 h 534"/>
                <a:gd name="T108" fmla="*/ 313 w 585"/>
                <a:gd name="T109" fmla="*/ 213 h 534"/>
                <a:gd name="T110" fmla="*/ 299 w 585"/>
                <a:gd name="T111" fmla="*/ 144 h 534"/>
                <a:gd name="T112" fmla="*/ 507 w 585"/>
                <a:gd name="T113" fmla="*/ 179 h 534"/>
                <a:gd name="T114" fmla="*/ 461 w 585"/>
                <a:gd name="T115" fmla="*/ 162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85" h="534">
                  <a:moveTo>
                    <a:pt x="554" y="76"/>
                  </a:moveTo>
                  <a:cubicBezTo>
                    <a:pt x="551" y="32"/>
                    <a:pt x="543" y="9"/>
                    <a:pt x="504" y="1"/>
                  </a:cubicBezTo>
                  <a:cubicBezTo>
                    <a:pt x="500" y="1"/>
                    <a:pt x="494" y="0"/>
                    <a:pt x="486" y="0"/>
                  </a:cubicBezTo>
                  <a:lnTo>
                    <a:pt x="157" y="0"/>
                  </a:lnTo>
                  <a:cubicBezTo>
                    <a:pt x="156" y="5"/>
                    <a:pt x="153" y="17"/>
                    <a:pt x="158" y="17"/>
                  </a:cubicBezTo>
                  <a:cubicBezTo>
                    <a:pt x="171" y="17"/>
                    <a:pt x="223" y="21"/>
                    <a:pt x="225" y="21"/>
                  </a:cubicBezTo>
                  <a:cubicBezTo>
                    <a:pt x="226" y="21"/>
                    <a:pt x="250" y="16"/>
                    <a:pt x="237" y="28"/>
                  </a:cubicBezTo>
                  <a:cubicBezTo>
                    <a:pt x="223" y="41"/>
                    <a:pt x="192" y="41"/>
                    <a:pt x="174" y="39"/>
                  </a:cubicBezTo>
                  <a:cubicBezTo>
                    <a:pt x="131" y="36"/>
                    <a:pt x="152" y="56"/>
                    <a:pt x="168" y="56"/>
                  </a:cubicBezTo>
                  <a:cubicBezTo>
                    <a:pt x="218" y="56"/>
                    <a:pt x="228" y="68"/>
                    <a:pt x="207" y="71"/>
                  </a:cubicBezTo>
                  <a:cubicBezTo>
                    <a:pt x="186" y="74"/>
                    <a:pt x="182" y="73"/>
                    <a:pt x="162" y="76"/>
                  </a:cubicBezTo>
                  <a:cubicBezTo>
                    <a:pt x="7" y="101"/>
                    <a:pt x="59" y="60"/>
                    <a:pt x="74" y="60"/>
                  </a:cubicBezTo>
                  <a:cubicBezTo>
                    <a:pt x="139" y="59"/>
                    <a:pt x="123" y="37"/>
                    <a:pt x="107" y="42"/>
                  </a:cubicBezTo>
                  <a:cubicBezTo>
                    <a:pt x="91" y="46"/>
                    <a:pt x="34" y="27"/>
                    <a:pt x="26" y="63"/>
                  </a:cubicBezTo>
                  <a:cubicBezTo>
                    <a:pt x="19" y="100"/>
                    <a:pt x="42" y="282"/>
                    <a:pt x="36" y="317"/>
                  </a:cubicBezTo>
                  <a:cubicBezTo>
                    <a:pt x="0" y="534"/>
                    <a:pt x="199" y="487"/>
                    <a:pt x="199" y="487"/>
                  </a:cubicBezTo>
                  <a:cubicBezTo>
                    <a:pt x="156" y="453"/>
                    <a:pt x="174" y="421"/>
                    <a:pt x="171" y="403"/>
                  </a:cubicBezTo>
                  <a:cubicBezTo>
                    <a:pt x="161" y="345"/>
                    <a:pt x="154" y="337"/>
                    <a:pt x="144" y="341"/>
                  </a:cubicBezTo>
                  <a:cubicBezTo>
                    <a:pt x="121" y="352"/>
                    <a:pt x="123" y="358"/>
                    <a:pt x="126" y="367"/>
                  </a:cubicBezTo>
                  <a:cubicBezTo>
                    <a:pt x="142" y="416"/>
                    <a:pt x="105" y="376"/>
                    <a:pt x="105" y="376"/>
                  </a:cubicBezTo>
                  <a:cubicBezTo>
                    <a:pt x="98" y="380"/>
                    <a:pt x="95" y="390"/>
                    <a:pt x="99" y="399"/>
                  </a:cubicBezTo>
                  <a:cubicBezTo>
                    <a:pt x="131" y="463"/>
                    <a:pt x="101" y="446"/>
                    <a:pt x="94" y="435"/>
                  </a:cubicBezTo>
                  <a:cubicBezTo>
                    <a:pt x="61" y="390"/>
                    <a:pt x="92" y="366"/>
                    <a:pt x="88" y="352"/>
                  </a:cubicBezTo>
                  <a:cubicBezTo>
                    <a:pt x="75" y="295"/>
                    <a:pt x="118" y="274"/>
                    <a:pt x="124" y="265"/>
                  </a:cubicBezTo>
                  <a:cubicBezTo>
                    <a:pt x="130" y="256"/>
                    <a:pt x="127" y="253"/>
                    <a:pt x="129" y="234"/>
                  </a:cubicBezTo>
                  <a:cubicBezTo>
                    <a:pt x="136" y="195"/>
                    <a:pt x="155" y="216"/>
                    <a:pt x="153" y="228"/>
                  </a:cubicBezTo>
                  <a:cubicBezTo>
                    <a:pt x="148" y="274"/>
                    <a:pt x="176" y="242"/>
                    <a:pt x="186" y="228"/>
                  </a:cubicBezTo>
                  <a:cubicBezTo>
                    <a:pt x="218" y="186"/>
                    <a:pt x="214" y="229"/>
                    <a:pt x="209" y="237"/>
                  </a:cubicBezTo>
                  <a:cubicBezTo>
                    <a:pt x="203" y="244"/>
                    <a:pt x="198" y="255"/>
                    <a:pt x="200" y="260"/>
                  </a:cubicBezTo>
                  <a:cubicBezTo>
                    <a:pt x="208" y="283"/>
                    <a:pt x="193" y="305"/>
                    <a:pt x="188" y="306"/>
                  </a:cubicBezTo>
                  <a:cubicBezTo>
                    <a:pt x="184" y="308"/>
                    <a:pt x="170" y="314"/>
                    <a:pt x="170" y="332"/>
                  </a:cubicBezTo>
                  <a:cubicBezTo>
                    <a:pt x="171" y="350"/>
                    <a:pt x="192" y="382"/>
                    <a:pt x="192" y="395"/>
                  </a:cubicBezTo>
                  <a:cubicBezTo>
                    <a:pt x="193" y="492"/>
                    <a:pt x="236" y="499"/>
                    <a:pt x="255" y="497"/>
                  </a:cubicBezTo>
                  <a:cubicBezTo>
                    <a:pt x="275" y="496"/>
                    <a:pt x="445" y="490"/>
                    <a:pt x="515" y="483"/>
                  </a:cubicBezTo>
                  <a:cubicBezTo>
                    <a:pt x="585" y="477"/>
                    <a:pt x="538" y="458"/>
                    <a:pt x="518" y="458"/>
                  </a:cubicBezTo>
                  <a:cubicBezTo>
                    <a:pt x="467" y="458"/>
                    <a:pt x="454" y="427"/>
                    <a:pt x="454" y="427"/>
                  </a:cubicBezTo>
                  <a:cubicBezTo>
                    <a:pt x="454" y="427"/>
                    <a:pt x="453" y="405"/>
                    <a:pt x="431" y="400"/>
                  </a:cubicBezTo>
                  <a:cubicBezTo>
                    <a:pt x="376" y="385"/>
                    <a:pt x="411" y="353"/>
                    <a:pt x="425" y="345"/>
                  </a:cubicBezTo>
                  <a:cubicBezTo>
                    <a:pt x="438" y="338"/>
                    <a:pt x="430" y="335"/>
                    <a:pt x="420" y="329"/>
                  </a:cubicBezTo>
                  <a:cubicBezTo>
                    <a:pt x="398" y="316"/>
                    <a:pt x="394" y="300"/>
                    <a:pt x="396" y="270"/>
                  </a:cubicBezTo>
                  <a:cubicBezTo>
                    <a:pt x="397" y="240"/>
                    <a:pt x="416" y="249"/>
                    <a:pt x="416" y="249"/>
                  </a:cubicBezTo>
                  <a:cubicBezTo>
                    <a:pt x="416" y="249"/>
                    <a:pt x="448" y="262"/>
                    <a:pt x="460" y="256"/>
                  </a:cubicBezTo>
                  <a:cubicBezTo>
                    <a:pt x="472" y="250"/>
                    <a:pt x="467" y="239"/>
                    <a:pt x="461" y="244"/>
                  </a:cubicBezTo>
                  <a:cubicBezTo>
                    <a:pt x="455" y="248"/>
                    <a:pt x="412" y="244"/>
                    <a:pt x="407" y="223"/>
                  </a:cubicBezTo>
                  <a:cubicBezTo>
                    <a:pt x="403" y="202"/>
                    <a:pt x="418" y="213"/>
                    <a:pt x="422" y="214"/>
                  </a:cubicBezTo>
                  <a:cubicBezTo>
                    <a:pt x="427" y="216"/>
                    <a:pt x="427" y="220"/>
                    <a:pt x="439" y="226"/>
                  </a:cubicBezTo>
                  <a:cubicBezTo>
                    <a:pt x="468" y="241"/>
                    <a:pt x="454" y="224"/>
                    <a:pt x="454" y="224"/>
                  </a:cubicBezTo>
                  <a:cubicBezTo>
                    <a:pt x="454" y="224"/>
                    <a:pt x="454" y="224"/>
                    <a:pt x="438" y="209"/>
                  </a:cubicBezTo>
                  <a:cubicBezTo>
                    <a:pt x="423" y="194"/>
                    <a:pt x="406" y="199"/>
                    <a:pt x="389" y="199"/>
                  </a:cubicBezTo>
                  <a:cubicBezTo>
                    <a:pt x="373" y="199"/>
                    <a:pt x="376" y="211"/>
                    <a:pt x="376" y="211"/>
                  </a:cubicBezTo>
                  <a:cubicBezTo>
                    <a:pt x="376" y="211"/>
                    <a:pt x="373" y="242"/>
                    <a:pt x="370" y="291"/>
                  </a:cubicBezTo>
                  <a:cubicBezTo>
                    <a:pt x="368" y="341"/>
                    <a:pt x="360" y="347"/>
                    <a:pt x="357" y="343"/>
                  </a:cubicBezTo>
                  <a:cubicBezTo>
                    <a:pt x="354" y="338"/>
                    <a:pt x="350" y="313"/>
                    <a:pt x="350" y="305"/>
                  </a:cubicBezTo>
                  <a:cubicBezTo>
                    <a:pt x="350" y="298"/>
                    <a:pt x="345" y="264"/>
                    <a:pt x="347" y="230"/>
                  </a:cubicBezTo>
                  <a:cubicBezTo>
                    <a:pt x="350" y="195"/>
                    <a:pt x="356" y="210"/>
                    <a:pt x="334" y="201"/>
                  </a:cubicBezTo>
                  <a:cubicBezTo>
                    <a:pt x="311" y="192"/>
                    <a:pt x="323" y="182"/>
                    <a:pt x="331" y="182"/>
                  </a:cubicBezTo>
                  <a:cubicBezTo>
                    <a:pt x="338" y="182"/>
                    <a:pt x="350" y="189"/>
                    <a:pt x="352" y="181"/>
                  </a:cubicBezTo>
                  <a:cubicBezTo>
                    <a:pt x="356" y="160"/>
                    <a:pt x="359" y="141"/>
                    <a:pt x="347" y="136"/>
                  </a:cubicBezTo>
                  <a:cubicBezTo>
                    <a:pt x="322" y="127"/>
                    <a:pt x="332" y="121"/>
                    <a:pt x="341" y="118"/>
                  </a:cubicBezTo>
                  <a:cubicBezTo>
                    <a:pt x="350" y="115"/>
                    <a:pt x="352" y="94"/>
                    <a:pt x="339" y="99"/>
                  </a:cubicBezTo>
                  <a:cubicBezTo>
                    <a:pt x="313" y="107"/>
                    <a:pt x="316" y="85"/>
                    <a:pt x="321" y="82"/>
                  </a:cubicBezTo>
                  <a:cubicBezTo>
                    <a:pt x="325" y="79"/>
                    <a:pt x="334" y="83"/>
                    <a:pt x="331" y="62"/>
                  </a:cubicBezTo>
                  <a:cubicBezTo>
                    <a:pt x="328" y="41"/>
                    <a:pt x="347" y="34"/>
                    <a:pt x="351" y="53"/>
                  </a:cubicBezTo>
                  <a:cubicBezTo>
                    <a:pt x="354" y="73"/>
                    <a:pt x="363" y="112"/>
                    <a:pt x="369" y="103"/>
                  </a:cubicBezTo>
                  <a:cubicBezTo>
                    <a:pt x="375" y="94"/>
                    <a:pt x="385" y="57"/>
                    <a:pt x="395" y="41"/>
                  </a:cubicBezTo>
                  <a:cubicBezTo>
                    <a:pt x="406" y="24"/>
                    <a:pt x="418" y="38"/>
                    <a:pt x="415" y="47"/>
                  </a:cubicBezTo>
                  <a:cubicBezTo>
                    <a:pt x="401" y="88"/>
                    <a:pt x="426" y="90"/>
                    <a:pt x="426" y="90"/>
                  </a:cubicBezTo>
                  <a:cubicBezTo>
                    <a:pt x="426" y="90"/>
                    <a:pt x="423" y="96"/>
                    <a:pt x="409" y="95"/>
                  </a:cubicBezTo>
                  <a:cubicBezTo>
                    <a:pt x="382" y="92"/>
                    <a:pt x="393" y="110"/>
                    <a:pt x="405" y="115"/>
                  </a:cubicBezTo>
                  <a:cubicBezTo>
                    <a:pt x="431" y="124"/>
                    <a:pt x="414" y="130"/>
                    <a:pt x="401" y="130"/>
                  </a:cubicBezTo>
                  <a:cubicBezTo>
                    <a:pt x="387" y="130"/>
                    <a:pt x="381" y="134"/>
                    <a:pt x="378" y="148"/>
                  </a:cubicBezTo>
                  <a:cubicBezTo>
                    <a:pt x="369" y="191"/>
                    <a:pt x="401" y="181"/>
                    <a:pt x="401" y="181"/>
                  </a:cubicBezTo>
                  <a:cubicBezTo>
                    <a:pt x="452" y="195"/>
                    <a:pt x="528" y="188"/>
                    <a:pt x="528" y="188"/>
                  </a:cubicBezTo>
                  <a:cubicBezTo>
                    <a:pt x="543" y="192"/>
                    <a:pt x="552" y="189"/>
                    <a:pt x="558" y="181"/>
                  </a:cubicBezTo>
                  <a:lnTo>
                    <a:pt x="558" y="103"/>
                  </a:lnTo>
                  <a:cubicBezTo>
                    <a:pt x="556" y="93"/>
                    <a:pt x="555" y="84"/>
                    <a:pt x="554" y="76"/>
                  </a:cubicBezTo>
                  <a:close/>
                  <a:moveTo>
                    <a:pt x="231" y="77"/>
                  </a:moveTo>
                  <a:cubicBezTo>
                    <a:pt x="233" y="65"/>
                    <a:pt x="249" y="69"/>
                    <a:pt x="249" y="69"/>
                  </a:cubicBezTo>
                  <a:cubicBezTo>
                    <a:pt x="249" y="69"/>
                    <a:pt x="278" y="79"/>
                    <a:pt x="290" y="78"/>
                  </a:cubicBezTo>
                  <a:cubicBezTo>
                    <a:pt x="301" y="76"/>
                    <a:pt x="318" y="93"/>
                    <a:pt x="293" y="93"/>
                  </a:cubicBezTo>
                  <a:cubicBezTo>
                    <a:pt x="267" y="93"/>
                    <a:pt x="228" y="104"/>
                    <a:pt x="231" y="77"/>
                  </a:cubicBezTo>
                  <a:close/>
                  <a:moveTo>
                    <a:pt x="171" y="195"/>
                  </a:moveTo>
                  <a:cubicBezTo>
                    <a:pt x="153" y="195"/>
                    <a:pt x="46" y="237"/>
                    <a:pt x="45" y="128"/>
                  </a:cubicBezTo>
                  <a:cubicBezTo>
                    <a:pt x="45" y="104"/>
                    <a:pt x="39" y="83"/>
                    <a:pt x="69" y="98"/>
                  </a:cubicBezTo>
                  <a:cubicBezTo>
                    <a:pt x="99" y="112"/>
                    <a:pt x="72" y="111"/>
                    <a:pt x="137" y="108"/>
                  </a:cubicBezTo>
                  <a:cubicBezTo>
                    <a:pt x="137" y="108"/>
                    <a:pt x="184" y="110"/>
                    <a:pt x="191" y="106"/>
                  </a:cubicBezTo>
                  <a:cubicBezTo>
                    <a:pt x="199" y="101"/>
                    <a:pt x="192" y="91"/>
                    <a:pt x="207" y="91"/>
                  </a:cubicBezTo>
                  <a:cubicBezTo>
                    <a:pt x="222" y="90"/>
                    <a:pt x="220" y="105"/>
                    <a:pt x="220" y="105"/>
                  </a:cubicBezTo>
                  <a:cubicBezTo>
                    <a:pt x="220" y="105"/>
                    <a:pt x="207" y="124"/>
                    <a:pt x="305" y="111"/>
                  </a:cubicBezTo>
                  <a:cubicBezTo>
                    <a:pt x="317" y="109"/>
                    <a:pt x="327" y="121"/>
                    <a:pt x="302" y="121"/>
                  </a:cubicBezTo>
                  <a:cubicBezTo>
                    <a:pt x="290" y="122"/>
                    <a:pt x="272" y="128"/>
                    <a:pt x="278" y="143"/>
                  </a:cubicBezTo>
                  <a:cubicBezTo>
                    <a:pt x="284" y="158"/>
                    <a:pt x="276" y="256"/>
                    <a:pt x="276" y="256"/>
                  </a:cubicBezTo>
                  <a:cubicBezTo>
                    <a:pt x="276" y="256"/>
                    <a:pt x="271" y="274"/>
                    <a:pt x="262" y="245"/>
                  </a:cubicBezTo>
                  <a:cubicBezTo>
                    <a:pt x="259" y="235"/>
                    <a:pt x="262" y="144"/>
                    <a:pt x="260" y="137"/>
                  </a:cubicBezTo>
                  <a:cubicBezTo>
                    <a:pt x="259" y="129"/>
                    <a:pt x="217" y="122"/>
                    <a:pt x="215" y="154"/>
                  </a:cubicBezTo>
                  <a:cubicBezTo>
                    <a:pt x="214" y="185"/>
                    <a:pt x="205" y="195"/>
                    <a:pt x="171" y="195"/>
                  </a:cubicBezTo>
                  <a:close/>
                  <a:moveTo>
                    <a:pt x="237" y="231"/>
                  </a:moveTo>
                  <a:cubicBezTo>
                    <a:pt x="230" y="240"/>
                    <a:pt x="219" y="247"/>
                    <a:pt x="223" y="225"/>
                  </a:cubicBezTo>
                  <a:cubicBezTo>
                    <a:pt x="228" y="202"/>
                    <a:pt x="232" y="170"/>
                    <a:pt x="232" y="155"/>
                  </a:cubicBezTo>
                  <a:cubicBezTo>
                    <a:pt x="232" y="155"/>
                    <a:pt x="244" y="135"/>
                    <a:pt x="247" y="158"/>
                  </a:cubicBezTo>
                  <a:cubicBezTo>
                    <a:pt x="250" y="181"/>
                    <a:pt x="244" y="221"/>
                    <a:pt x="237" y="231"/>
                  </a:cubicBezTo>
                  <a:close/>
                  <a:moveTo>
                    <a:pt x="326" y="292"/>
                  </a:moveTo>
                  <a:cubicBezTo>
                    <a:pt x="327" y="320"/>
                    <a:pt x="355" y="400"/>
                    <a:pt x="286" y="399"/>
                  </a:cubicBezTo>
                  <a:cubicBezTo>
                    <a:pt x="217" y="398"/>
                    <a:pt x="214" y="409"/>
                    <a:pt x="215" y="321"/>
                  </a:cubicBezTo>
                  <a:cubicBezTo>
                    <a:pt x="216" y="236"/>
                    <a:pt x="225" y="253"/>
                    <a:pt x="230" y="264"/>
                  </a:cubicBezTo>
                  <a:cubicBezTo>
                    <a:pt x="230" y="264"/>
                    <a:pt x="253" y="318"/>
                    <a:pt x="309" y="277"/>
                  </a:cubicBezTo>
                  <a:cubicBezTo>
                    <a:pt x="319" y="269"/>
                    <a:pt x="324" y="263"/>
                    <a:pt x="326" y="292"/>
                  </a:cubicBezTo>
                  <a:close/>
                  <a:moveTo>
                    <a:pt x="318" y="133"/>
                  </a:moveTo>
                  <a:cubicBezTo>
                    <a:pt x="338" y="148"/>
                    <a:pt x="316" y="165"/>
                    <a:pt x="316" y="165"/>
                  </a:cubicBezTo>
                  <a:cubicBezTo>
                    <a:pt x="316" y="165"/>
                    <a:pt x="302" y="189"/>
                    <a:pt x="313" y="213"/>
                  </a:cubicBezTo>
                  <a:cubicBezTo>
                    <a:pt x="324" y="237"/>
                    <a:pt x="324" y="265"/>
                    <a:pt x="301" y="239"/>
                  </a:cubicBezTo>
                  <a:cubicBezTo>
                    <a:pt x="279" y="214"/>
                    <a:pt x="293" y="156"/>
                    <a:pt x="299" y="144"/>
                  </a:cubicBezTo>
                  <a:cubicBezTo>
                    <a:pt x="299" y="144"/>
                    <a:pt x="299" y="118"/>
                    <a:pt x="318" y="133"/>
                  </a:cubicBezTo>
                  <a:close/>
                  <a:moveTo>
                    <a:pt x="507" y="179"/>
                  </a:moveTo>
                  <a:cubicBezTo>
                    <a:pt x="498" y="185"/>
                    <a:pt x="507" y="179"/>
                    <a:pt x="465" y="177"/>
                  </a:cubicBezTo>
                  <a:cubicBezTo>
                    <a:pt x="423" y="176"/>
                    <a:pt x="461" y="162"/>
                    <a:pt x="461" y="162"/>
                  </a:cubicBezTo>
                  <a:cubicBezTo>
                    <a:pt x="565" y="166"/>
                    <a:pt x="516" y="173"/>
                    <a:pt x="507" y="17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4" name="Freeform 6">
              <a:extLst>
                <a:ext uri="{FF2B5EF4-FFF2-40B4-BE49-F238E27FC236}">
                  <a16:creationId xmlns:a16="http://schemas.microsoft.com/office/drawing/2014/main" id="{DC17820D-7A47-6009-1833-8F6CA1AF0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1287"/>
              <a:ext cx="238" cy="283"/>
            </a:xfrm>
            <a:custGeom>
              <a:avLst/>
              <a:gdLst>
                <a:gd name="T0" fmla="*/ 40 w 47"/>
                <a:gd name="T1" fmla="*/ 15 h 56"/>
                <a:gd name="T2" fmla="*/ 27 w 47"/>
                <a:gd name="T3" fmla="*/ 56 h 56"/>
                <a:gd name="T4" fmla="*/ 40 w 47"/>
                <a:gd name="T5" fmla="*/ 1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56">
                  <a:moveTo>
                    <a:pt x="40" y="15"/>
                  </a:moveTo>
                  <a:cubicBezTo>
                    <a:pt x="37" y="0"/>
                    <a:pt x="0" y="23"/>
                    <a:pt x="27" y="56"/>
                  </a:cubicBezTo>
                  <a:cubicBezTo>
                    <a:pt x="27" y="56"/>
                    <a:pt x="47" y="49"/>
                    <a:pt x="40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5" name="Freeform 7">
              <a:extLst>
                <a:ext uri="{FF2B5EF4-FFF2-40B4-BE49-F238E27FC236}">
                  <a16:creationId xmlns:a16="http://schemas.microsoft.com/office/drawing/2014/main" id="{97C9E122-A8A0-0C61-A5D3-E8D46DFFE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1403"/>
              <a:ext cx="208" cy="379"/>
            </a:xfrm>
            <a:custGeom>
              <a:avLst/>
              <a:gdLst>
                <a:gd name="T0" fmla="*/ 19 w 41"/>
                <a:gd name="T1" fmla="*/ 27 h 75"/>
                <a:gd name="T2" fmla="*/ 12 w 41"/>
                <a:gd name="T3" fmla="*/ 69 h 75"/>
                <a:gd name="T4" fmla="*/ 40 w 41"/>
                <a:gd name="T5" fmla="*/ 45 h 75"/>
                <a:gd name="T6" fmla="*/ 37 w 41"/>
                <a:gd name="T7" fmla="*/ 24 h 75"/>
                <a:gd name="T8" fmla="*/ 19 w 41"/>
                <a:gd name="T9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75">
                  <a:moveTo>
                    <a:pt x="19" y="27"/>
                  </a:moveTo>
                  <a:cubicBezTo>
                    <a:pt x="0" y="54"/>
                    <a:pt x="6" y="63"/>
                    <a:pt x="12" y="69"/>
                  </a:cubicBezTo>
                  <a:cubicBezTo>
                    <a:pt x="18" y="75"/>
                    <a:pt x="30" y="74"/>
                    <a:pt x="40" y="45"/>
                  </a:cubicBezTo>
                  <a:cubicBezTo>
                    <a:pt x="40" y="45"/>
                    <a:pt x="32" y="31"/>
                    <a:pt x="37" y="24"/>
                  </a:cubicBezTo>
                  <a:cubicBezTo>
                    <a:pt x="41" y="16"/>
                    <a:pt x="38" y="0"/>
                    <a:pt x="19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6" name="Freeform 8">
              <a:extLst>
                <a:ext uri="{FF2B5EF4-FFF2-40B4-BE49-F238E27FC236}">
                  <a16:creationId xmlns:a16="http://schemas.microsoft.com/office/drawing/2014/main" id="{ED8E4F6C-8B61-387F-7216-459AC8687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" y="645"/>
              <a:ext cx="683" cy="318"/>
            </a:xfrm>
            <a:custGeom>
              <a:avLst/>
              <a:gdLst>
                <a:gd name="T0" fmla="*/ 112 w 135"/>
                <a:gd name="T1" fmla="*/ 4 h 63"/>
                <a:gd name="T2" fmla="*/ 24 w 135"/>
                <a:gd name="T3" fmla="*/ 4 h 63"/>
                <a:gd name="T4" fmla="*/ 2 w 135"/>
                <a:gd name="T5" fmla="*/ 25 h 63"/>
                <a:gd name="T6" fmla="*/ 60 w 135"/>
                <a:gd name="T7" fmla="*/ 58 h 63"/>
                <a:gd name="T8" fmla="*/ 96 w 135"/>
                <a:gd name="T9" fmla="*/ 54 h 63"/>
                <a:gd name="T10" fmla="*/ 113 w 135"/>
                <a:gd name="T11" fmla="*/ 53 h 63"/>
                <a:gd name="T12" fmla="*/ 112 w 135"/>
                <a:gd name="T13" fmla="*/ 4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5" h="63">
                  <a:moveTo>
                    <a:pt x="112" y="4"/>
                  </a:moveTo>
                  <a:cubicBezTo>
                    <a:pt x="105" y="9"/>
                    <a:pt x="24" y="4"/>
                    <a:pt x="24" y="4"/>
                  </a:cubicBezTo>
                  <a:cubicBezTo>
                    <a:pt x="15" y="4"/>
                    <a:pt x="3" y="1"/>
                    <a:pt x="2" y="25"/>
                  </a:cubicBezTo>
                  <a:cubicBezTo>
                    <a:pt x="0" y="63"/>
                    <a:pt x="48" y="58"/>
                    <a:pt x="60" y="58"/>
                  </a:cubicBezTo>
                  <a:cubicBezTo>
                    <a:pt x="72" y="58"/>
                    <a:pt x="84" y="48"/>
                    <a:pt x="96" y="54"/>
                  </a:cubicBezTo>
                  <a:cubicBezTo>
                    <a:pt x="96" y="54"/>
                    <a:pt x="107" y="63"/>
                    <a:pt x="113" y="53"/>
                  </a:cubicBezTo>
                  <a:cubicBezTo>
                    <a:pt x="135" y="13"/>
                    <a:pt x="120" y="0"/>
                    <a:pt x="112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7" name="Freeform 9">
              <a:extLst>
                <a:ext uri="{FF2B5EF4-FFF2-40B4-BE49-F238E27FC236}">
                  <a16:creationId xmlns:a16="http://schemas.microsoft.com/office/drawing/2014/main" id="{9AFA0316-0C43-CC72-5C05-65EE830747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1545"/>
              <a:ext cx="490" cy="515"/>
            </a:xfrm>
            <a:custGeom>
              <a:avLst/>
              <a:gdLst>
                <a:gd name="T0" fmla="*/ 67 w 97"/>
                <a:gd name="T1" fmla="*/ 5 h 102"/>
                <a:gd name="T2" fmla="*/ 31 w 97"/>
                <a:gd name="T3" fmla="*/ 5 h 102"/>
                <a:gd name="T4" fmla="*/ 12 w 97"/>
                <a:gd name="T5" fmla="*/ 57 h 102"/>
                <a:gd name="T6" fmla="*/ 79 w 97"/>
                <a:gd name="T7" fmla="*/ 62 h 102"/>
                <a:gd name="T8" fmla="*/ 67 w 97"/>
                <a:gd name="T9" fmla="*/ 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102">
                  <a:moveTo>
                    <a:pt x="67" y="5"/>
                  </a:moveTo>
                  <a:cubicBezTo>
                    <a:pt x="55" y="10"/>
                    <a:pt x="31" y="5"/>
                    <a:pt x="31" y="5"/>
                  </a:cubicBezTo>
                  <a:cubicBezTo>
                    <a:pt x="0" y="6"/>
                    <a:pt x="16" y="39"/>
                    <a:pt x="12" y="57"/>
                  </a:cubicBezTo>
                  <a:cubicBezTo>
                    <a:pt x="8" y="76"/>
                    <a:pt x="63" y="102"/>
                    <a:pt x="79" y="62"/>
                  </a:cubicBezTo>
                  <a:cubicBezTo>
                    <a:pt x="97" y="20"/>
                    <a:pt x="79" y="0"/>
                    <a:pt x="67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8" name="Freeform 10">
              <a:extLst>
                <a:ext uri="{FF2B5EF4-FFF2-40B4-BE49-F238E27FC236}">
                  <a16:creationId xmlns:a16="http://schemas.microsoft.com/office/drawing/2014/main" id="{8CA9880F-8135-B587-2BE0-6B1660CC4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3" y="1024"/>
              <a:ext cx="501" cy="96"/>
            </a:xfrm>
            <a:custGeom>
              <a:avLst/>
              <a:gdLst>
                <a:gd name="T0" fmla="*/ 15 w 99"/>
                <a:gd name="T1" fmla="*/ 0 h 19"/>
                <a:gd name="T2" fmla="*/ 40 w 99"/>
                <a:gd name="T3" fmla="*/ 15 h 19"/>
                <a:gd name="T4" fmla="*/ 15 w 99"/>
                <a:gd name="T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9" h="19">
                  <a:moveTo>
                    <a:pt x="15" y="0"/>
                  </a:moveTo>
                  <a:cubicBezTo>
                    <a:pt x="0" y="0"/>
                    <a:pt x="19" y="19"/>
                    <a:pt x="40" y="15"/>
                  </a:cubicBezTo>
                  <a:cubicBezTo>
                    <a:pt x="99" y="1"/>
                    <a:pt x="15" y="0"/>
                    <a:pt x="1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39" name="Freeform 11">
              <a:extLst>
                <a:ext uri="{FF2B5EF4-FFF2-40B4-BE49-F238E27FC236}">
                  <a16:creationId xmlns:a16="http://schemas.microsoft.com/office/drawing/2014/main" id="{D760C79C-C470-4165-AF3E-0E95AEE35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0" y="1004"/>
              <a:ext cx="385" cy="237"/>
            </a:xfrm>
            <a:custGeom>
              <a:avLst/>
              <a:gdLst>
                <a:gd name="T0" fmla="*/ 21 w 76"/>
                <a:gd name="T1" fmla="*/ 37 h 47"/>
                <a:gd name="T2" fmla="*/ 70 w 76"/>
                <a:gd name="T3" fmla="*/ 17 h 47"/>
                <a:gd name="T4" fmla="*/ 48 w 76"/>
                <a:gd name="T5" fmla="*/ 3 h 47"/>
                <a:gd name="T6" fmla="*/ 19 w 76"/>
                <a:gd name="T7" fmla="*/ 32 h 47"/>
                <a:gd name="T8" fmla="*/ 21 w 76"/>
                <a:gd name="T9" fmla="*/ 3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47">
                  <a:moveTo>
                    <a:pt x="21" y="37"/>
                  </a:moveTo>
                  <a:cubicBezTo>
                    <a:pt x="21" y="37"/>
                    <a:pt x="50" y="47"/>
                    <a:pt x="70" y="17"/>
                  </a:cubicBezTo>
                  <a:cubicBezTo>
                    <a:pt x="76" y="7"/>
                    <a:pt x="65" y="0"/>
                    <a:pt x="48" y="3"/>
                  </a:cubicBezTo>
                  <a:cubicBezTo>
                    <a:pt x="39" y="5"/>
                    <a:pt x="39" y="32"/>
                    <a:pt x="19" y="32"/>
                  </a:cubicBezTo>
                  <a:cubicBezTo>
                    <a:pt x="0" y="32"/>
                    <a:pt x="21" y="37"/>
                    <a:pt x="21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0" name="Freeform 12">
              <a:extLst>
                <a:ext uri="{FF2B5EF4-FFF2-40B4-BE49-F238E27FC236}">
                  <a16:creationId xmlns:a16="http://schemas.microsoft.com/office/drawing/2014/main" id="{DFB6DBF5-038D-AF6B-3213-5846FFF1B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5" y="1201"/>
              <a:ext cx="415" cy="187"/>
            </a:xfrm>
            <a:custGeom>
              <a:avLst/>
              <a:gdLst>
                <a:gd name="T0" fmla="*/ 72 w 82"/>
                <a:gd name="T1" fmla="*/ 6 h 37"/>
                <a:gd name="T2" fmla="*/ 24 w 82"/>
                <a:gd name="T3" fmla="*/ 17 h 37"/>
                <a:gd name="T4" fmla="*/ 17 w 82"/>
                <a:gd name="T5" fmla="*/ 26 h 37"/>
                <a:gd name="T6" fmla="*/ 76 w 82"/>
                <a:gd name="T7" fmla="*/ 23 h 37"/>
                <a:gd name="T8" fmla="*/ 82 w 82"/>
                <a:gd name="T9" fmla="*/ 20 h 37"/>
                <a:gd name="T10" fmla="*/ 82 w 82"/>
                <a:gd name="T11" fmla="*/ 0 h 37"/>
                <a:gd name="T12" fmla="*/ 72 w 82"/>
                <a:gd name="T13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37">
                  <a:moveTo>
                    <a:pt x="72" y="6"/>
                  </a:moveTo>
                  <a:cubicBezTo>
                    <a:pt x="57" y="23"/>
                    <a:pt x="24" y="17"/>
                    <a:pt x="24" y="17"/>
                  </a:cubicBezTo>
                  <a:cubicBezTo>
                    <a:pt x="24" y="17"/>
                    <a:pt x="0" y="16"/>
                    <a:pt x="17" y="26"/>
                  </a:cubicBezTo>
                  <a:cubicBezTo>
                    <a:pt x="33" y="37"/>
                    <a:pt x="53" y="32"/>
                    <a:pt x="76" y="23"/>
                  </a:cubicBezTo>
                  <a:cubicBezTo>
                    <a:pt x="78" y="22"/>
                    <a:pt x="80" y="21"/>
                    <a:pt x="82" y="20"/>
                  </a:cubicBezTo>
                  <a:lnTo>
                    <a:pt x="82" y="0"/>
                  </a:lnTo>
                  <a:cubicBezTo>
                    <a:pt x="79" y="1"/>
                    <a:pt x="75" y="2"/>
                    <a:pt x="7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1" name="Freeform 13">
              <a:extLst>
                <a:ext uri="{FF2B5EF4-FFF2-40B4-BE49-F238E27FC236}">
                  <a16:creationId xmlns:a16="http://schemas.microsoft.com/office/drawing/2014/main" id="{204619A5-B50B-3383-FA75-5F5026441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1" y="1378"/>
              <a:ext cx="698" cy="167"/>
            </a:xfrm>
            <a:custGeom>
              <a:avLst/>
              <a:gdLst>
                <a:gd name="T0" fmla="*/ 21 w 138"/>
                <a:gd name="T1" fmla="*/ 1 h 33"/>
                <a:gd name="T2" fmla="*/ 8 w 138"/>
                <a:gd name="T3" fmla="*/ 14 h 33"/>
                <a:gd name="T4" fmla="*/ 57 w 138"/>
                <a:gd name="T5" fmla="*/ 22 h 33"/>
                <a:gd name="T6" fmla="*/ 117 w 138"/>
                <a:gd name="T7" fmla="*/ 23 h 33"/>
                <a:gd name="T8" fmla="*/ 114 w 138"/>
                <a:gd name="T9" fmla="*/ 8 h 33"/>
                <a:gd name="T10" fmla="*/ 82 w 138"/>
                <a:gd name="T11" fmla="*/ 3 h 33"/>
                <a:gd name="T12" fmla="*/ 21 w 138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33">
                  <a:moveTo>
                    <a:pt x="21" y="1"/>
                  </a:moveTo>
                  <a:cubicBezTo>
                    <a:pt x="21" y="1"/>
                    <a:pt x="0" y="8"/>
                    <a:pt x="8" y="14"/>
                  </a:cubicBezTo>
                  <a:cubicBezTo>
                    <a:pt x="15" y="20"/>
                    <a:pt x="48" y="22"/>
                    <a:pt x="57" y="22"/>
                  </a:cubicBezTo>
                  <a:cubicBezTo>
                    <a:pt x="66" y="22"/>
                    <a:pt x="96" y="33"/>
                    <a:pt x="117" y="23"/>
                  </a:cubicBezTo>
                  <a:cubicBezTo>
                    <a:pt x="138" y="12"/>
                    <a:pt x="123" y="9"/>
                    <a:pt x="114" y="8"/>
                  </a:cubicBezTo>
                  <a:cubicBezTo>
                    <a:pt x="105" y="6"/>
                    <a:pt x="102" y="0"/>
                    <a:pt x="82" y="3"/>
                  </a:cubicBezTo>
                  <a:cubicBezTo>
                    <a:pt x="37" y="11"/>
                    <a:pt x="21" y="1"/>
                    <a:pt x="2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2" name="Freeform 14">
              <a:extLst>
                <a:ext uri="{FF2B5EF4-FFF2-40B4-BE49-F238E27FC236}">
                  <a16:creationId xmlns:a16="http://schemas.microsoft.com/office/drawing/2014/main" id="{7389B5AD-350B-9667-FCEB-809996F91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" y="1540"/>
              <a:ext cx="567" cy="146"/>
            </a:xfrm>
            <a:custGeom>
              <a:avLst/>
              <a:gdLst>
                <a:gd name="T0" fmla="*/ 98 w 112"/>
                <a:gd name="T1" fmla="*/ 19 h 29"/>
                <a:gd name="T2" fmla="*/ 103 w 112"/>
                <a:gd name="T3" fmla="*/ 4 h 29"/>
                <a:gd name="T4" fmla="*/ 74 w 112"/>
                <a:gd name="T5" fmla="*/ 10 h 29"/>
                <a:gd name="T6" fmla="*/ 36 w 112"/>
                <a:gd name="T7" fmla="*/ 6 h 29"/>
                <a:gd name="T8" fmla="*/ 2 w 112"/>
                <a:gd name="T9" fmla="*/ 4 h 29"/>
                <a:gd name="T10" fmla="*/ 98 w 112"/>
                <a:gd name="T11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2" h="29">
                  <a:moveTo>
                    <a:pt x="98" y="19"/>
                  </a:moveTo>
                  <a:cubicBezTo>
                    <a:pt x="112" y="13"/>
                    <a:pt x="111" y="0"/>
                    <a:pt x="103" y="4"/>
                  </a:cubicBezTo>
                  <a:cubicBezTo>
                    <a:pt x="96" y="9"/>
                    <a:pt x="83" y="10"/>
                    <a:pt x="74" y="10"/>
                  </a:cubicBezTo>
                  <a:cubicBezTo>
                    <a:pt x="65" y="11"/>
                    <a:pt x="45" y="3"/>
                    <a:pt x="36" y="6"/>
                  </a:cubicBezTo>
                  <a:cubicBezTo>
                    <a:pt x="27" y="9"/>
                    <a:pt x="2" y="4"/>
                    <a:pt x="2" y="4"/>
                  </a:cubicBezTo>
                  <a:cubicBezTo>
                    <a:pt x="0" y="29"/>
                    <a:pt x="83" y="25"/>
                    <a:pt x="98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3" name="Freeform 15">
              <a:extLst>
                <a:ext uri="{FF2B5EF4-FFF2-40B4-BE49-F238E27FC236}">
                  <a16:creationId xmlns:a16="http://schemas.microsoft.com/office/drawing/2014/main" id="{66841933-78A5-934B-A97B-2505F5284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2" y="1656"/>
              <a:ext cx="581" cy="480"/>
            </a:xfrm>
            <a:custGeom>
              <a:avLst/>
              <a:gdLst>
                <a:gd name="T0" fmla="*/ 3 w 115"/>
                <a:gd name="T1" fmla="*/ 53 h 95"/>
                <a:gd name="T2" fmla="*/ 26 w 115"/>
                <a:gd name="T3" fmla="*/ 54 h 95"/>
                <a:gd name="T4" fmla="*/ 50 w 115"/>
                <a:gd name="T5" fmla="*/ 77 h 95"/>
                <a:gd name="T6" fmla="*/ 59 w 115"/>
                <a:gd name="T7" fmla="*/ 84 h 95"/>
                <a:gd name="T8" fmla="*/ 81 w 115"/>
                <a:gd name="T9" fmla="*/ 52 h 95"/>
                <a:gd name="T10" fmla="*/ 111 w 115"/>
                <a:gd name="T11" fmla="*/ 52 h 95"/>
                <a:gd name="T12" fmla="*/ 79 w 115"/>
                <a:gd name="T13" fmla="*/ 27 h 95"/>
                <a:gd name="T14" fmla="*/ 37 w 115"/>
                <a:gd name="T15" fmla="*/ 16 h 95"/>
                <a:gd name="T16" fmla="*/ 12 w 115"/>
                <a:gd name="T17" fmla="*/ 41 h 95"/>
                <a:gd name="T18" fmla="*/ 3 w 115"/>
                <a:gd name="T19" fmla="*/ 5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95">
                  <a:moveTo>
                    <a:pt x="3" y="53"/>
                  </a:moveTo>
                  <a:cubicBezTo>
                    <a:pt x="5" y="60"/>
                    <a:pt x="14" y="68"/>
                    <a:pt x="26" y="54"/>
                  </a:cubicBezTo>
                  <a:cubicBezTo>
                    <a:pt x="48" y="29"/>
                    <a:pt x="48" y="72"/>
                    <a:pt x="50" y="77"/>
                  </a:cubicBezTo>
                  <a:cubicBezTo>
                    <a:pt x="51" y="81"/>
                    <a:pt x="54" y="95"/>
                    <a:pt x="59" y="84"/>
                  </a:cubicBezTo>
                  <a:cubicBezTo>
                    <a:pt x="63" y="74"/>
                    <a:pt x="70" y="39"/>
                    <a:pt x="81" y="52"/>
                  </a:cubicBezTo>
                  <a:cubicBezTo>
                    <a:pt x="100" y="76"/>
                    <a:pt x="115" y="54"/>
                    <a:pt x="111" y="52"/>
                  </a:cubicBezTo>
                  <a:cubicBezTo>
                    <a:pt x="106" y="51"/>
                    <a:pt x="79" y="37"/>
                    <a:pt x="79" y="27"/>
                  </a:cubicBezTo>
                  <a:cubicBezTo>
                    <a:pt x="79" y="16"/>
                    <a:pt x="42" y="0"/>
                    <a:pt x="37" y="16"/>
                  </a:cubicBezTo>
                  <a:cubicBezTo>
                    <a:pt x="33" y="33"/>
                    <a:pt x="12" y="41"/>
                    <a:pt x="12" y="41"/>
                  </a:cubicBezTo>
                  <a:cubicBezTo>
                    <a:pt x="0" y="44"/>
                    <a:pt x="2" y="45"/>
                    <a:pt x="3" y="5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4" name="Freeform 16">
              <a:extLst>
                <a:ext uri="{FF2B5EF4-FFF2-40B4-BE49-F238E27FC236}">
                  <a16:creationId xmlns:a16="http://schemas.microsoft.com/office/drawing/2014/main" id="{01BAEC26-51E6-68D1-07A2-DC71E7C2A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" y="1464"/>
              <a:ext cx="329" cy="854"/>
            </a:xfrm>
            <a:custGeom>
              <a:avLst/>
              <a:gdLst>
                <a:gd name="T0" fmla="*/ 51 w 65"/>
                <a:gd name="T1" fmla="*/ 40 h 169"/>
                <a:gd name="T2" fmla="*/ 22 w 65"/>
                <a:gd name="T3" fmla="*/ 49 h 169"/>
                <a:gd name="T4" fmla="*/ 22 w 65"/>
                <a:gd name="T5" fmla="*/ 59 h 169"/>
                <a:gd name="T6" fmla="*/ 50 w 65"/>
                <a:gd name="T7" fmla="*/ 90 h 169"/>
                <a:gd name="T8" fmla="*/ 34 w 65"/>
                <a:gd name="T9" fmla="*/ 118 h 169"/>
                <a:gd name="T10" fmla="*/ 0 w 65"/>
                <a:gd name="T11" fmla="*/ 148 h 169"/>
                <a:gd name="T12" fmla="*/ 17 w 65"/>
                <a:gd name="T13" fmla="*/ 155 h 169"/>
                <a:gd name="T14" fmla="*/ 47 w 65"/>
                <a:gd name="T15" fmla="*/ 166 h 169"/>
                <a:gd name="T16" fmla="*/ 63 w 65"/>
                <a:gd name="T17" fmla="*/ 162 h 169"/>
                <a:gd name="T18" fmla="*/ 65 w 65"/>
                <a:gd name="T19" fmla="*/ 0 h 169"/>
                <a:gd name="T20" fmla="*/ 51 w 65"/>
                <a:gd name="T21" fmla="*/ 4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5" h="169">
                  <a:moveTo>
                    <a:pt x="51" y="40"/>
                  </a:moveTo>
                  <a:cubicBezTo>
                    <a:pt x="44" y="46"/>
                    <a:pt x="30" y="49"/>
                    <a:pt x="22" y="49"/>
                  </a:cubicBezTo>
                  <a:cubicBezTo>
                    <a:pt x="13" y="48"/>
                    <a:pt x="14" y="56"/>
                    <a:pt x="22" y="59"/>
                  </a:cubicBezTo>
                  <a:cubicBezTo>
                    <a:pt x="30" y="62"/>
                    <a:pt x="49" y="75"/>
                    <a:pt x="50" y="90"/>
                  </a:cubicBezTo>
                  <a:cubicBezTo>
                    <a:pt x="50" y="104"/>
                    <a:pt x="51" y="115"/>
                    <a:pt x="34" y="118"/>
                  </a:cubicBezTo>
                  <a:cubicBezTo>
                    <a:pt x="18" y="122"/>
                    <a:pt x="3" y="124"/>
                    <a:pt x="0" y="148"/>
                  </a:cubicBezTo>
                  <a:cubicBezTo>
                    <a:pt x="0" y="148"/>
                    <a:pt x="10" y="154"/>
                    <a:pt x="17" y="155"/>
                  </a:cubicBezTo>
                  <a:cubicBezTo>
                    <a:pt x="23" y="155"/>
                    <a:pt x="42" y="163"/>
                    <a:pt x="47" y="166"/>
                  </a:cubicBezTo>
                  <a:cubicBezTo>
                    <a:pt x="51" y="169"/>
                    <a:pt x="58" y="167"/>
                    <a:pt x="63" y="162"/>
                  </a:cubicBezTo>
                  <a:lnTo>
                    <a:pt x="65" y="0"/>
                  </a:lnTo>
                  <a:cubicBezTo>
                    <a:pt x="64" y="8"/>
                    <a:pt x="58" y="36"/>
                    <a:pt x="51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6145" name="Group 17">
            <a:extLst>
              <a:ext uri="{FF2B5EF4-FFF2-40B4-BE49-F238E27FC236}">
                <a16:creationId xmlns:a16="http://schemas.microsoft.com/office/drawing/2014/main" id="{E38FCDEA-61A9-DFCF-CB2D-B252B2A83BF8}"/>
              </a:ext>
            </a:extLst>
          </p:cNvPr>
          <p:cNvGrpSpPr>
            <a:grpSpLocks/>
          </p:cNvGrpSpPr>
          <p:nvPr/>
        </p:nvGrpSpPr>
        <p:grpSpPr bwMode="auto">
          <a:xfrm>
            <a:off x="554038" y="36513"/>
            <a:ext cx="7891462" cy="6821487"/>
            <a:chOff x="349" y="23"/>
            <a:chExt cx="4971" cy="4297"/>
          </a:xfrm>
        </p:grpSpPr>
        <p:sp>
          <p:nvSpPr>
            <p:cNvPr id="176146" name="Rectangle 18">
              <a:extLst>
                <a:ext uri="{FF2B5EF4-FFF2-40B4-BE49-F238E27FC236}">
                  <a16:creationId xmlns:a16="http://schemas.microsoft.com/office/drawing/2014/main" id="{D82CF829-8FEA-02A3-0CE0-6D2201236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7" name="Freeform 19">
              <a:extLst>
                <a:ext uri="{FF2B5EF4-FFF2-40B4-BE49-F238E27FC236}">
                  <a16:creationId xmlns:a16="http://schemas.microsoft.com/office/drawing/2014/main" id="{63F8E902-B047-9746-0A8E-D0393CBBAE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8" name="Freeform 20">
              <a:extLst>
                <a:ext uri="{FF2B5EF4-FFF2-40B4-BE49-F238E27FC236}">
                  <a16:creationId xmlns:a16="http://schemas.microsoft.com/office/drawing/2014/main" id="{CAB7F019-D890-0C2F-5781-182E0FB776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9" name="Freeform 21">
              <a:extLst>
                <a:ext uri="{FF2B5EF4-FFF2-40B4-BE49-F238E27FC236}">
                  <a16:creationId xmlns:a16="http://schemas.microsoft.com/office/drawing/2014/main" id="{64B823E3-C034-D8DC-FBF6-D0A1511A0D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0" name="Freeform 22">
              <a:extLst>
                <a:ext uri="{FF2B5EF4-FFF2-40B4-BE49-F238E27FC236}">
                  <a16:creationId xmlns:a16="http://schemas.microsoft.com/office/drawing/2014/main" id="{C096CA29-8C7B-BC22-AE07-C837EDAD1D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1" name="Freeform 23">
              <a:extLst>
                <a:ext uri="{FF2B5EF4-FFF2-40B4-BE49-F238E27FC236}">
                  <a16:creationId xmlns:a16="http://schemas.microsoft.com/office/drawing/2014/main" id="{616CCF70-8BB5-9CEC-70D7-B90BE37FAB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2" name="Freeform 24">
              <a:extLst>
                <a:ext uri="{FF2B5EF4-FFF2-40B4-BE49-F238E27FC236}">
                  <a16:creationId xmlns:a16="http://schemas.microsoft.com/office/drawing/2014/main" id="{4C57CEEE-CF0D-5F85-5E05-940FEF7F89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3" name="Freeform 25">
              <a:extLst>
                <a:ext uri="{FF2B5EF4-FFF2-40B4-BE49-F238E27FC236}">
                  <a16:creationId xmlns:a16="http://schemas.microsoft.com/office/drawing/2014/main" id="{4E15D948-DF7C-D290-3E9E-0F2F718720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4" name="Freeform 26">
              <a:extLst>
                <a:ext uri="{FF2B5EF4-FFF2-40B4-BE49-F238E27FC236}">
                  <a16:creationId xmlns:a16="http://schemas.microsoft.com/office/drawing/2014/main" id="{46FD8DA2-A524-15BC-C6B6-B6142BE7D9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5" name="Freeform 27">
              <a:extLst>
                <a:ext uri="{FF2B5EF4-FFF2-40B4-BE49-F238E27FC236}">
                  <a16:creationId xmlns:a16="http://schemas.microsoft.com/office/drawing/2014/main" id="{EB2BB261-E299-7BA8-72E9-DC2AB7192B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6" name="Freeform 28">
              <a:extLst>
                <a:ext uri="{FF2B5EF4-FFF2-40B4-BE49-F238E27FC236}">
                  <a16:creationId xmlns:a16="http://schemas.microsoft.com/office/drawing/2014/main" id="{2473DA77-2135-9BD9-5EF9-41D4343762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7" name="Rectangle 29">
              <a:extLst>
                <a:ext uri="{FF2B5EF4-FFF2-40B4-BE49-F238E27FC236}">
                  <a16:creationId xmlns:a16="http://schemas.microsoft.com/office/drawing/2014/main" id="{5716B09E-939F-B8D8-3738-AF67CB92A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8" name="Rectangle 30">
              <a:extLst>
                <a:ext uri="{FF2B5EF4-FFF2-40B4-BE49-F238E27FC236}">
                  <a16:creationId xmlns:a16="http://schemas.microsoft.com/office/drawing/2014/main" id="{BEECDEBD-2C09-757A-2ED7-8536343AF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9" name="Freeform 31">
              <a:extLst>
                <a:ext uri="{FF2B5EF4-FFF2-40B4-BE49-F238E27FC236}">
                  <a16:creationId xmlns:a16="http://schemas.microsoft.com/office/drawing/2014/main" id="{F6B9A841-9213-6F08-C215-142BC416A4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0" name="Freeform 32">
              <a:extLst>
                <a:ext uri="{FF2B5EF4-FFF2-40B4-BE49-F238E27FC236}">
                  <a16:creationId xmlns:a16="http://schemas.microsoft.com/office/drawing/2014/main" id="{67AE4562-8102-D1AE-E9B5-C43F5853A5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1" name="Freeform 33">
              <a:extLst>
                <a:ext uri="{FF2B5EF4-FFF2-40B4-BE49-F238E27FC236}">
                  <a16:creationId xmlns:a16="http://schemas.microsoft.com/office/drawing/2014/main" id="{38611EE2-BEF5-A14B-C63E-8CAD868371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2" name="Freeform 34">
              <a:extLst>
                <a:ext uri="{FF2B5EF4-FFF2-40B4-BE49-F238E27FC236}">
                  <a16:creationId xmlns:a16="http://schemas.microsoft.com/office/drawing/2014/main" id="{D13B77BF-E688-E158-2E7C-7554F5BFE1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3" name="Freeform 35">
              <a:extLst>
                <a:ext uri="{FF2B5EF4-FFF2-40B4-BE49-F238E27FC236}">
                  <a16:creationId xmlns:a16="http://schemas.microsoft.com/office/drawing/2014/main" id="{A734B402-3BC1-81F2-C738-D234C763A5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4" name="Freeform 36">
              <a:extLst>
                <a:ext uri="{FF2B5EF4-FFF2-40B4-BE49-F238E27FC236}">
                  <a16:creationId xmlns:a16="http://schemas.microsoft.com/office/drawing/2014/main" id="{00AF678E-EEA5-A7D0-76C5-A7AECBFDE3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5" name="Freeform 37">
              <a:extLst>
                <a:ext uri="{FF2B5EF4-FFF2-40B4-BE49-F238E27FC236}">
                  <a16:creationId xmlns:a16="http://schemas.microsoft.com/office/drawing/2014/main" id="{659B4C39-6108-1FFF-A1A4-2DC33B9F21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6" name="Freeform 38">
              <a:extLst>
                <a:ext uri="{FF2B5EF4-FFF2-40B4-BE49-F238E27FC236}">
                  <a16:creationId xmlns:a16="http://schemas.microsoft.com/office/drawing/2014/main" id="{5B8BC16D-F593-D5F4-9EE9-DB9E41DC7A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7" name="Freeform 39">
              <a:extLst>
                <a:ext uri="{FF2B5EF4-FFF2-40B4-BE49-F238E27FC236}">
                  <a16:creationId xmlns:a16="http://schemas.microsoft.com/office/drawing/2014/main" id="{FB3072E5-960A-0EDB-779B-9E22E241F3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8" name="Freeform 40">
              <a:extLst>
                <a:ext uri="{FF2B5EF4-FFF2-40B4-BE49-F238E27FC236}">
                  <a16:creationId xmlns:a16="http://schemas.microsoft.com/office/drawing/2014/main" id="{D18E84B3-5B83-23BE-237D-84C1A97E14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9" name="Rectangle 41">
              <a:extLst>
                <a:ext uri="{FF2B5EF4-FFF2-40B4-BE49-F238E27FC236}">
                  <a16:creationId xmlns:a16="http://schemas.microsoft.com/office/drawing/2014/main" id="{787255AF-71C9-095B-F665-F317ABF5A0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0" name="Rectangle 42">
              <a:extLst>
                <a:ext uri="{FF2B5EF4-FFF2-40B4-BE49-F238E27FC236}">
                  <a16:creationId xmlns:a16="http://schemas.microsoft.com/office/drawing/2014/main" id="{AD48AA05-CB1B-7806-3E70-378DE08F7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1" name="Freeform 43">
              <a:extLst>
                <a:ext uri="{FF2B5EF4-FFF2-40B4-BE49-F238E27FC236}">
                  <a16:creationId xmlns:a16="http://schemas.microsoft.com/office/drawing/2014/main" id="{185D6FE4-664E-E4D9-0652-AF8828B7D9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2" name="Freeform 44">
              <a:extLst>
                <a:ext uri="{FF2B5EF4-FFF2-40B4-BE49-F238E27FC236}">
                  <a16:creationId xmlns:a16="http://schemas.microsoft.com/office/drawing/2014/main" id="{A4A1A22F-0C87-772B-3BA9-EEA2E69765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3" name="Freeform 45">
              <a:extLst>
                <a:ext uri="{FF2B5EF4-FFF2-40B4-BE49-F238E27FC236}">
                  <a16:creationId xmlns:a16="http://schemas.microsoft.com/office/drawing/2014/main" id="{80CB1BE7-62F2-D669-2497-4F8D8383C2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4" name="Freeform 46">
              <a:extLst>
                <a:ext uri="{FF2B5EF4-FFF2-40B4-BE49-F238E27FC236}">
                  <a16:creationId xmlns:a16="http://schemas.microsoft.com/office/drawing/2014/main" id="{2F6FED5F-574D-6962-5DF5-3DB3140BA2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5" name="Freeform 47">
              <a:extLst>
                <a:ext uri="{FF2B5EF4-FFF2-40B4-BE49-F238E27FC236}">
                  <a16:creationId xmlns:a16="http://schemas.microsoft.com/office/drawing/2014/main" id="{4C6DF484-DF32-36A9-438C-17DDA91AEB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6" name="Freeform 48">
              <a:extLst>
                <a:ext uri="{FF2B5EF4-FFF2-40B4-BE49-F238E27FC236}">
                  <a16:creationId xmlns:a16="http://schemas.microsoft.com/office/drawing/2014/main" id="{8E3142A8-D81B-7FDC-15F7-8B2B343A61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7" name="Freeform 49">
              <a:extLst>
                <a:ext uri="{FF2B5EF4-FFF2-40B4-BE49-F238E27FC236}">
                  <a16:creationId xmlns:a16="http://schemas.microsoft.com/office/drawing/2014/main" id="{EB652B41-57BD-3213-9014-AAB4F77762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8" name="Freeform 50">
              <a:extLst>
                <a:ext uri="{FF2B5EF4-FFF2-40B4-BE49-F238E27FC236}">
                  <a16:creationId xmlns:a16="http://schemas.microsoft.com/office/drawing/2014/main" id="{31CE0BE7-F5D7-ABAD-20B1-F16507D36E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9" name="Freeform 51">
              <a:extLst>
                <a:ext uri="{FF2B5EF4-FFF2-40B4-BE49-F238E27FC236}">
                  <a16:creationId xmlns:a16="http://schemas.microsoft.com/office/drawing/2014/main" id="{30E7184E-E75B-A727-E60E-0B661CB7B0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0" name="Freeform 52">
              <a:extLst>
                <a:ext uri="{FF2B5EF4-FFF2-40B4-BE49-F238E27FC236}">
                  <a16:creationId xmlns:a16="http://schemas.microsoft.com/office/drawing/2014/main" id="{871E4E85-CEFE-3FF3-F203-1BD8A281E4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1" name="Rectangle 53">
              <a:extLst>
                <a:ext uri="{FF2B5EF4-FFF2-40B4-BE49-F238E27FC236}">
                  <a16:creationId xmlns:a16="http://schemas.microsoft.com/office/drawing/2014/main" id="{14CB4067-C8AC-1F39-BB93-B1253662D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2" name="Rectangle 54">
              <a:extLst>
                <a:ext uri="{FF2B5EF4-FFF2-40B4-BE49-F238E27FC236}">
                  <a16:creationId xmlns:a16="http://schemas.microsoft.com/office/drawing/2014/main" id="{2CED6704-FA5D-ADA3-34F4-A47EECE71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3" name="Freeform 55">
              <a:extLst>
                <a:ext uri="{FF2B5EF4-FFF2-40B4-BE49-F238E27FC236}">
                  <a16:creationId xmlns:a16="http://schemas.microsoft.com/office/drawing/2014/main" id="{ACE5DD88-D7F6-43AD-45FD-FCD9E6552A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4" name="Freeform 56">
              <a:extLst>
                <a:ext uri="{FF2B5EF4-FFF2-40B4-BE49-F238E27FC236}">
                  <a16:creationId xmlns:a16="http://schemas.microsoft.com/office/drawing/2014/main" id="{508EE5B7-CADC-EDF5-D23D-C63F1DD003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5" name="Freeform 57">
              <a:extLst>
                <a:ext uri="{FF2B5EF4-FFF2-40B4-BE49-F238E27FC236}">
                  <a16:creationId xmlns:a16="http://schemas.microsoft.com/office/drawing/2014/main" id="{56B8F590-A6E1-8D94-4607-55A1CE3299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6" name="Freeform 58">
              <a:extLst>
                <a:ext uri="{FF2B5EF4-FFF2-40B4-BE49-F238E27FC236}">
                  <a16:creationId xmlns:a16="http://schemas.microsoft.com/office/drawing/2014/main" id="{BB166BD0-F445-5947-1D52-2FD999E526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7" name="Freeform 59">
              <a:extLst>
                <a:ext uri="{FF2B5EF4-FFF2-40B4-BE49-F238E27FC236}">
                  <a16:creationId xmlns:a16="http://schemas.microsoft.com/office/drawing/2014/main" id="{C38950E3-A3A1-FEEE-F0EA-920ABFECBC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8" name="Freeform 60">
              <a:extLst>
                <a:ext uri="{FF2B5EF4-FFF2-40B4-BE49-F238E27FC236}">
                  <a16:creationId xmlns:a16="http://schemas.microsoft.com/office/drawing/2014/main" id="{89DB6261-8184-326D-20A3-A84CACB03E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9" name="Freeform 61">
              <a:extLst>
                <a:ext uri="{FF2B5EF4-FFF2-40B4-BE49-F238E27FC236}">
                  <a16:creationId xmlns:a16="http://schemas.microsoft.com/office/drawing/2014/main" id="{61381A06-58A1-05C0-122A-F0029FEB96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0" name="Freeform 62">
              <a:extLst>
                <a:ext uri="{FF2B5EF4-FFF2-40B4-BE49-F238E27FC236}">
                  <a16:creationId xmlns:a16="http://schemas.microsoft.com/office/drawing/2014/main" id="{0ED988EB-6D98-0CF3-1FBB-215E311978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1" name="Freeform 63">
              <a:extLst>
                <a:ext uri="{FF2B5EF4-FFF2-40B4-BE49-F238E27FC236}">
                  <a16:creationId xmlns:a16="http://schemas.microsoft.com/office/drawing/2014/main" id="{55D63A0B-F5DE-1ACE-2B05-2AA7F4C9B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2" name="Freeform 64">
              <a:extLst>
                <a:ext uri="{FF2B5EF4-FFF2-40B4-BE49-F238E27FC236}">
                  <a16:creationId xmlns:a16="http://schemas.microsoft.com/office/drawing/2014/main" id="{5E72AE28-6B3F-72A3-6FEB-BEA0C361EA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3" name="Rectangle 65">
              <a:extLst>
                <a:ext uri="{FF2B5EF4-FFF2-40B4-BE49-F238E27FC236}">
                  <a16:creationId xmlns:a16="http://schemas.microsoft.com/office/drawing/2014/main" id="{2772E438-E186-CE9D-CBB0-895EAE31A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4" name="Rectangle 66">
              <a:extLst>
                <a:ext uri="{FF2B5EF4-FFF2-40B4-BE49-F238E27FC236}">
                  <a16:creationId xmlns:a16="http://schemas.microsoft.com/office/drawing/2014/main" id="{EAB5624B-9031-812F-7B6C-A858B4E01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5" name="Freeform 67">
              <a:extLst>
                <a:ext uri="{FF2B5EF4-FFF2-40B4-BE49-F238E27FC236}">
                  <a16:creationId xmlns:a16="http://schemas.microsoft.com/office/drawing/2014/main" id="{608360CD-9B0E-16FE-F237-0465D6A2AA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6" name="Freeform 68">
              <a:extLst>
                <a:ext uri="{FF2B5EF4-FFF2-40B4-BE49-F238E27FC236}">
                  <a16:creationId xmlns:a16="http://schemas.microsoft.com/office/drawing/2014/main" id="{3FF97822-0F5A-917F-0079-F45BBE3B38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7" name="Freeform 69">
              <a:extLst>
                <a:ext uri="{FF2B5EF4-FFF2-40B4-BE49-F238E27FC236}">
                  <a16:creationId xmlns:a16="http://schemas.microsoft.com/office/drawing/2014/main" id="{0F0F82BC-895F-D0A3-1FEC-FECF591A52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8" name="Freeform 70">
              <a:extLst>
                <a:ext uri="{FF2B5EF4-FFF2-40B4-BE49-F238E27FC236}">
                  <a16:creationId xmlns:a16="http://schemas.microsoft.com/office/drawing/2014/main" id="{C4A40664-25D0-1776-B451-F582902F36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99" name="Freeform 71">
              <a:extLst>
                <a:ext uri="{FF2B5EF4-FFF2-40B4-BE49-F238E27FC236}">
                  <a16:creationId xmlns:a16="http://schemas.microsoft.com/office/drawing/2014/main" id="{F674B525-426F-3507-7E6B-1CF48EC580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0" name="Freeform 72">
              <a:extLst>
                <a:ext uri="{FF2B5EF4-FFF2-40B4-BE49-F238E27FC236}">
                  <a16:creationId xmlns:a16="http://schemas.microsoft.com/office/drawing/2014/main" id="{0089E698-8BBF-A4CB-EF35-7BCB644BDE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1" name="Freeform 73">
              <a:extLst>
                <a:ext uri="{FF2B5EF4-FFF2-40B4-BE49-F238E27FC236}">
                  <a16:creationId xmlns:a16="http://schemas.microsoft.com/office/drawing/2014/main" id="{67874AAB-00A5-6289-C026-5A7CB0AC57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2" name="Freeform 74">
              <a:extLst>
                <a:ext uri="{FF2B5EF4-FFF2-40B4-BE49-F238E27FC236}">
                  <a16:creationId xmlns:a16="http://schemas.microsoft.com/office/drawing/2014/main" id="{FD587195-23AF-C527-AC86-A648706B9F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3" name="Freeform 75">
              <a:extLst>
                <a:ext uri="{FF2B5EF4-FFF2-40B4-BE49-F238E27FC236}">
                  <a16:creationId xmlns:a16="http://schemas.microsoft.com/office/drawing/2014/main" id="{F334DD27-9CA6-2E81-8642-329D385721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4" name="Freeform 76">
              <a:extLst>
                <a:ext uri="{FF2B5EF4-FFF2-40B4-BE49-F238E27FC236}">
                  <a16:creationId xmlns:a16="http://schemas.microsoft.com/office/drawing/2014/main" id="{58C71F01-B111-7868-8899-64FD4B8739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5" name="Rectangle 77">
              <a:extLst>
                <a:ext uri="{FF2B5EF4-FFF2-40B4-BE49-F238E27FC236}">
                  <a16:creationId xmlns:a16="http://schemas.microsoft.com/office/drawing/2014/main" id="{94620B92-6052-D282-401B-A01A6F9EB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6" name="Rectangle 78">
              <a:extLst>
                <a:ext uri="{FF2B5EF4-FFF2-40B4-BE49-F238E27FC236}">
                  <a16:creationId xmlns:a16="http://schemas.microsoft.com/office/drawing/2014/main" id="{472E68C0-48FE-029D-EF68-D7F9E19E1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7" name="Freeform 79">
              <a:extLst>
                <a:ext uri="{FF2B5EF4-FFF2-40B4-BE49-F238E27FC236}">
                  <a16:creationId xmlns:a16="http://schemas.microsoft.com/office/drawing/2014/main" id="{4DDFD497-9811-B369-7AB6-4150F74F9B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8" name="Freeform 80">
              <a:extLst>
                <a:ext uri="{FF2B5EF4-FFF2-40B4-BE49-F238E27FC236}">
                  <a16:creationId xmlns:a16="http://schemas.microsoft.com/office/drawing/2014/main" id="{6152630F-C328-F467-4746-162ED50EC6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09" name="Freeform 81">
              <a:extLst>
                <a:ext uri="{FF2B5EF4-FFF2-40B4-BE49-F238E27FC236}">
                  <a16:creationId xmlns:a16="http://schemas.microsoft.com/office/drawing/2014/main" id="{76B6473D-392B-25B6-FF5A-F94867EB2B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0" name="Freeform 82">
              <a:extLst>
                <a:ext uri="{FF2B5EF4-FFF2-40B4-BE49-F238E27FC236}">
                  <a16:creationId xmlns:a16="http://schemas.microsoft.com/office/drawing/2014/main" id="{6E955CC7-293D-7A59-B7D3-4DF74FADDE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1" name="Freeform 83">
              <a:extLst>
                <a:ext uri="{FF2B5EF4-FFF2-40B4-BE49-F238E27FC236}">
                  <a16:creationId xmlns:a16="http://schemas.microsoft.com/office/drawing/2014/main" id="{CFFD5452-23F7-E8DF-8B1E-E2A369F122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2" name="Freeform 84">
              <a:extLst>
                <a:ext uri="{FF2B5EF4-FFF2-40B4-BE49-F238E27FC236}">
                  <a16:creationId xmlns:a16="http://schemas.microsoft.com/office/drawing/2014/main" id="{4284AE87-400F-E415-F402-3CDA83708E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3" name="Freeform 85">
              <a:extLst>
                <a:ext uri="{FF2B5EF4-FFF2-40B4-BE49-F238E27FC236}">
                  <a16:creationId xmlns:a16="http://schemas.microsoft.com/office/drawing/2014/main" id="{DAB7B6F6-D2F3-9BD1-F992-448FD164C4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4" name="Freeform 86">
              <a:extLst>
                <a:ext uri="{FF2B5EF4-FFF2-40B4-BE49-F238E27FC236}">
                  <a16:creationId xmlns:a16="http://schemas.microsoft.com/office/drawing/2014/main" id="{680F2A0F-A1E0-1878-B1C2-F9001ECF45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5" name="Freeform 87">
              <a:extLst>
                <a:ext uri="{FF2B5EF4-FFF2-40B4-BE49-F238E27FC236}">
                  <a16:creationId xmlns:a16="http://schemas.microsoft.com/office/drawing/2014/main" id="{579F9FCD-5065-FC20-6975-D3C16E2212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6" name="Freeform 88">
              <a:extLst>
                <a:ext uri="{FF2B5EF4-FFF2-40B4-BE49-F238E27FC236}">
                  <a16:creationId xmlns:a16="http://schemas.microsoft.com/office/drawing/2014/main" id="{98EF1980-12AD-D3FE-3C38-F15FA561A1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7" name="Rectangle 89">
              <a:extLst>
                <a:ext uri="{FF2B5EF4-FFF2-40B4-BE49-F238E27FC236}">
                  <a16:creationId xmlns:a16="http://schemas.microsoft.com/office/drawing/2014/main" id="{EBF30569-0B34-F6A5-3F8D-A11703264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8" name="Rectangle 90">
              <a:extLst>
                <a:ext uri="{FF2B5EF4-FFF2-40B4-BE49-F238E27FC236}">
                  <a16:creationId xmlns:a16="http://schemas.microsoft.com/office/drawing/2014/main" id="{7E6757CB-1F4E-BE42-A73F-4B7906317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19" name="Freeform 91">
              <a:extLst>
                <a:ext uri="{FF2B5EF4-FFF2-40B4-BE49-F238E27FC236}">
                  <a16:creationId xmlns:a16="http://schemas.microsoft.com/office/drawing/2014/main" id="{89E39853-0A97-9203-A078-7C4A81E41B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0" name="Freeform 92">
              <a:extLst>
                <a:ext uri="{FF2B5EF4-FFF2-40B4-BE49-F238E27FC236}">
                  <a16:creationId xmlns:a16="http://schemas.microsoft.com/office/drawing/2014/main" id="{3BFB9282-84A9-6845-D132-E23D835D5E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1" name="Freeform 93">
              <a:extLst>
                <a:ext uri="{FF2B5EF4-FFF2-40B4-BE49-F238E27FC236}">
                  <a16:creationId xmlns:a16="http://schemas.microsoft.com/office/drawing/2014/main" id="{17646FEA-B242-F2AA-9A52-81826F59B6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2" name="Freeform 94">
              <a:extLst>
                <a:ext uri="{FF2B5EF4-FFF2-40B4-BE49-F238E27FC236}">
                  <a16:creationId xmlns:a16="http://schemas.microsoft.com/office/drawing/2014/main" id="{AF698194-3DE5-1142-440B-7E3B295F37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3" name="Freeform 95">
              <a:extLst>
                <a:ext uri="{FF2B5EF4-FFF2-40B4-BE49-F238E27FC236}">
                  <a16:creationId xmlns:a16="http://schemas.microsoft.com/office/drawing/2014/main" id="{A786E756-5E25-1422-B15A-F43AB8BAC6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4" name="Freeform 96">
              <a:extLst>
                <a:ext uri="{FF2B5EF4-FFF2-40B4-BE49-F238E27FC236}">
                  <a16:creationId xmlns:a16="http://schemas.microsoft.com/office/drawing/2014/main" id="{BE40B450-4C83-3CD3-8146-B5776FEFF2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5" name="Freeform 97">
              <a:extLst>
                <a:ext uri="{FF2B5EF4-FFF2-40B4-BE49-F238E27FC236}">
                  <a16:creationId xmlns:a16="http://schemas.microsoft.com/office/drawing/2014/main" id="{1F029F83-5FE0-5831-A447-DB22341EB9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6" name="Freeform 98">
              <a:extLst>
                <a:ext uri="{FF2B5EF4-FFF2-40B4-BE49-F238E27FC236}">
                  <a16:creationId xmlns:a16="http://schemas.microsoft.com/office/drawing/2014/main" id="{9BA5F7E9-5AD6-4F53-3201-46E08F6984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7" name="Freeform 99">
              <a:extLst>
                <a:ext uri="{FF2B5EF4-FFF2-40B4-BE49-F238E27FC236}">
                  <a16:creationId xmlns:a16="http://schemas.microsoft.com/office/drawing/2014/main" id="{0B00351A-51F7-1095-D7DD-E3DDBCFBDC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8" name="Freeform 100">
              <a:extLst>
                <a:ext uri="{FF2B5EF4-FFF2-40B4-BE49-F238E27FC236}">
                  <a16:creationId xmlns:a16="http://schemas.microsoft.com/office/drawing/2014/main" id="{C19A8245-DD26-7C0A-EDE5-9272148D8B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29" name="Rectangle 101">
              <a:extLst>
                <a:ext uri="{FF2B5EF4-FFF2-40B4-BE49-F238E27FC236}">
                  <a16:creationId xmlns:a16="http://schemas.microsoft.com/office/drawing/2014/main" id="{0EAFF000-A442-B182-49C0-81930B0B03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0" name="Rectangle 102">
              <a:extLst>
                <a:ext uri="{FF2B5EF4-FFF2-40B4-BE49-F238E27FC236}">
                  <a16:creationId xmlns:a16="http://schemas.microsoft.com/office/drawing/2014/main" id="{A6F127A5-D2B6-539B-57B6-084274FBD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1" name="Freeform 103">
              <a:extLst>
                <a:ext uri="{FF2B5EF4-FFF2-40B4-BE49-F238E27FC236}">
                  <a16:creationId xmlns:a16="http://schemas.microsoft.com/office/drawing/2014/main" id="{F74FE877-355B-9556-9734-A04CEBAFDC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2" name="Freeform 104">
              <a:extLst>
                <a:ext uri="{FF2B5EF4-FFF2-40B4-BE49-F238E27FC236}">
                  <a16:creationId xmlns:a16="http://schemas.microsoft.com/office/drawing/2014/main" id="{95AC4080-1650-CF31-0850-C0A1242BCE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3" name="Freeform 105">
              <a:extLst>
                <a:ext uri="{FF2B5EF4-FFF2-40B4-BE49-F238E27FC236}">
                  <a16:creationId xmlns:a16="http://schemas.microsoft.com/office/drawing/2014/main" id="{7C75E4C6-B5FF-9A6A-A41A-CD549EC038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4" name="Freeform 106">
              <a:extLst>
                <a:ext uri="{FF2B5EF4-FFF2-40B4-BE49-F238E27FC236}">
                  <a16:creationId xmlns:a16="http://schemas.microsoft.com/office/drawing/2014/main" id="{29FE7B6D-4DBC-E1C4-E7D8-88E4E2E1F7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5" name="Freeform 107">
              <a:extLst>
                <a:ext uri="{FF2B5EF4-FFF2-40B4-BE49-F238E27FC236}">
                  <a16:creationId xmlns:a16="http://schemas.microsoft.com/office/drawing/2014/main" id="{C6BDC836-3F8E-8E48-EFD0-4A750E5A63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6" name="Freeform 108">
              <a:extLst>
                <a:ext uri="{FF2B5EF4-FFF2-40B4-BE49-F238E27FC236}">
                  <a16:creationId xmlns:a16="http://schemas.microsoft.com/office/drawing/2014/main" id="{BB52AB12-1CE8-D1E5-4F01-50822532C5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7" name="Freeform 109">
              <a:extLst>
                <a:ext uri="{FF2B5EF4-FFF2-40B4-BE49-F238E27FC236}">
                  <a16:creationId xmlns:a16="http://schemas.microsoft.com/office/drawing/2014/main" id="{15970BEF-CD3E-A0DC-4B27-774882B83B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8" name="Freeform 110">
              <a:extLst>
                <a:ext uri="{FF2B5EF4-FFF2-40B4-BE49-F238E27FC236}">
                  <a16:creationId xmlns:a16="http://schemas.microsoft.com/office/drawing/2014/main" id="{DFC22659-CEC6-3672-1E44-DD61B1169A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39" name="Freeform 111">
              <a:extLst>
                <a:ext uri="{FF2B5EF4-FFF2-40B4-BE49-F238E27FC236}">
                  <a16:creationId xmlns:a16="http://schemas.microsoft.com/office/drawing/2014/main" id="{72FC98A8-D1F1-94F7-00E0-EEB7C7C375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0" name="Freeform 112">
              <a:extLst>
                <a:ext uri="{FF2B5EF4-FFF2-40B4-BE49-F238E27FC236}">
                  <a16:creationId xmlns:a16="http://schemas.microsoft.com/office/drawing/2014/main" id="{9D0A9166-0875-6C49-F1E0-6A8097FC41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1" name="Rectangle 113">
              <a:extLst>
                <a:ext uri="{FF2B5EF4-FFF2-40B4-BE49-F238E27FC236}">
                  <a16:creationId xmlns:a16="http://schemas.microsoft.com/office/drawing/2014/main" id="{F158DCC9-10EB-8278-2A81-7B3EF51B7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2" name="Rectangle 114">
              <a:extLst>
                <a:ext uri="{FF2B5EF4-FFF2-40B4-BE49-F238E27FC236}">
                  <a16:creationId xmlns:a16="http://schemas.microsoft.com/office/drawing/2014/main" id="{AFD8D2D8-0599-F25E-B990-D90FE91F1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3" name="Freeform 115">
              <a:extLst>
                <a:ext uri="{FF2B5EF4-FFF2-40B4-BE49-F238E27FC236}">
                  <a16:creationId xmlns:a16="http://schemas.microsoft.com/office/drawing/2014/main" id="{3CD0AEA1-759F-F18F-0C65-5E54EA99D8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4" name="Freeform 116">
              <a:extLst>
                <a:ext uri="{FF2B5EF4-FFF2-40B4-BE49-F238E27FC236}">
                  <a16:creationId xmlns:a16="http://schemas.microsoft.com/office/drawing/2014/main" id="{FB91DF39-23A8-B069-94C4-EEFDD2C3BF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5" name="Freeform 117">
              <a:extLst>
                <a:ext uri="{FF2B5EF4-FFF2-40B4-BE49-F238E27FC236}">
                  <a16:creationId xmlns:a16="http://schemas.microsoft.com/office/drawing/2014/main" id="{08E84043-1FB0-48FF-B1FA-FEE8A9EAAF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6" name="Freeform 118">
              <a:extLst>
                <a:ext uri="{FF2B5EF4-FFF2-40B4-BE49-F238E27FC236}">
                  <a16:creationId xmlns:a16="http://schemas.microsoft.com/office/drawing/2014/main" id="{84C1A714-AACF-2894-CF4F-B50051B99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7" name="Freeform 119">
              <a:extLst>
                <a:ext uri="{FF2B5EF4-FFF2-40B4-BE49-F238E27FC236}">
                  <a16:creationId xmlns:a16="http://schemas.microsoft.com/office/drawing/2014/main" id="{179CE90D-2D2D-E89C-1886-FA08B281D1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8" name="Freeform 120">
              <a:extLst>
                <a:ext uri="{FF2B5EF4-FFF2-40B4-BE49-F238E27FC236}">
                  <a16:creationId xmlns:a16="http://schemas.microsoft.com/office/drawing/2014/main" id="{499B9313-89E1-C12D-4E17-E3ABEFD4E3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49" name="Freeform 121">
              <a:extLst>
                <a:ext uri="{FF2B5EF4-FFF2-40B4-BE49-F238E27FC236}">
                  <a16:creationId xmlns:a16="http://schemas.microsoft.com/office/drawing/2014/main" id="{82436611-B5C8-83CA-42E3-479365FA7F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0" name="Freeform 122">
              <a:extLst>
                <a:ext uri="{FF2B5EF4-FFF2-40B4-BE49-F238E27FC236}">
                  <a16:creationId xmlns:a16="http://schemas.microsoft.com/office/drawing/2014/main" id="{73E05D77-97F7-A558-1055-09563AF91A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1" name="Freeform 123">
              <a:extLst>
                <a:ext uri="{FF2B5EF4-FFF2-40B4-BE49-F238E27FC236}">
                  <a16:creationId xmlns:a16="http://schemas.microsoft.com/office/drawing/2014/main" id="{6A27EBDB-589A-2E45-FAAD-9A0E8BF778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2" name="Freeform 124">
              <a:extLst>
                <a:ext uri="{FF2B5EF4-FFF2-40B4-BE49-F238E27FC236}">
                  <a16:creationId xmlns:a16="http://schemas.microsoft.com/office/drawing/2014/main" id="{55B48D6F-2782-1D9E-C708-64D872CEDF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3" name="Rectangle 125">
              <a:extLst>
                <a:ext uri="{FF2B5EF4-FFF2-40B4-BE49-F238E27FC236}">
                  <a16:creationId xmlns:a16="http://schemas.microsoft.com/office/drawing/2014/main" id="{20CDB20E-39AF-DBEA-CE1E-BC7E143C8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4" name="Rectangle 126">
              <a:extLst>
                <a:ext uri="{FF2B5EF4-FFF2-40B4-BE49-F238E27FC236}">
                  <a16:creationId xmlns:a16="http://schemas.microsoft.com/office/drawing/2014/main" id="{E7F6E436-DD7A-A301-40BC-C9A7715A2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5" name="Freeform 127">
              <a:extLst>
                <a:ext uri="{FF2B5EF4-FFF2-40B4-BE49-F238E27FC236}">
                  <a16:creationId xmlns:a16="http://schemas.microsoft.com/office/drawing/2014/main" id="{BB6046D5-B382-5B81-8691-B2E5FEC16E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6" name="Freeform 128">
              <a:extLst>
                <a:ext uri="{FF2B5EF4-FFF2-40B4-BE49-F238E27FC236}">
                  <a16:creationId xmlns:a16="http://schemas.microsoft.com/office/drawing/2014/main" id="{818513BB-B712-D109-BD2E-E7C63991A1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7" name="Freeform 129">
              <a:extLst>
                <a:ext uri="{FF2B5EF4-FFF2-40B4-BE49-F238E27FC236}">
                  <a16:creationId xmlns:a16="http://schemas.microsoft.com/office/drawing/2014/main" id="{D2B03E1C-BD09-5493-032B-12B6FC24CB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8" name="Freeform 130">
              <a:extLst>
                <a:ext uri="{FF2B5EF4-FFF2-40B4-BE49-F238E27FC236}">
                  <a16:creationId xmlns:a16="http://schemas.microsoft.com/office/drawing/2014/main" id="{9A99220C-B72B-2019-1710-6725FD0F8F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59" name="Freeform 131">
              <a:extLst>
                <a:ext uri="{FF2B5EF4-FFF2-40B4-BE49-F238E27FC236}">
                  <a16:creationId xmlns:a16="http://schemas.microsoft.com/office/drawing/2014/main" id="{2AE9A99D-EF1F-2916-C6AF-763EB9E8E8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0" name="Freeform 132">
              <a:extLst>
                <a:ext uri="{FF2B5EF4-FFF2-40B4-BE49-F238E27FC236}">
                  <a16:creationId xmlns:a16="http://schemas.microsoft.com/office/drawing/2014/main" id="{EE1A2AA8-2323-4247-695A-F29CE791BA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1" name="Freeform 133">
              <a:extLst>
                <a:ext uri="{FF2B5EF4-FFF2-40B4-BE49-F238E27FC236}">
                  <a16:creationId xmlns:a16="http://schemas.microsoft.com/office/drawing/2014/main" id="{3A578C0A-BFEA-AD73-F7DE-D1317F104F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2" name="Freeform 134">
              <a:extLst>
                <a:ext uri="{FF2B5EF4-FFF2-40B4-BE49-F238E27FC236}">
                  <a16:creationId xmlns:a16="http://schemas.microsoft.com/office/drawing/2014/main" id="{F9082096-45F7-6426-DA1B-07AEF55E6A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3" name="Freeform 135">
              <a:extLst>
                <a:ext uri="{FF2B5EF4-FFF2-40B4-BE49-F238E27FC236}">
                  <a16:creationId xmlns:a16="http://schemas.microsoft.com/office/drawing/2014/main" id="{52FDF963-DA27-B1EB-02EB-3E4F22F5B8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4" name="Freeform 136">
              <a:extLst>
                <a:ext uri="{FF2B5EF4-FFF2-40B4-BE49-F238E27FC236}">
                  <a16:creationId xmlns:a16="http://schemas.microsoft.com/office/drawing/2014/main" id="{E2915AA7-09AA-B0A6-DA31-89E6021B1F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5" name="Rectangle 137">
              <a:extLst>
                <a:ext uri="{FF2B5EF4-FFF2-40B4-BE49-F238E27FC236}">
                  <a16:creationId xmlns:a16="http://schemas.microsoft.com/office/drawing/2014/main" id="{4DF7BBBE-10A7-D36C-A7B4-E92C079D9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6" name="Rectangle 138">
              <a:extLst>
                <a:ext uri="{FF2B5EF4-FFF2-40B4-BE49-F238E27FC236}">
                  <a16:creationId xmlns:a16="http://schemas.microsoft.com/office/drawing/2014/main" id="{9B55ECB9-98FA-C443-ABDA-A8DFAF920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7" name="Freeform 139">
              <a:extLst>
                <a:ext uri="{FF2B5EF4-FFF2-40B4-BE49-F238E27FC236}">
                  <a16:creationId xmlns:a16="http://schemas.microsoft.com/office/drawing/2014/main" id="{FECEE7AD-25D1-35A9-581E-E3ECBCE285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8" name="Freeform 140">
              <a:extLst>
                <a:ext uri="{FF2B5EF4-FFF2-40B4-BE49-F238E27FC236}">
                  <a16:creationId xmlns:a16="http://schemas.microsoft.com/office/drawing/2014/main" id="{F7D4D348-D91A-0ACD-667F-C602B211F8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69" name="Freeform 141">
              <a:extLst>
                <a:ext uri="{FF2B5EF4-FFF2-40B4-BE49-F238E27FC236}">
                  <a16:creationId xmlns:a16="http://schemas.microsoft.com/office/drawing/2014/main" id="{24FA4AC5-B9F1-A6C4-925B-F456AE0150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0" name="Freeform 142">
              <a:extLst>
                <a:ext uri="{FF2B5EF4-FFF2-40B4-BE49-F238E27FC236}">
                  <a16:creationId xmlns:a16="http://schemas.microsoft.com/office/drawing/2014/main" id="{BC6D9FB1-D356-EB1F-1475-B155433D4F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1" name="Freeform 143">
              <a:extLst>
                <a:ext uri="{FF2B5EF4-FFF2-40B4-BE49-F238E27FC236}">
                  <a16:creationId xmlns:a16="http://schemas.microsoft.com/office/drawing/2014/main" id="{555CC4BB-F79E-9735-32FD-B432A14BF9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2" name="Freeform 144">
              <a:extLst>
                <a:ext uri="{FF2B5EF4-FFF2-40B4-BE49-F238E27FC236}">
                  <a16:creationId xmlns:a16="http://schemas.microsoft.com/office/drawing/2014/main" id="{AB0A4DC1-DE17-BDFC-286D-DEA7D7A773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3" name="Freeform 145">
              <a:extLst>
                <a:ext uri="{FF2B5EF4-FFF2-40B4-BE49-F238E27FC236}">
                  <a16:creationId xmlns:a16="http://schemas.microsoft.com/office/drawing/2014/main" id="{17160F31-70EE-BAF5-D13B-2CB99FB18B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4" name="Freeform 146">
              <a:extLst>
                <a:ext uri="{FF2B5EF4-FFF2-40B4-BE49-F238E27FC236}">
                  <a16:creationId xmlns:a16="http://schemas.microsoft.com/office/drawing/2014/main" id="{FEAAC333-A7C2-00A8-C947-5A80C569B2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5" name="Freeform 147">
              <a:extLst>
                <a:ext uri="{FF2B5EF4-FFF2-40B4-BE49-F238E27FC236}">
                  <a16:creationId xmlns:a16="http://schemas.microsoft.com/office/drawing/2014/main" id="{78F7BE5A-F0AF-AD2E-5031-1108F2751B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6" name="Freeform 148">
              <a:extLst>
                <a:ext uri="{FF2B5EF4-FFF2-40B4-BE49-F238E27FC236}">
                  <a16:creationId xmlns:a16="http://schemas.microsoft.com/office/drawing/2014/main" id="{FBB445FB-881A-575E-EFE5-28CFC59829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7" name="Rectangle 149">
              <a:extLst>
                <a:ext uri="{FF2B5EF4-FFF2-40B4-BE49-F238E27FC236}">
                  <a16:creationId xmlns:a16="http://schemas.microsoft.com/office/drawing/2014/main" id="{061AD4EA-9C4F-C925-9D1B-30A31B797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8" name="Rectangle 150">
              <a:extLst>
                <a:ext uri="{FF2B5EF4-FFF2-40B4-BE49-F238E27FC236}">
                  <a16:creationId xmlns:a16="http://schemas.microsoft.com/office/drawing/2014/main" id="{487C2CCB-F788-84F2-26E1-DFB4DD133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9" name="Freeform 151">
              <a:extLst>
                <a:ext uri="{FF2B5EF4-FFF2-40B4-BE49-F238E27FC236}">
                  <a16:creationId xmlns:a16="http://schemas.microsoft.com/office/drawing/2014/main" id="{40550934-FDF8-50D9-8CD9-7241DBDA1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0" name="Freeform 152">
              <a:extLst>
                <a:ext uri="{FF2B5EF4-FFF2-40B4-BE49-F238E27FC236}">
                  <a16:creationId xmlns:a16="http://schemas.microsoft.com/office/drawing/2014/main" id="{95A7EAC2-61C3-DC5C-9227-6378224356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1" name="Freeform 153">
              <a:extLst>
                <a:ext uri="{FF2B5EF4-FFF2-40B4-BE49-F238E27FC236}">
                  <a16:creationId xmlns:a16="http://schemas.microsoft.com/office/drawing/2014/main" id="{0B65EE55-38D8-6F68-0F77-01D3D5EBB9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2" name="Freeform 154">
              <a:extLst>
                <a:ext uri="{FF2B5EF4-FFF2-40B4-BE49-F238E27FC236}">
                  <a16:creationId xmlns:a16="http://schemas.microsoft.com/office/drawing/2014/main" id="{72D00BAF-A7FD-4E34-6657-2C6F94D473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3" name="Freeform 155">
              <a:extLst>
                <a:ext uri="{FF2B5EF4-FFF2-40B4-BE49-F238E27FC236}">
                  <a16:creationId xmlns:a16="http://schemas.microsoft.com/office/drawing/2014/main" id="{5F9BF4B9-D46C-1251-6BBA-2217CD3862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4" name="Freeform 156">
              <a:extLst>
                <a:ext uri="{FF2B5EF4-FFF2-40B4-BE49-F238E27FC236}">
                  <a16:creationId xmlns:a16="http://schemas.microsoft.com/office/drawing/2014/main" id="{962B4B8B-8D1C-2327-512B-AF1EAD3D5B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5" name="Freeform 157">
              <a:extLst>
                <a:ext uri="{FF2B5EF4-FFF2-40B4-BE49-F238E27FC236}">
                  <a16:creationId xmlns:a16="http://schemas.microsoft.com/office/drawing/2014/main" id="{1E16BE5F-D5A2-D8E9-FB1B-C342DA1A8A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6" name="Freeform 158">
              <a:extLst>
                <a:ext uri="{FF2B5EF4-FFF2-40B4-BE49-F238E27FC236}">
                  <a16:creationId xmlns:a16="http://schemas.microsoft.com/office/drawing/2014/main" id="{DA3FBFCB-2004-983E-1955-D25FC3AF71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7" name="Freeform 159">
              <a:extLst>
                <a:ext uri="{FF2B5EF4-FFF2-40B4-BE49-F238E27FC236}">
                  <a16:creationId xmlns:a16="http://schemas.microsoft.com/office/drawing/2014/main" id="{090C5291-8A5B-A323-2B17-2DE024B07E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8" name="Freeform 160">
              <a:extLst>
                <a:ext uri="{FF2B5EF4-FFF2-40B4-BE49-F238E27FC236}">
                  <a16:creationId xmlns:a16="http://schemas.microsoft.com/office/drawing/2014/main" id="{85F467EF-F4A0-64A3-EA3E-288FA0E0CF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9" name="Rectangle 161">
              <a:extLst>
                <a:ext uri="{FF2B5EF4-FFF2-40B4-BE49-F238E27FC236}">
                  <a16:creationId xmlns:a16="http://schemas.microsoft.com/office/drawing/2014/main" id="{F4CA3179-FBFC-B3A5-D101-273B5A36F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0" name="Freeform 162">
              <a:extLst>
                <a:ext uri="{FF2B5EF4-FFF2-40B4-BE49-F238E27FC236}">
                  <a16:creationId xmlns:a16="http://schemas.microsoft.com/office/drawing/2014/main" id="{C27F862F-D5CD-9193-998B-4E689A7AF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6291" name="Rectangle 163">
            <a:extLst>
              <a:ext uri="{FF2B5EF4-FFF2-40B4-BE49-F238E27FC236}">
                <a16:creationId xmlns:a16="http://schemas.microsoft.com/office/drawing/2014/main" id="{3D71BF77-825C-C9BB-F9B6-2124CC101528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057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6292" name="Rectangle 164">
            <a:extLst>
              <a:ext uri="{FF2B5EF4-FFF2-40B4-BE49-F238E27FC236}">
                <a16:creationId xmlns:a16="http://schemas.microsoft.com/office/drawing/2014/main" id="{58441E5E-DF28-AF37-8FB7-5F1FA86BF2A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01625" y="62484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76293" name="Rectangle 165">
            <a:extLst>
              <a:ext uri="{FF2B5EF4-FFF2-40B4-BE49-F238E27FC236}">
                <a16:creationId xmlns:a16="http://schemas.microsoft.com/office/drawing/2014/main" id="{4BDE0FD3-9EED-7EC6-E097-C2EFA6CA0D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76294" name="Rectangle 166">
            <a:extLst>
              <a:ext uri="{FF2B5EF4-FFF2-40B4-BE49-F238E27FC236}">
                <a16:creationId xmlns:a16="http://schemas.microsoft.com/office/drawing/2014/main" id="{7D1ECE0A-91EF-9657-6CED-30DD6C6F44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FADF448B-9046-497D-87F1-91193FF9A891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76295" name="Rectangle 167">
            <a:extLst>
              <a:ext uri="{FF2B5EF4-FFF2-40B4-BE49-F238E27FC236}">
                <a16:creationId xmlns:a16="http://schemas.microsoft.com/office/drawing/2014/main" id="{A8F2D654-7E11-DE30-0260-BF135A48F1BB}"/>
              </a:ext>
            </a:extLst>
          </p:cNvPr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505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grpSp>
        <p:nvGrpSpPr>
          <p:cNvPr id="176296" name="Group 168">
            <a:extLst>
              <a:ext uri="{FF2B5EF4-FFF2-40B4-BE49-F238E27FC236}">
                <a16:creationId xmlns:a16="http://schemas.microsoft.com/office/drawing/2014/main" id="{AD5A9D1B-3B5B-0060-A03F-4D1B07D92B62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4724400"/>
            <a:ext cx="1685925" cy="1557338"/>
            <a:chOff x="96" y="2784"/>
            <a:chExt cx="1062" cy="981"/>
          </a:xfrm>
        </p:grpSpPr>
        <p:sp>
          <p:nvSpPr>
            <p:cNvPr id="176297" name="Freeform 169">
              <a:extLst>
                <a:ext uri="{FF2B5EF4-FFF2-40B4-BE49-F238E27FC236}">
                  <a16:creationId xmlns:a16="http://schemas.microsoft.com/office/drawing/2014/main" id="{1FA132DC-6893-3003-1CC8-2A15AD3FD5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8" name="Freeform 170">
              <a:extLst>
                <a:ext uri="{FF2B5EF4-FFF2-40B4-BE49-F238E27FC236}">
                  <a16:creationId xmlns:a16="http://schemas.microsoft.com/office/drawing/2014/main" id="{C6BE3CD3-1A0F-DDEF-FD82-E8106F76B6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9" name="Freeform 171">
              <a:extLst>
                <a:ext uri="{FF2B5EF4-FFF2-40B4-BE49-F238E27FC236}">
                  <a16:creationId xmlns:a16="http://schemas.microsoft.com/office/drawing/2014/main" id="{07D97DD4-5A1A-FBB0-4F9F-7DAF805819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0" name="Freeform 172">
              <a:extLst>
                <a:ext uri="{FF2B5EF4-FFF2-40B4-BE49-F238E27FC236}">
                  <a16:creationId xmlns:a16="http://schemas.microsoft.com/office/drawing/2014/main" id="{32EE0B11-27B2-7CDC-800B-AA71A6614D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1" name="Freeform 173">
              <a:extLst>
                <a:ext uri="{FF2B5EF4-FFF2-40B4-BE49-F238E27FC236}">
                  <a16:creationId xmlns:a16="http://schemas.microsoft.com/office/drawing/2014/main" id="{87FE3D3B-2F09-2387-3563-338BF856C1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2" name="Freeform 174">
              <a:extLst>
                <a:ext uri="{FF2B5EF4-FFF2-40B4-BE49-F238E27FC236}">
                  <a16:creationId xmlns:a16="http://schemas.microsoft.com/office/drawing/2014/main" id="{7A0F763B-F907-2600-B7A7-EF12833152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3" name="Freeform 175">
              <a:extLst>
                <a:ext uri="{FF2B5EF4-FFF2-40B4-BE49-F238E27FC236}">
                  <a16:creationId xmlns:a16="http://schemas.microsoft.com/office/drawing/2014/main" id="{45E1ED6A-7537-84AF-7FEB-1447D8C633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4" name="Freeform 176">
              <a:extLst>
                <a:ext uri="{FF2B5EF4-FFF2-40B4-BE49-F238E27FC236}">
                  <a16:creationId xmlns:a16="http://schemas.microsoft.com/office/drawing/2014/main" id="{77893043-2CB0-94A7-40C7-0694D6353A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5" name="Freeform 177">
              <a:extLst>
                <a:ext uri="{FF2B5EF4-FFF2-40B4-BE49-F238E27FC236}">
                  <a16:creationId xmlns:a16="http://schemas.microsoft.com/office/drawing/2014/main" id="{9C330EC1-8483-D536-B000-3BECBB721D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6" name="Freeform 178">
              <a:extLst>
                <a:ext uri="{FF2B5EF4-FFF2-40B4-BE49-F238E27FC236}">
                  <a16:creationId xmlns:a16="http://schemas.microsoft.com/office/drawing/2014/main" id="{17801F03-D0F6-7C7B-94AF-4DA1527455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7" name="Freeform 179">
              <a:extLst>
                <a:ext uri="{FF2B5EF4-FFF2-40B4-BE49-F238E27FC236}">
                  <a16:creationId xmlns:a16="http://schemas.microsoft.com/office/drawing/2014/main" id="{8356B358-1085-5637-A9DC-68A9A92944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8" name="Freeform 180">
              <a:extLst>
                <a:ext uri="{FF2B5EF4-FFF2-40B4-BE49-F238E27FC236}">
                  <a16:creationId xmlns:a16="http://schemas.microsoft.com/office/drawing/2014/main" id="{57528238-0A45-7997-50DB-E115058C26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309" name="Freeform 181">
              <a:extLst>
                <a:ext uri="{FF2B5EF4-FFF2-40B4-BE49-F238E27FC236}">
                  <a16:creationId xmlns:a16="http://schemas.microsoft.com/office/drawing/2014/main" id="{55A1B0D1-510E-6699-BABA-82B085AB0C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F799E-37A5-2749-D396-BA768A5F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50A5F1-DDF5-4622-0FE9-8471A456C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E9B1C4-B466-2FBB-4A8B-D5F3A6809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CD103C-3C5F-566D-FF7D-8E0BBADFD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A9094C-2DC1-7AB7-9C95-9CD4DE261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080787-EC88-4920-9EC0-8BA4A2C1373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7770114"/>
      </p:ext>
    </p:extLst>
  </p:cSld>
  <p:clrMapOvr>
    <a:masterClrMapping/>
  </p:clrMapOvr>
  <p:transition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FC6A6-F56D-A957-B797-455E95AF8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1130EE-D561-AC5E-A640-A9E5CCBF4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E3D31C-6817-E96D-36E3-30B66DD8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FCCE6F-9711-1144-59AD-EF6DF5FE1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476B59-DD27-78A4-3492-6F7666A2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9F6562-C050-41BD-8972-4E29804439C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5647815"/>
      </p:ext>
    </p:extLst>
  </p:cSld>
  <p:clrMapOvr>
    <a:masterClrMapping/>
  </p:clrMapOvr>
  <p:transition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E23ED-7DE2-1AFB-F2C0-860D1F443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19C040-8E11-578B-4DC3-832003F66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7355C0-EC3F-9E85-7D08-5E92B93D6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879621-8CE5-97D8-A114-A8F9F6391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2EDE88-F46D-6F89-9F85-7ABF02CA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D6B0F8-0F99-9190-C4CF-CC780ADB2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B0ED13-3D82-4E3E-8026-9DAE420DC73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1776483"/>
      </p:ext>
    </p:extLst>
  </p:cSld>
  <p:clrMapOvr>
    <a:masterClrMapping/>
  </p:clrMapOvr>
  <p:transition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8996F3-AF43-2E84-5B95-004C02F9A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3FAD04-BCC5-A6B7-486F-4E50CC925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B7C19A-40B4-ABE7-ACB5-DE49F6913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CB093E2-0B58-D790-71CC-61CECB105F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47B2706-08D5-EE0B-51E2-F85A31FF0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4AC6DF0-FB2C-A2BE-67F8-09C0725C4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206FAA-5340-7791-60ED-CBB500D9E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8AD93A0-62FE-1D45-88F3-FEB0CCF62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3CDE40-6C37-4A15-BF64-EC5A524896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4356818"/>
      </p:ext>
    </p:extLst>
  </p:cSld>
  <p:clrMapOvr>
    <a:masterClrMapping/>
  </p:clrMapOvr>
  <p:transition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A1AF1-D56E-39A9-E180-8A93815D3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14C9F0E-3B4D-65F7-5797-84546A2F3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DD36599-8F24-8BCD-167D-EDAE40900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FE0337-9C07-B410-9B1C-F41695BC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921100-43ED-46A6-B1A4-E848091A4B5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7542224"/>
      </p:ext>
    </p:extLst>
  </p:cSld>
  <p:clrMapOvr>
    <a:masterClrMapping/>
  </p:clrMapOvr>
  <p:transition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0C1CBB5-FE85-B16F-294C-BB7C34670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BDFCC4-054C-709F-BB32-D8A0B5443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41F8B8-5530-1599-4452-411777D9C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045878-6C4F-4A0A-8F14-9BE8377BFE9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7289748"/>
      </p:ext>
    </p:extLst>
  </p:cSld>
  <p:clrMapOvr>
    <a:masterClrMapping/>
  </p:clrMapOvr>
  <p:transition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214AE-FA80-542D-61F4-ACF485D4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7087C1-6AFA-C716-C659-A8C964751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070C62-34B3-A43C-9A94-DBBAD4E0B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0085F1-F997-E6C8-7DB3-F63F41BDB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FA008C-1AFA-81E1-A0AA-FAFA3EC6A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3B4073-BC98-34D7-4AF8-78E1D6F19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17C5D7-67E7-4B5E-A323-E6A7E1CEC9D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8126240"/>
      </p:ext>
    </p:extLst>
  </p:cSld>
  <p:clrMapOvr>
    <a:masterClrMapping/>
  </p:clrMapOvr>
  <p:transition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754A23-2ADC-EA7D-58F2-053760A92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7AB6E65-2D81-F463-6518-301448A48A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79E795-B608-4B55-B307-495680987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B9B033-0B87-BDBD-3D4D-8615C6AFD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0B7CC7-47C4-CFE7-C8FD-69938CA22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FD41D8-FB95-6A82-3CC4-1F1C667A1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926449-83DE-4F9D-85D1-A5A00000DEE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6876033"/>
      </p:ext>
    </p:extLst>
  </p:cSld>
  <p:clrMapOvr>
    <a:masterClrMapping/>
  </p:clrMapOvr>
  <p:transition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22422-32E5-88E9-4000-EAA443AF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9E7FEC-FB0E-7740-A14B-D14292FA5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D6288B-7F11-85FC-D5EF-6D0B2E707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D65554-0287-4464-1DC6-4F65A7064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6620E6-F572-F2B3-A222-1D2457C6D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5C9573-36B4-40F2-A396-FCCFBB180CE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2349910"/>
      </p:ext>
    </p:extLst>
  </p:cSld>
  <p:clrMapOvr>
    <a:masterClrMapping/>
  </p:clrMapOvr>
  <p:transition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7F2CA0-4D8B-8ABA-D4FE-1332932A55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4013" y="228600"/>
            <a:ext cx="2135187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BE7974-D063-5C35-114A-3E614C8B0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98450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B6ABBB-A896-9DF6-430F-CEA3FB1C1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F860CE-A887-5A44-E27C-2B20B3CBD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9B258F-F1BD-AE72-FFAF-AD65B3581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7E11A1-52EF-485E-BEA7-B75273580F4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722823"/>
      </p:ext>
    </p:extLst>
  </p:cSld>
  <p:clrMapOvr>
    <a:masterClrMapping/>
  </p:clrMapOvr>
  <p:transition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106" name="Group 2">
            <a:extLst>
              <a:ext uri="{FF2B5EF4-FFF2-40B4-BE49-F238E27FC236}">
                <a16:creationId xmlns:a16="http://schemas.microsoft.com/office/drawing/2014/main" id="{3A0A5DBB-726E-02AE-D106-946B40EF4271}"/>
              </a:ext>
            </a:extLst>
          </p:cNvPr>
          <p:cNvGrpSpPr>
            <a:grpSpLocks/>
          </p:cNvGrpSpPr>
          <p:nvPr/>
        </p:nvGrpSpPr>
        <p:grpSpPr bwMode="auto">
          <a:xfrm>
            <a:off x="566738" y="0"/>
            <a:ext cx="7891462" cy="6821488"/>
            <a:chOff x="349" y="23"/>
            <a:chExt cx="4971" cy="4297"/>
          </a:xfrm>
        </p:grpSpPr>
        <p:sp>
          <p:nvSpPr>
            <p:cNvPr id="175107" name="Rectangle 3">
              <a:extLst>
                <a:ext uri="{FF2B5EF4-FFF2-40B4-BE49-F238E27FC236}">
                  <a16:creationId xmlns:a16="http://schemas.microsoft.com/office/drawing/2014/main" id="{0BBFF1A0-7C1B-6917-50CD-F59121100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08" name="Freeform 4">
              <a:extLst>
                <a:ext uri="{FF2B5EF4-FFF2-40B4-BE49-F238E27FC236}">
                  <a16:creationId xmlns:a16="http://schemas.microsoft.com/office/drawing/2014/main" id="{3E917FD2-C8F3-E95B-65BB-4E685458E8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09" name="Freeform 5">
              <a:extLst>
                <a:ext uri="{FF2B5EF4-FFF2-40B4-BE49-F238E27FC236}">
                  <a16:creationId xmlns:a16="http://schemas.microsoft.com/office/drawing/2014/main" id="{E5427D6D-8480-E388-03A6-3C2298C99D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0" name="Freeform 6">
              <a:extLst>
                <a:ext uri="{FF2B5EF4-FFF2-40B4-BE49-F238E27FC236}">
                  <a16:creationId xmlns:a16="http://schemas.microsoft.com/office/drawing/2014/main" id="{4F3764B0-959B-A5E9-C7A1-749B9953A8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1" name="Freeform 7">
              <a:extLst>
                <a:ext uri="{FF2B5EF4-FFF2-40B4-BE49-F238E27FC236}">
                  <a16:creationId xmlns:a16="http://schemas.microsoft.com/office/drawing/2014/main" id="{61B8EB0A-8EF0-A1CE-24DB-CA8908714A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2" name="Freeform 8">
              <a:extLst>
                <a:ext uri="{FF2B5EF4-FFF2-40B4-BE49-F238E27FC236}">
                  <a16:creationId xmlns:a16="http://schemas.microsoft.com/office/drawing/2014/main" id="{B27FBFD3-B795-3EAD-79B2-7CB2B42FD8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3" name="Freeform 9">
              <a:extLst>
                <a:ext uri="{FF2B5EF4-FFF2-40B4-BE49-F238E27FC236}">
                  <a16:creationId xmlns:a16="http://schemas.microsoft.com/office/drawing/2014/main" id="{33A65346-157F-8D3B-3131-952E01A04C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4" name="Freeform 10">
              <a:extLst>
                <a:ext uri="{FF2B5EF4-FFF2-40B4-BE49-F238E27FC236}">
                  <a16:creationId xmlns:a16="http://schemas.microsoft.com/office/drawing/2014/main" id="{2F714C36-9287-72CD-8AED-DBB2FED6BE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5" name="Freeform 11">
              <a:extLst>
                <a:ext uri="{FF2B5EF4-FFF2-40B4-BE49-F238E27FC236}">
                  <a16:creationId xmlns:a16="http://schemas.microsoft.com/office/drawing/2014/main" id="{9AD36A9B-7297-056B-5F4D-80D4A4ACD1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6" name="Freeform 12">
              <a:extLst>
                <a:ext uri="{FF2B5EF4-FFF2-40B4-BE49-F238E27FC236}">
                  <a16:creationId xmlns:a16="http://schemas.microsoft.com/office/drawing/2014/main" id="{873C2E55-873E-0CCB-6C72-03445C39DD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7" name="Freeform 13">
              <a:extLst>
                <a:ext uri="{FF2B5EF4-FFF2-40B4-BE49-F238E27FC236}">
                  <a16:creationId xmlns:a16="http://schemas.microsoft.com/office/drawing/2014/main" id="{F0BDC753-A5F6-2456-6DBF-0FEE4D13BF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8" name="Rectangle 14">
              <a:extLst>
                <a:ext uri="{FF2B5EF4-FFF2-40B4-BE49-F238E27FC236}">
                  <a16:creationId xmlns:a16="http://schemas.microsoft.com/office/drawing/2014/main" id="{E056A81D-A6FF-D31E-398F-A294D3E7C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19" name="Rectangle 15">
              <a:extLst>
                <a:ext uri="{FF2B5EF4-FFF2-40B4-BE49-F238E27FC236}">
                  <a16:creationId xmlns:a16="http://schemas.microsoft.com/office/drawing/2014/main" id="{AFD4BB7B-C284-0050-538B-60A10ACE3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0" name="Freeform 16">
              <a:extLst>
                <a:ext uri="{FF2B5EF4-FFF2-40B4-BE49-F238E27FC236}">
                  <a16:creationId xmlns:a16="http://schemas.microsoft.com/office/drawing/2014/main" id="{C96B0D90-0051-4415-B5FF-013B2AEB7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1" name="Freeform 17">
              <a:extLst>
                <a:ext uri="{FF2B5EF4-FFF2-40B4-BE49-F238E27FC236}">
                  <a16:creationId xmlns:a16="http://schemas.microsoft.com/office/drawing/2014/main" id="{2004729A-E257-4B3B-48B9-4B4C92FB22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2" name="Freeform 18">
              <a:extLst>
                <a:ext uri="{FF2B5EF4-FFF2-40B4-BE49-F238E27FC236}">
                  <a16:creationId xmlns:a16="http://schemas.microsoft.com/office/drawing/2014/main" id="{3F8C1A47-6B01-7B88-5F0B-E4E762E0C3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3" name="Freeform 19">
              <a:extLst>
                <a:ext uri="{FF2B5EF4-FFF2-40B4-BE49-F238E27FC236}">
                  <a16:creationId xmlns:a16="http://schemas.microsoft.com/office/drawing/2014/main" id="{1A797DB9-85A9-101B-5431-4A41223B08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4" name="Freeform 20">
              <a:extLst>
                <a:ext uri="{FF2B5EF4-FFF2-40B4-BE49-F238E27FC236}">
                  <a16:creationId xmlns:a16="http://schemas.microsoft.com/office/drawing/2014/main" id="{4A106714-BD15-279B-E339-5C77B33EB2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5" name="Freeform 21">
              <a:extLst>
                <a:ext uri="{FF2B5EF4-FFF2-40B4-BE49-F238E27FC236}">
                  <a16:creationId xmlns:a16="http://schemas.microsoft.com/office/drawing/2014/main" id="{4418AC64-791B-B2D1-80E5-52722A6B1B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6" name="Freeform 22">
              <a:extLst>
                <a:ext uri="{FF2B5EF4-FFF2-40B4-BE49-F238E27FC236}">
                  <a16:creationId xmlns:a16="http://schemas.microsoft.com/office/drawing/2014/main" id="{FBFF1C44-BDA8-2F4C-8BC7-1B35AF9F67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7" name="Freeform 23">
              <a:extLst>
                <a:ext uri="{FF2B5EF4-FFF2-40B4-BE49-F238E27FC236}">
                  <a16:creationId xmlns:a16="http://schemas.microsoft.com/office/drawing/2014/main" id="{B7292191-3AE7-CFA3-7013-E64A4060B7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8" name="Freeform 24">
              <a:extLst>
                <a:ext uri="{FF2B5EF4-FFF2-40B4-BE49-F238E27FC236}">
                  <a16:creationId xmlns:a16="http://schemas.microsoft.com/office/drawing/2014/main" id="{90F72848-FFD1-A529-8E81-316F928D6B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29" name="Freeform 25">
              <a:extLst>
                <a:ext uri="{FF2B5EF4-FFF2-40B4-BE49-F238E27FC236}">
                  <a16:creationId xmlns:a16="http://schemas.microsoft.com/office/drawing/2014/main" id="{043E9430-B545-AAD1-5CF1-7528AA0745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0" name="Rectangle 26">
              <a:extLst>
                <a:ext uri="{FF2B5EF4-FFF2-40B4-BE49-F238E27FC236}">
                  <a16:creationId xmlns:a16="http://schemas.microsoft.com/office/drawing/2014/main" id="{F39BFC8D-55C6-D3AA-E50D-5056D48C5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1" name="Rectangle 27">
              <a:extLst>
                <a:ext uri="{FF2B5EF4-FFF2-40B4-BE49-F238E27FC236}">
                  <a16:creationId xmlns:a16="http://schemas.microsoft.com/office/drawing/2014/main" id="{819C9E5E-61BE-C7CC-063F-6A0308892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2" name="Freeform 28">
              <a:extLst>
                <a:ext uri="{FF2B5EF4-FFF2-40B4-BE49-F238E27FC236}">
                  <a16:creationId xmlns:a16="http://schemas.microsoft.com/office/drawing/2014/main" id="{14981225-C612-8685-D4D2-656AF7EC55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3" name="Freeform 29">
              <a:extLst>
                <a:ext uri="{FF2B5EF4-FFF2-40B4-BE49-F238E27FC236}">
                  <a16:creationId xmlns:a16="http://schemas.microsoft.com/office/drawing/2014/main" id="{2AE5839D-8CF9-0059-69CC-5F8C3697A5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4" name="Freeform 30">
              <a:extLst>
                <a:ext uri="{FF2B5EF4-FFF2-40B4-BE49-F238E27FC236}">
                  <a16:creationId xmlns:a16="http://schemas.microsoft.com/office/drawing/2014/main" id="{6C309642-1802-8933-856B-CC87D7233A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5" name="Freeform 31">
              <a:extLst>
                <a:ext uri="{FF2B5EF4-FFF2-40B4-BE49-F238E27FC236}">
                  <a16:creationId xmlns:a16="http://schemas.microsoft.com/office/drawing/2014/main" id="{A97DAD6E-6085-27DC-485F-70F2A70F7F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6" name="Freeform 32">
              <a:extLst>
                <a:ext uri="{FF2B5EF4-FFF2-40B4-BE49-F238E27FC236}">
                  <a16:creationId xmlns:a16="http://schemas.microsoft.com/office/drawing/2014/main" id="{6C3C486E-FAF1-3A47-8FA5-569D7D55BE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7" name="Freeform 33">
              <a:extLst>
                <a:ext uri="{FF2B5EF4-FFF2-40B4-BE49-F238E27FC236}">
                  <a16:creationId xmlns:a16="http://schemas.microsoft.com/office/drawing/2014/main" id="{96E055E7-CF64-25EF-EC00-4B1A681C0D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8" name="Freeform 34">
              <a:extLst>
                <a:ext uri="{FF2B5EF4-FFF2-40B4-BE49-F238E27FC236}">
                  <a16:creationId xmlns:a16="http://schemas.microsoft.com/office/drawing/2014/main" id="{899635C5-4121-7D84-709F-4723C881AC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39" name="Freeform 35">
              <a:extLst>
                <a:ext uri="{FF2B5EF4-FFF2-40B4-BE49-F238E27FC236}">
                  <a16:creationId xmlns:a16="http://schemas.microsoft.com/office/drawing/2014/main" id="{0CAFA4BE-33A7-70FF-F55B-561928B962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0" name="Freeform 36">
              <a:extLst>
                <a:ext uri="{FF2B5EF4-FFF2-40B4-BE49-F238E27FC236}">
                  <a16:creationId xmlns:a16="http://schemas.microsoft.com/office/drawing/2014/main" id="{283C136F-BBBF-F94A-4B69-C2195D4214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1" name="Freeform 37">
              <a:extLst>
                <a:ext uri="{FF2B5EF4-FFF2-40B4-BE49-F238E27FC236}">
                  <a16:creationId xmlns:a16="http://schemas.microsoft.com/office/drawing/2014/main" id="{EE402539-DA75-563C-11FF-5624EA54C6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7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2" name="Rectangle 38">
              <a:extLst>
                <a:ext uri="{FF2B5EF4-FFF2-40B4-BE49-F238E27FC236}">
                  <a16:creationId xmlns:a16="http://schemas.microsoft.com/office/drawing/2014/main" id="{3D656F9F-2C93-D662-F34E-A4B99E91F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3" name="Rectangle 39">
              <a:extLst>
                <a:ext uri="{FF2B5EF4-FFF2-40B4-BE49-F238E27FC236}">
                  <a16:creationId xmlns:a16="http://schemas.microsoft.com/office/drawing/2014/main" id="{B09781B5-D4D5-A16C-A403-5A3C4B7CA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4" name="Freeform 40">
              <a:extLst>
                <a:ext uri="{FF2B5EF4-FFF2-40B4-BE49-F238E27FC236}">
                  <a16:creationId xmlns:a16="http://schemas.microsoft.com/office/drawing/2014/main" id="{66934510-871D-C26F-03D1-99429DEA0C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5" name="Freeform 41">
              <a:extLst>
                <a:ext uri="{FF2B5EF4-FFF2-40B4-BE49-F238E27FC236}">
                  <a16:creationId xmlns:a16="http://schemas.microsoft.com/office/drawing/2014/main" id="{0B6705AD-08FC-787C-3342-7DC446095D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6" name="Freeform 42">
              <a:extLst>
                <a:ext uri="{FF2B5EF4-FFF2-40B4-BE49-F238E27FC236}">
                  <a16:creationId xmlns:a16="http://schemas.microsoft.com/office/drawing/2014/main" id="{A98D6A02-4187-5DFB-6CF9-E4CE3A550A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7" name="Freeform 43">
              <a:extLst>
                <a:ext uri="{FF2B5EF4-FFF2-40B4-BE49-F238E27FC236}">
                  <a16:creationId xmlns:a16="http://schemas.microsoft.com/office/drawing/2014/main" id="{2BAF7EFC-13D4-B98F-93C0-41C8B9C46B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8" name="Freeform 44">
              <a:extLst>
                <a:ext uri="{FF2B5EF4-FFF2-40B4-BE49-F238E27FC236}">
                  <a16:creationId xmlns:a16="http://schemas.microsoft.com/office/drawing/2014/main" id="{33B209ED-85B9-AF15-4F39-11E135AD58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49" name="Freeform 45">
              <a:extLst>
                <a:ext uri="{FF2B5EF4-FFF2-40B4-BE49-F238E27FC236}">
                  <a16:creationId xmlns:a16="http://schemas.microsoft.com/office/drawing/2014/main" id="{0295EC9B-D656-8695-CEE1-E6165A5079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0" name="Freeform 46">
              <a:extLst>
                <a:ext uri="{FF2B5EF4-FFF2-40B4-BE49-F238E27FC236}">
                  <a16:creationId xmlns:a16="http://schemas.microsoft.com/office/drawing/2014/main" id="{BB8B89F6-8D2A-1573-7FC1-6EC6F4893B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1" name="Freeform 47">
              <a:extLst>
                <a:ext uri="{FF2B5EF4-FFF2-40B4-BE49-F238E27FC236}">
                  <a16:creationId xmlns:a16="http://schemas.microsoft.com/office/drawing/2014/main" id="{F53815EF-187B-5F52-D2D5-CF1FC13D01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2" name="Freeform 48">
              <a:extLst>
                <a:ext uri="{FF2B5EF4-FFF2-40B4-BE49-F238E27FC236}">
                  <a16:creationId xmlns:a16="http://schemas.microsoft.com/office/drawing/2014/main" id="{01E9D44D-443B-921D-6388-292819E8C6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3" name="Freeform 49">
              <a:extLst>
                <a:ext uri="{FF2B5EF4-FFF2-40B4-BE49-F238E27FC236}">
                  <a16:creationId xmlns:a16="http://schemas.microsoft.com/office/drawing/2014/main" id="{21F27DA1-F883-C2BA-E6F6-D05EA638AB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4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4" name="Rectangle 50">
              <a:extLst>
                <a:ext uri="{FF2B5EF4-FFF2-40B4-BE49-F238E27FC236}">
                  <a16:creationId xmlns:a16="http://schemas.microsoft.com/office/drawing/2014/main" id="{E9EFB296-2F93-3517-875D-E2D3A5100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4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5" name="Rectangle 51">
              <a:extLst>
                <a:ext uri="{FF2B5EF4-FFF2-40B4-BE49-F238E27FC236}">
                  <a16:creationId xmlns:a16="http://schemas.microsoft.com/office/drawing/2014/main" id="{5C9B8598-0F48-7FE4-75CB-B39D850C8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23"/>
              <a:ext cx="21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6" name="Freeform 52">
              <a:extLst>
                <a:ext uri="{FF2B5EF4-FFF2-40B4-BE49-F238E27FC236}">
                  <a16:creationId xmlns:a16="http://schemas.microsoft.com/office/drawing/2014/main" id="{A708090B-B060-470E-AE6F-0E92552D6E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5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7" name="Freeform 53">
              <a:extLst>
                <a:ext uri="{FF2B5EF4-FFF2-40B4-BE49-F238E27FC236}">
                  <a16:creationId xmlns:a16="http://schemas.microsoft.com/office/drawing/2014/main" id="{8218AD1D-3723-86A5-A214-C23D852A71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630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8" name="Freeform 54">
              <a:extLst>
                <a:ext uri="{FF2B5EF4-FFF2-40B4-BE49-F238E27FC236}">
                  <a16:creationId xmlns:a16="http://schemas.microsoft.com/office/drawing/2014/main" id="{4FF33D8D-766A-E852-5705-7D07A50903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034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59" name="Freeform 55">
              <a:extLst>
                <a:ext uri="{FF2B5EF4-FFF2-40B4-BE49-F238E27FC236}">
                  <a16:creationId xmlns:a16="http://schemas.microsoft.com/office/drawing/2014/main" id="{59BE6A5B-BD97-3DA5-8BDF-2A6597D010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438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0" name="Freeform 56">
              <a:extLst>
                <a:ext uri="{FF2B5EF4-FFF2-40B4-BE49-F238E27FC236}">
                  <a16:creationId xmlns:a16="http://schemas.microsoft.com/office/drawing/2014/main" id="{FD02D0AE-7A4A-7F8E-E22E-0239F538C6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1843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1" name="Freeform 57">
              <a:extLst>
                <a:ext uri="{FF2B5EF4-FFF2-40B4-BE49-F238E27FC236}">
                  <a16:creationId xmlns:a16="http://schemas.microsoft.com/office/drawing/2014/main" id="{820E55EC-9D94-2600-08FA-35038D1B2D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247"/>
              <a:ext cx="21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2" name="Freeform 58">
              <a:extLst>
                <a:ext uri="{FF2B5EF4-FFF2-40B4-BE49-F238E27FC236}">
                  <a16:creationId xmlns:a16="http://schemas.microsoft.com/office/drawing/2014/main" id="{03EF94FF-A583-FBDB-3993-AAD97818EF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2652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3" name="Freeform 59">
              <a:extLst>
                <a:ext uri="{FF2B5EF4-FFF2-40B4-BE49-F238E27FC236}">
                  <a16:creationId xmlns:a16="http://schemas.microsoft.com/office/drawing/2014/main" id="{A5409EB0-A49F-F5A6-0FB0-A65CFB4E6B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056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4" name="Freeform 60">
              <a:extLst>
                <a:ext uri="{FF2B5EF4-FFF2-40B4-BE49-F238E27FC236}">
                  <a16:creationId xmlns:a16="http://schemas.microsoft.com/office/drawing/2014/main" id="{464B92D9-8F8E-747B-BCA4-F975D03581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461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5" name="Freeform 61">
              <a:extLst>
                <a:ext uri="{FF2B5EF4-FFF2-40B4-BE49-F238E27FC236}">
                  <a16:creationId xmlns:a16="http://schemas.microsoft.com/office/drawing/2014/main" id="{E11C5DE4-725A-622D-A303-85C8A9B3ED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69" y="3865"/>
              <a:ext cx="21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6" name="Rectangle 62">
              <a:extLst>
                <a:ext uri="{FF2B5EF4-FFF2-40B4-BE49-F238E27FC236}">
                  <a16:creationId xmlns:a16="http://schemas.microsoft.com/office/drawing/2014/main" id="{A6D62E0A-3A66-033B-8F21-E4D0A1C2F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4269"/>
              <a:ext cx="21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7" name="Rectangle 63">
              <a:extLst>
                <a:ext uri="{FF2B5EF4-FFF2-40B4-BE49-F238E27FC236}">
                  <a16:creationId xmlns:a16="http://schemas.microsoft.com/office/drawing/2014/main" id="{E7D2C39C-78BE-F22F-6D14-E61236144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8" name="Freeform 64">
              <a:extLst>
                <a:ext uri="{FF2B5EF4-FFF2-40B4-BE49-F238E27FC236}">
                  <a16:creationId xmlns:a16="http://schemas.microsoft.com/office/drawing/2014/main" id="{E2CFA011-68BF-2DF8-E108-8D1F5AFAEB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69" name="Freeform 65">
              <a:extLst>
                <a:ext uri="{FF2B5EF4-FFF2-40B4-BE49-F238E27FC236}">
                  <a16:creationId xmlns:a16="http://schemas.microsoft.com/office/drawing/2014/main" id="{62B080B3-4B2A-EEE1-2E94-12636C6DA9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0" name="Freeform 66">
              <a:extLst>
                <a:ext uri="{FF2B5EF4-FFF2-40B4-BE49-F238E27FC236}">
                  <a16:creationId xmlns:a16="http://schemas.microsoft.com/office/drawing/2014/main" id="{664B5DE3-1E4E-B126-01EC-F93E445DD8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1" name="Freeform 67">
              <a:extLst>
                <a:ext uri="{FF2B5EF4-FFF2-40B4-BE49-F238E27FC236}">
                  <a16:creationId xmlns:a16="http://schemas.microsoft.com/office/drawing/2014/main" id="{9971C51C-E453-7753-27D4-1FB5F312C0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2" name="Freeform 68">
              <a:extLst>
                <a:ext uri="{FF2B5EF4-FFF2-40B4-BE49-F238E27FC236}">
                  <a16:creationId xmlns:a16="http://schemas.microsoft.com/office/drawing/2014/main" id="{65F6C541-E332-9A6C-CD88-CCF7E88E39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3" name="Freeform 69">
              <a:extLst>
                <a:ext uri="{FF2B5EF4-FFF2-40B4-BE49-F238E27FC236}">
                  <a16:creationId xmlns:a16="http://schemas.microsoft.com/office/drawing/2014/main" id="{FED9FE9F-2D06-42BA-8786-2740809043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4" name="Freeform 70">
              <a:extLst>
                <a:ext uri="{FF2B5EF4-FFF2-40B4-BE49-F238E27FC236}">
                  <a16:creationId xmlns:a16="http://schemas.microsoft.com/office/drawing/2014/main" id="{A8B0F4DB-BC7C-CD90-34B7-78DB191C2E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5" name="Freeform 71">
              <a:extLst>
                <a:ext uri="{FF2B5EF4-FFF2-40B4-BE49-F238E27FC236}">
                  <a16:creationId xmlns:a16="http://schemas.microsoft.com/office/drawing/2014/main" id="{0124F3A6-D459-76A8-805E-4E59E9ABEE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6" name="Freeform 72">
              <a:extLst>
                <a:ext uri="{FF2B5EF4-FFF2-40B4-BE49-F238E27FC236}">
                  <a16:creationId xmlns:a16="http://schemas.microsoft.com/office/drawing/2014/main" id="{D71C81CF-0030-78DB-31C2-223D1C1687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7" name="Freeform 73">
              <a:extLst>
                <a:ext uri="{FF2B5EF4-FFF2-40B4-BE49-F238E27FC236}">
                  <a16:creationId xmlns:a16="http://schemas.microsoft.com/office/drawing/2014/main" id="{CC58E02D-23EE-9C74-3A7B-F6BB96CD1A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8" name="Rectangle 74">
              <a:extLst>
                <a:ext uri="{FF2B5EF4-FFF2-40B4-BE49-F238E27FC236}">
                  <a16:creationId xmlns:a16="http://schemas.microsoft.com/office/drawing/2014/main" id="{7B8F6F71-79CF-4EA1-DFFF-BC10FE710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79" name="Rectangle 75">
              <a:extLst>
                <a:ext uri="{FF2B5EF4-FFF2-40B4-BE49-F238E27FC236}">
                  <a16:creationId xmlns:a16="http://schemas.microsoft.com/office/drawing/2014/main" id="{8EEF3988-0CE2-FA82-12C1-FE888E360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0" name="Freeform 76">
              <a:extLst>
                <a:ext uri="{FF2B5EF4-FFF2-40B4-BE49-F238E27FC236}">
                  <a16:creationId xmlns:a16="http://schemas.microsoft.com/office/drawing/2014/main" id="{A3F7DA1A-571F-D4FA-2F03-091D135447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1" name="Freeform 77">
              <a:extLst>
                <a:ext uri="{FF2B5EF4-FFF2-40B4-BE49-F238E27FC236}">
                  <a16:creationId xmlns:a16="http://schemas.microsoft.com/office/drawing/2014/main" id="{3C58CB46-F857-B279-8824-31DAA8F96A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2" name="Freeform 78">
              <a:extLst>
                <a:ext uri="{FF2B5EF4-FFF2-40B4-BE49-F238E27FC236}">
                  <a16:creationId xmlns:a16="http://schemas.microsoft.com/office/drawing/2014/main" id="{50DE040A-342F-C8B4-A705-7C54B7E975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3" name="Freeform 79">
              <a:extLst>
                <a:ext uri="{FF2B5EF4-FFF2-40B4-BE49-F238E27FC236}">
                  <a16:creationId xmlns:a16="http://schemas.microsoft.com/office/drawing/2014/main" id="{AE734F81-57EF-CEF7-E8E2-1B0E893F4E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4" name="Freeform 80">
              <a:extLst>
                <a:ext uri="{FF2B5EF4-FFF2-40B4-BE49-F238E27FC236}">
                  <a16:creationId xmlns:a16="http://schemas.microsoft.com/office/drawing/2014/main" id="{ED33E54F-5F23-E9A4-C6F9-665B3355B3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5" name="Freeform 81">
              <a:extLst>
                <a:ext uri="{FF2B5EF4-FFF2-40B4-BE49-F238E27FC236}">
                  <a16:creationId xmlns:a16="http://schemas.microsoft.com/office/drawing/2014/main" id="{EDC64596-F727-EA51-F32C-86945F593A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6" name="Freeform 82">
              <a:extLst>
                <a:ext uri="{FF2B5EF4-FFF2-40B4-BE49-F238E27FC236}">
                  <a16:creationId xmlns:a16="http://schemas.microsoft.com/office/drawing/2014/main" id="{26109C2C-B1C5-B06B-7667-89408F844F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7" name="Freeform 83">
              <a:extLst>
                <a:ext uri="{FF2B5EF4-FFF2-40B4-BE49-F238E27FC236}">
                  <a16:creationId xmlns:a16="http://schemas.microsoft.com/office/drawing/2014/main" id="{81728C71-FEE3-E197-45CC-1D90E4B567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8" name="Freeform 84">
              <a:extLst>
                <a:ext uri="{FF2B5EF4-FFF2-40B4-BE49-F238E27FC236}">
                  <a16:creationId xmlns:a16="http://schemas.microsoft.com/office/drawing/2014/main" id="{42B9E4BB-2276-9018-124B-24CD4FA414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89" name="Freeform 85">
              <a:extLst>
                <a:ext uri="{FF2B5EF4-FFF2-40B4-BE49-F238E27FC236}">
                  <a16:creationId xmlns:a16="http://schemas.microsoft.com/office/drawing/2014/main" id="{2800F550-6FB8-33A1-5F36-FC8C86C6DA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0" name="Rectangle 86">
              <a:extLst>
                <a:ext uri="{FF2B5EF4-FFF2-40B4-BE49-F238E27FC236}">
                  <a16:creationId xmlns:a16="http://schemas.microsoft.com/office/drawing/2014/main" id="{3B4370EA-108C-631E-8B2A-9E285B4C2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1" name="Rectangle 87">
              <a:extLst>
                <a:ext uri="{FF2B5EF4-FFF2-40B4-BE49-F238E27FC236}">
                  <a16:creationId xmlns:a16="http://schemas.microsoft.com/office/drawing/2014/main" id="{5BFBFE23-03C1-CE8F-0924-E0BC08EA1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2" name="Freeform 88">
              <a:extLst>
                <a:ext uri="{FF2B5EF4-FFF2-40B4-BE49-F238E27FC236}">
                  <a16:creationId xmlns:a16="http://schemas.microsoft.com/office/drawing/2014/main" id="{34AA02F0-39FD-344C-41F6-BCF0A516A1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3" name="Freeform 89">
              <a:extLst>
                <a:ext uri="{FF2B5EF4-FFF2-40B4-BE49-F238E27FC236}">
                  <a16:creationId xmlns:a16="http://schemas.microsoft.com/office/drawing/2014/main" id="{F6681BB5-FEFF-13FD-73B9-AF76CB8BBB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4" name="Freeform 90">
              <a:extLst>
                <a:ext uri="{FF2B5EF4-FFF2-40B4-BE49-F238E27FC236}">
                  <a16:creationId xmlns:a16="http://schemas.microsoft.com/office/drawing/2014/main" id="{B96832C8-1FD6-6ECF-EAAD-43D11EF5E2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5" name="Freeform 91">
              <a:extLst>
                <a:ext uri="{FF2B5EF4-FFF2-40B4-BE49-F238E27FC236}">
                  <a16:creationId xmlns:a16="http://schemas.microsoft.com/office/drawing/2014/main" id="{A0F05BE5-6284-AE45-16F1-56540AEB2B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6" name="Freeform 92">
              <a:extLst>
                <a:ext uri="{FF2B5EF4-FFF2-40B4-BE49-F238E27FC236}">
                  <a16:creationId xmlns:a16="http://schemas.microsoft.com/office/drawing/2014/main" id="{1FEB995A-358E-FF35-1D08-C71F38F1E2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7" name="Freeform 93">
              <a:extLst>
                <a:ext uri="{FF2B5EF4-FFF2-40B4-BE49-F238E27FC236}">
                  <a16:creationId xmlns:a16="http://schemas.microsoft.com/office/drawing/2014/main" id="{9A950B5E-9D41-F8CF-629D-DE80462480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8" name="Freeform 94">
              <a:extLst>
                <a:ext uri="{FF2B5EF4-FFF2-40B4-BE49-F238E27FC236}">
                  <a16:creationId xmlns:a16="http://schemas.microsoft.com/office/drawing/2014/main" id="{AFE44159-77AC-117B-8E57-010E5193F2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199" name="Freeform 95">
              <a:extLst>
                <a:ext uri="{FF2B5EF4-FFF2-40B4-BE49-F238E27FC236}">
                  <a16:creationId xmlns:a16="http://schemas.microsoft.com/office/drawing/2014/main" id="{6C427BA2-C743-48D3-EBF1-D20A3CCD50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0" name="Freeform 96">
              <a:extLst>
                <a:ext uri="{FF2B5EF4-FFF2-40B4-BE49-F238E27FC236}">
                  <a16:creationId xmlns:a16="http://schemas.microsoft.com/office/drawing/2014/main" id="{892E3354-2571-1A90-7E3F-5D74A6CC0E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1" name="Freeform 97">
              <a:extLst>
                <a:ext uri="{FF2B5EF4-FFF2-40B4-BE49-F238E27FC236}">
                  <a16:creationId xmlns:a16="http://schemas.microsoft.com/office/drawing/2014/main" id="{3E54AD23-69AA-8AEF-091E-B86C021BE9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1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2" name="Rectangle 98">
              <a:extLst>
                <a:ext uri="{FF2B5EF4-FFF2-40B4-BE49-F238E27FC236}">
                  <a16:creationId xmlns:a16="http://schemas.microsoft.com/office/drawing/2014/main" id="{D5229B47-EB77-F870-E7BB-4D3E54D18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3" name="Rectangle 99">
              <a:extLst>
                <a:ext uri="{FF2B5EF4-FFF2-40B4-BE49-F238E27FC236}">
                  <a16:creationId xmlns:a16="http://schemas.microsoft.com/office/drawing/2014/main" id="{AD7AECF9-A8F6-CB73-8D2E-2F2FBC3B8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4" name="Freeform 100">
              <a:extLst>
                <a:ext uri="{FF2B5EF4-FFF2-40B4-BE49-F238E27FC236}">
                  <a16:creationId xmlns:a16="http://schemas.microsoft.com/office/drawing/2014/main" id="{7D5D0698-B8DC-4B2C-0B26-7AFCC0048B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5" name="Freeform 101">
              <a:extLst>
                <a:ext uri="{FF2B5EF4-FFF2-40B4-BE49-F238E27FC236}">
                  <a16:creationId xmlns:a16="http://schemas.microsoft.com/office/drawing/2014/main" id="{F2ACE68F-5C5C-F6E4-A29E-D4F96E0195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6" name="Freeform 102">
              <a:extLst>
                <a:ext uri="{FF2B5EF4-FFF2-40B4-BE49-F238E27FC236}">
                  <a16:creationId xmlns:a16="http://schemas.microsoft.com/office/drawing/2014/main" id="{E54A71E4-3E3F-BDE5-CA97-D29F7DE28C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7" name="Freeform 103">
              <a:extLst>
                <a:ext uri="{FF2B5EF4-FFF2-40B4-BE49-F238E27FC236}">
                  <a16:creationId xmlns:a16="http://schemas.microsoft.com/office/drawing/2014/main" id="{CCA89D52-0865-B8BC-2BEE-1D04CC707F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8" name="Freeform 104">
              <a:extLst>
                <a:ext uri="{FF2B5EF4-FFF2-40B4-BE49-F238E27FC236}">
                  <a16:creationId xmlns:a16="http://schemas.microsoft.com/office/drawing/2014/main" id="{FCE028CF-D5BC-A1D8-699B-6D800AE33F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09" name="Freeform 105">
              <a:extLst>
                <a:ext uri="{FF2B5EF4-FFF2-40B4-BE49-F238E27FC236}">
                  <a16:creationId xmlns:a16="http://schemas.microsoft.com/office/drawing/2014/main" id="{F4A6D16D-28B9-CD3E-D0E7-CC2B82CEEF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0" name="Freeform 106">
              <a:extLst>
                <a:ext uri="{FF2B5EF4-FFF2-40B4-BE49-F238E27FC236}">
                  <a16:creationId xmlns:a16="http://schemas.microsoft.com/office/drawing/2014/main" id="{0FFC740B-7531-D3E0-2570-5F7423C170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1" name="Freeform 107">
              <a:extLst>
                <a:ext uri="{FF2B5EF4-FFF2-40B4-BE49-F238E27FC236}">
                  <a16:creationId xmlns:a16="http://schemas.microsoft.com/office/drawing/2014/main" id="{79D30FBB-74CB-BA63-0BEC-F7BD712867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2" name="Freeform 108">
              <a:extLst>
                <a:ext uri="{FF2B5EF4-FFF2-40B4-BE49-F238E27FC236}">
                  <a16:creationId xmlns:a16="http://schemas.microsoft.com/office/drawing/2014/main" id="{E950EBAE-9CE6-B0AF-AAA5-9C9DC17F69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3" name="Freeform 109">
              <a:extLst>
                <a:ext uri="{FF2B5EF4-FFF2-40B4-BE49-F238E27FC236}">
                  <a16:creationId xmlns:a16="http://schemas.microsoft.com/office/drawing/2014/main" id="{DA0AE556-8F19-7CD6-2922-669AD23954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6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4" name="Rectangle 110">
              <a:extLst>
                <a:ext uri="{FF2B5EF4-FFF2-40B4-BE49-F238E27FC236}">
                  <a16:creationId xmlns:a16="http://schemas.microsoft.com/office/drawing/2014/main" id="{E1F392BF-0536-58F0-57CC-FB4B67763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5" name="Rectangle 111">
              <a:extLst>
                <a:ext uri="{FF2B5EF4-FFF2-40B4-BE49-F238E27FC236}">
                  <a16:creationId xmlns:a16="http://schemas.microsoft.com/office/drawing/2014/main" id="{89203B64-A91C-E3BB-D1FC-8CBDBBAAE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6" name="Freeform 112">
              <a:extLst>
                <a:ext uri="{FF2B5EF4-FFF2-40B4-BE49-F238E27FC236}">
                  <a16:creationId xmlns:a16="http://schemas.microsoft.com/office/drawing/2014/main" id="{64152863-2B5F-9B85-4DCE-2875E496FF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7" name="Freeform 113">
              <a:extLst>
                <a:ext uri="{FF2B5EF4-FFF2-40B4-BE49-F238E27FC236}">
                  <a16:creationId xmlns:a16="http://schemas.microsoft.com/office/drawing/2014/main" id="{73065D37-6F11-8A40-B84A-1E0CF33D19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8" name="Freeform 114">
              <a:extLst>
                <a:ext uri="{FF2B5EF4-FFF2-40B4-BE49-F238E27FC236}">
                  <a16:creationId xmlns:a16="http://schemas.microsoft.com/office/drawing/2014/main" id="{B25466D7-011B-0E03-D838-5C01198FAC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19" name="Freeform 115">
              <a:extLst>
                <a:ext uri="{FF2B5EF4-FFF2-40B4-BE49-F238E27FC236}">
                  <a16:creationId xmlns:a16="http://schemas.microsoft.com/office/drawing/2014/main" id="{8E5F0949-18B5-F8CE-8C74-D171DB9CBA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0" name="Freeform 116">
              <a:extLst>
                <a:ext uri="{FF2B5EF4-FFF2-40B4-BE49-F238E27FC236}">
                  <a16:creationId xmlns:a16="http://schemas.microsoft.com/office/drawing/2014/main" id="{107B41AF-FE23-1C1E-76A4-E98113F01F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1" name="Freeform 117">
              <a:extLst>
                <a:ext uri="{FF2B5EF4-FFF2-40B4-BE49-F238E27FC236}">
                  <a16:creationId xmlns:a16="http://schemas.microsoft.com/office/drawing/2014/main" id="{DEC6578C-8D79-FE3F-1AB8-6545B6B0D8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2" name="Freeform 118">
              <a:extLst>
                <a:ext uri="{FF2B5EF4-FFF2-40B4-BE49-F238E27FC236}">
                  <a16:creationId xmlns:a16="http://schemas.microsoft.com/office/drawing/2014/main" id="{75423306-C23B-CE57-59AC-1E645406B4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3" name="Freeform 119">
              <a:extLst>
                <a:ext uri="{FF2B5EF4-FFF2-40B4-BE49-F238E27FC236}">
                  <a16:creationId xmlns:a16="http://schemas.microsoft.com/office/drawing/2014/main" id="{8BA3C5C9-33FC-976D-8120-06779119B7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4" name="Freeform 120">
              <a:extLst>
                <a:ext uri="{FF2B5EF4-FFF2-40B4-BE49-F238E27FC236}">
                  <a16:creationId xmlns:a16="http://schemas.microsoft.com/office/drawing/2014/main" id="{581DCED1-C666-CBFB-84D0-178C7FCBF3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5" name="Freeform 121">
              <a:extLst>
                <a:ext uri="{FF2B5EF4-FFF2-40B4-BE49-F238E27FC236}">
                  <a16:creationId xmlns:a16="http://schemas.microsoft.com/office/drawing/2014/main" id="{A0E5A791-5E6C-AF00-10CF-BBA6F68AE5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5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6" name="Rectangle 122">
              <a:extLst>
                <a:ext uri="{FF2B5EF4-FFF2-40B4-BE49-F238E27FC236}">
                  <a16:creationId xmlns:a16="http://schemas.microsoft.com/office/drawing/2014/main" id="{97BC3405-513B-28D6-7267-CCA56E294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5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7" name="Rectangle 123">
              <a:extLst>
                <a:ext uri="{FF2B5EF4-FFF2-40B4-BE49-F238E27FC236}">
                  <a16:creationId xmlns:a16="http://schemas.microsoft.com/office/drawing/2014/main" id="{D872B990-A7D6-C61A-0513-D8D19B743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8" name="Freeform 124">
              <a:extLst>
                <a:ext uri="{FF2B5EF4-FFF2-40B4-BE49-F238E27FC236}">
                  <a16:creationId xmlns:a16="http://schemas.microsoft.com/office/drawing/2014/main" id="{0DDF5D4A-A83E-057D-E529-6F30189AA3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29" name="Freeform 125">
              <a:extLst>
                <a:ext uri="{FF2B5EF4-FFF2-40B4-BE49-F238E27FC236}">
                  <a16:creationId xmlns:a16="http://schemas.microsoft.com/office/drawing/2014/main" id="{D541F6BF-8A8F-9BBF-1C39-1415305012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0" name="Freeform 126">
              <a:extLst>
                <a:ext uri="{FF2B5EF4-FFF2-40B4-BE49-F238E27FC236}">
                  <a16:creationId xmlns:a16="http://schemas.microsoft.com/office/drawing/2014/main" id="{172F36F9-8963-4884-88C7-94D4E64C72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1" name="Freeform 127">
              <a:extLst>
                <a:ext uri="{FF2B5EF4-FFF2-40B4-BE49-F238E27FC236}">
                  <a16:creationId xmlns:a16="http://schemas.microsoft.com/office/drawing/2014/main" id="{6B54E056-57E2-9CBA-590C-CA0ACAEC16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2" name="Freeform 128">
              <a:extLst>
                <a:ext uri="{FF2B5EF4-FFF2-40B4-BE49-F238E27FC236}">
                  <a16:creationId xmlns:a16="http://schemas.microsoft.com/office/drawing/2014/main" id="{592E5101-FDC8-1714-9EBB-26A9A210DD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3" name="Freeform 129">
              <a:extLst>
                <a:ext uri="{FF2B5EF4-FFF2-40B4-BE49-F238E27FC236}">
                  <a16:creationId xmlns:a16="http://schemas.microsoft.com/office/drawing/2014/main" id="{0C47F553-D6B8-8A78-2744-71BD9FD71C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4" name="Freeform 130">
              <a:extLst>
                <a:ext uri="{FF2B5EF4-FFF2-40B4-BE49-F238E27FC236}">
                  <a16:creationId xmlns:a16="http://schemas.microsoft.com/office/drawing/2014/main" id="{E5E6E90F-1553-C869-5856-DDDAFA79BD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5" name="Freeform 131">
              <a:extLst>
                <a:ext uri="{FF2B5EF4-FFF2-40B4-BE49-F238E27FC236}">
                  <a16:creationId xmlns:a16="http://schemas.microsoft.com/office/drawing/2014/main" id="{5A14D75C-CA1D-4D90-0A5B-792C98167E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6" name="Freeform 132">
              <a:extLst>
                <a:ext uri="{FF2B5EF4-FFF2-40B4-BE49-F238E27FC236}">
                  <a16:creationId xmlns:a16="http://schemas.microsoft.com/office/drawing/2014/main" id="{8173E23F-9DCE-1F2C-F8B2-7111A12307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7" name="Freeform 133">
              <a:extLst>
                <a:ext uri="{FF2B5EF4-FFF2-40B4-BE49-F238E27FC236}">
                  <a16:creationId xmlns:a16="http://schemas.microsoft.com/office/drawing/2014/main" id="{381607F2-E59A-BB0C-999C-FCA107D587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8" name="Rectangle 134">
              <a:extLst>
                <a:ext uri="{FF2B5EF4-FFF2-40B4-BE49-F238E27FC236}">
                  <a16:creationId xmlns:a16="http://schemas.microsoft.com/office/drawing/2014/main" id="{58A151C1-234F-1DE8-3D30-D30839353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39" name="Rectangle 135">
              <a:extLst>
                <a:ext uri="{FF2B5EF4-FFF2-40B4-BE49-F238E27FC236}">
                  <a16:creationId xmlns:a16="http://schemas.microsoft.com/office/drawing/2014/main" id="{80FC70C9-38EE-B09B-23A6-1BEB10E81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23"/>
              <a:ext cx="20" cy="10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0" name="Freeform 136">
              <a:extLst>
                <a:ext uri="{FF2B5EF4-FFF2-40B4-BE49-F238E27FC236}">
                  <a16:creationId xmlns:a16="http://schemas.microsoft.com/office/drawing/2014/main" id="{8FE8D7BF-F5A2-AB24-848A-28CFB535BA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5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1" name="Freeform 137">
              <a:extLst>
                <a:ext uri="{FF2B5EF4-FFF2-40B4-BE49-F238E27FC236}">
                  <a16:creationId xmlns:a16="http://schemas.microsoft.com/office/drawing/2014/main" id="{83569693-A53E-434B-F488-7E7CB3FC7C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630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2" name="Freeform 138">
              <a:extLst>
                <a:ext uri="{FF2B5EF4-FFF2-40B4-BE49-F238E27FC236}">
                  <a16:creationId xmlns:a16="http://schemas.microsoft.com/office/drawing/2014/main" id="{FE8F60BD-6E9B-1BD0-B5AA-E73E671161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034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3" name="Freeform 139">
              <a:extLst>
                <a:ext uri="{FF2B5EF4-FFF2-40B4-BE49-F238E27FC236}">
                  <a16:creationId xmlns:a16="http://schemas.microsoft.com/office/drawing/2014/main" id="{70BB8F2D-551A-7BAD-0A77-5C08055C3F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438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4" name="Freeform 140">
              <a:extLst>
                <a:ext uri="{FF2B5EF4-FFF2-40B4-BE49-F238E27FC236}">
                  <a16:creationId xmlns:a16="http://schemas.microsoft.com/office/drawing/2014/main" id="{8C37F3E4-64F7-956A-9ED0-5D2B8722FC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1843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5" name="Freeform 141">
              <a:extLst>
                <a:ext uri="{FF2B5EF4-FFF2-40B4-BE49-F238E27FC236}">
                  <a16:creationId xmlns:a16="http://schemas.microsoft.com/office/drawing/2014/main" id="{0BE5FAA7-B5A1-F97F-F3B5-1BB5750374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247"/>
              <a:ext cx="20" cy="304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6" name="Freeform 142">
              <a:extLst>
                <a:ext uri="{FF2B5EF4-FFF2-40B4-BE49-F238E27FC236}">
                  <a16:creationId xmlns:a16="http://schemas.microsoft.com/office/drawing/2014/main" id="{50D8E0CA-F1D2-A7C9-3F95-9F4624D924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2652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7" name="Freeform 143">
              <a:extLst>
                <a:ext uri="{FF2B5EF4-FFF2-40B4-BE49-F238E27FC236}">
                  <a16:creationId xmlns:a16="http://schemas.microsoft.com/office/drawing/2014/main" id="{4996C0DA-CB11-6430-8D74-2B2DF5D3B4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056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8" name="Freeform 144">
              <a:extLst>
                <a:ext uri="{FF2B5EF4-FFF2-40B4-BE49-F238E27FC236}">
                  <a16:creationId xmlns:a16="http://schemas.microsoft.com/office/drawing/2014/main" id="{75666CFD-129D-9277-C58B-D0C836EF9D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461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49" name="Freeform 145">
              <a:extLst>
                <a:ext uri="{FF2B5EF4-FFF2-40B4-BE49-F238E27FC236}">
                  <a16:creationId xmlns:a16="http://schemas.microsoft.com/office/drawing/2014/main" id="{3382BD9E-E797-12C1-15E3-8C8C58477D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" y="3865"/>
              <a:ext cx="20" cy="303"/>
            </a:xfrm>
            <a:custGeom>
              <a:avLst/>
              <a:gdLst>
                <a:gd name="T0" fmla="*/ 0 w 4"/>
                <a:gd name="T1" fmla="*/ 0 h 60"/>
                <a:gd name="T2" fmla="*/ 0 w 4"/>
                <a:gd name="T3" fmla="*/ 20 h 60"/>
                <a:gd name="T4" fmla="*/ 4 w 4"/>
                <a:gd name="T5" fmla="*/ 20 h 60"/>
                <a:gd name="T6" fmla="*/ 4 w 4"/>
                <a:gd name="T7" fmla="*/ 0 h 60"/>
                <a:gd name="T8" fmla="*/ 0 w 4"/>
                <a:gd name="T9" fmla="*/ 0 h 60"/>
                <a:gd name="T10" fmla="*/ 0 w 4"/>
                <a:gd name="T11" fmla="*/ 40 h 60"/>
                <a:gd name="T12" fmla="*/ 0 w 4"/>
                <a:gd name="T13" fmla="*/ 60 h 60"/>
                <a:gd name="T14" fmla="*/ 4 w 4"/>
                <a:gd name="T15" fmla="*/ 60 h 60"/>
                <a:gd name="T16" fmla="*/ 4 w 4"/>
                <a:gd name="T17" fmla="*/ 40 h 60"/>
                <a:gd name="T18" fmla="*/ 0 w 4"/>
                <a:gd name="T19" fmla="*/ 4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0">
                  <a:moveTo>
                    <a:pt x="0" y="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4" y="0"/>
                  </a:lnTo>
                  <a:lnTo>
                    <a:pt x="0" y="0"/>
                  </a:lnTo>
                  <a:close/>
                  <a:moveTo>
                    <a:pt x="0" y="40"/>
                  </a:moveTo>
                  <a:lnTo>
                    <a:pt x="0" y="60"/>
                  </a:lnTo>
                  <a:lnTo>
                    <a:pt x="4" y="60"/>
                  </a:lnTo>
                  <a:lnTo>
                    <a:pt x="4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0" name="Rectangle 146">
              <a:extLst>
                <a:ext uri="{FF2B5EF4-FFF2-40B4-BE49-F238E27FC236}">
                  <a16:creationId xmlns:a16="http://schemas.microsoft.com/office/drawing/2014/main" id="{FD5D23FC-865C-B5F2-904A-34E914CC40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" y="4269"/>
              <a:ext cx="20" cy="51"/>
            </a:xfrm>
            <a:prstGeom prst="rect">
              <a:avLst/>
            </a:pr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1" name="Freeform 147">
              <a:extLst>
                <a:ext uri="{FF2B5EF4-FFF2-40B4-BE49-F238E27FC236}">
                  <a16:creationId xmlns:a16="http://schemas.microsoft.com/office/drawing/2014/main" id="{047E7742-1A89-84E8-0F95-22EB443E5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" y="3304"/>
              <a:ext cx="20" cy="10"/>
            </a:xfrm>
            <a:custGeom>
              <a:avLst/>
              <a:gdLst>
                <a:gd name="T0" fmla="*/ 0 w 4"/>
                <a:gd name="T1" fmla="*/ 1 h 2"/>
                <a:gd name="T2" fmla="*/ 0 w 4"/>
                <a:gd name="T3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" h="2">
                  <a:moveTo>
                    <a:pt x="0" y="1"/>
                  </a:moveTo>
                  <a:cubicBezTo>
                    <a:pt x="1" y="2"/>
                    <a:pt x="4" y="0"/>
                    <a:pt x="0" y="1"/>
                  </a:cubicBezTo>
                  <a:close/>
                </a:path>
              </a:pathLst>
            </a:custGeom>
            <a:solidFill>
              <a:schemeClr val="bg2">
                <a:alpha val="60001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52" name="Group 148">
            <a:extLst>
              <a:ext uri="{FF2B5EF4-FFF2-40B4-BE49-F238E27FC236}">
                <a16:creationId xmlns:a16="http://schemas.microsoft.com/office/drawing/2014/main" id="{D8A6923B-C121-18CA-D6FC-C3278F5EED20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444875"/>
            <a:ext cx="533400" cy="492125"/>
            <a:chOff x="96" y="2784"/>
            <a:chExt cx="1062" cy="981"/>
          </a:xfrm>
        </p:grpSpPr>
        <p:sp>
          <p:nvSpPr>
            <p:cNvPr id="175253" name="Freeform 149">
              <a:extLst>
                <a:ext uri="{FF2B5EF4-FFF2-40B4-BE49-F238E27FC236}">
                  <a16:creationId xmlns:a16="http://schemas.microsoft.com/office/drawing/2014/main" id="{90D92843-0F5E-0A37-C61E-E1BD73F76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4" name="Freeform 150">
              <a:extLst>
                <a:ext uri="{FF2B5EF4-FFF2-40B4-BE49-F238E27FC236}">
                  <a16:creationId xmlns:a16="http://schemas.microsoft.com/office/drawing/2014/main" id="{978FE92E-3F21-269E-BD45-99D206C625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5" name="Freeform 151">
              <a:extLst>
                <a:ext uri="{FF2B5EF4-FFF2-40B4-BE49-F238E27FC236}">
                  <a16:creationId xmlns:a16="http://schemas.microsoft.com/office/drawing/2014/main" id="{14FD89B2-76FE-9566-4B56-690FD081D0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6" name="Freeform 152">
              <a:extLst>
                <a:ext uri="{FF2B5EF4-FFF2-40B4-BE49-F238E27FC236}">
                  <a16:creationId xmlns:a16="http://schemas.microsoft.com/office/drawing/2014/main" id="{22378338-2C01-419F-B5D0-D32C15B187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7" name="Freeform 153">
              <a:extLst>
                <a:ext uri="{FF2B5EF4-FFF2-40B4-BE49-F238E27FC236}">
                  <a16:creationId xmlns:a16="http://schemas.microsoft.com/office/drawing/2014/main" id="{0B6AD010-F1CD-375E-08F6-873F7DAE18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8" name="Freeform 154">
              <a:extLst>
                <a:ext uri="{FF2B5EF4-FFF2-40B4-BE49-F238E27FC236}">
                  <a16:creationId xmlns:a16="http://schemas.microsoft.com/office/drawing/2014/main" id="{9D87BCFC-BBD9-302F-96C2-9EBCC17C10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59" name="Freeform 155">
              <a:extLst>
                <a:ext uri="{FF2B5EF4-FFF2-40B4-BE49-F238E27FC236}">
                  <a16:creationId xmlns:a16="http://schemas.microsoft.com/office/drawing/2014/main" id="{D7CA5901-09D3-1E0B-88CD-E1FF970EC9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0" name="Freeform 156">
              <a:extLst>
                <a:ext uri="{FF2B5EF4-FFF2-40B4-BE49-F238E27FC236}">
                  <a16:creationId xmlns:a16="http://schemas.microsoft.com/office/drawing/2014/main" id="{482E0A21-E0E6-6E4B-071D-06D6503027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1" name="Freeform 157">
              <a:extLst>
                <a:ext uri="{FF2B5EF4-FFF2-40B4-BE49-F238E27FC236}">
                  <a16:creationId xmlns:a16="http://schemas.microsoft.com/office/drawing/2014/main" id="{CD2FC61B-DE76-894B-E5AC-FBEBEF8951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2" name="Freeform 158">
              <a:extLst>
                <a:ext uri="{FF2B5EF4-FFF2-40B4-BE49-F238E27FC236}">
                  <a16:creationId xmlns:a16="http://schemas.microsoft.com/office/drawing/2014/main" id="{63D04B20-747C-B7AB-B136-F8CFABC397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3" name="Freeform 159">
              <a:extLst>
                <a:ext uri="{FF2B5EF4-FFF2-40B4-BE49-F238E27FC236}">
                  <a16:creationId xmlns:a16="http://schemas.microsoft.com/office/drawing/2014/main" id="{04E91D3B-BBE7-138C-CBBB-A397528022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4" name="Freeform 160">
              <a:extLst>
                <a:ext uri="{FF2B5EF4-FFF2-40B4-BE49-F238E27FC236}">
                  <a16:creationId xmlns:a16="http://schemas.microsoft.com/office/drawing/2014/main" id="{5A6E4A3E-139A-F8AA-EEF9-B93762BCCB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5" name="Freeform 161">
              <a:extLst>
                <a:ext uri="{FF2B5EF4-FFF2-40B4-BE49-F238E27FC236}">
                  <a16:creationId xmlns:a16="http://schemas.microsoft.com/office/drawing/2014/main" id="{6F3C39AD-A90D-4278-9A39-AB54F06CF6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66" name="Group 162">
            <a:extLst>
              <a:ext uri="{FF2B5EF4-FFF2-40B4-BE49-F238E27FC236}">
                <a16:creationId xmlns:a16="http://schemas.microsoft.com/office/drawing/2014/main" id="{74F487D8-3290-CB58-AD6F-317B961F3491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552950"/>
            <a:ext cx="533400" cy="492125"/>
            <a:chOff x="96" y="2784"/>
            <a:chExt cx="1062" cy="981"/>
          </a:xfrm>
        </p:grpSpPr>
        <p:sp>
          <p:nvSpPr>
            <p:cNvPr id="175267" name="Freeform 163">
              <a:extLst>
                <a:ext uri="{FF2B5EF4-FFF2-40B4-BE49-F238E27FC236}">
                  <a16:creationId xmlns:a16="http://schemas.microsoft.com/office/drawing/2014/main" id="{2B7C2FEE-9EB0-D297-36E5-B060F24EAF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8" name="Freeform 164">
              <a:extLst>
                <a:ext uri="{FF2B5EF4-FFF2-40B4-BE49-F238E27FC236}">
                  <a16:creationId xmlns:a16="http://schemas.microsoft.com/office/drawing/2014/main" id="{905297D4-0476-CA4F-1E31-985DD3A133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69" name="Freeform 165">
              <a:extLst>
                <a:ext uri="{FF2B5EF4-FFF2-40B4-BE49-F238E27FC236}">
                  <a16:creationId xmlns:a16="http://schemas.microsoft.com/office/drawing/2014/main" id="{3AC9BD55-71B7-C5DF-E578-29D975894C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0" name="Freeform 166">
              <a:extLst>
                <a:ext uri="{FF2B5EF4-FFF2-40B4-BE49-F238E27FC236}">
                  <a16:creationId xmlns:a16="http://schemas.microsoft.com/office/drawing/2014/main" id="{9E842274-D72B-9199-FF76-6D88A96DAF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1" name="Freeform 167">
              <a:extLst>
                <a:ext uri="{FF2B5EF4-FFF2-40B4-BE49-F238E27FC236}">
                  <a16:creationId xmlns:a16="http://schemas.microsoft.com/office/drawing/2014/main" id="{76EE3C6E-B9F6-88B5-A250-A28BC3E666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2" name="Freeform 168">
              <a:extLst>
                <a:ext uri="{FF2B5EF4-FFF2-40B4-BE49-F238E27FC236}">
                  <a16:creationId xmlns:a16="http://schemas.microsoft.com/office/drawing/2014/main" id="{DB19570A-F6E4-6A57-4F9F-0DB82E7AF2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3" name="Freeform 169">
              <a:extLst>
                <a:ext uri="{FF2B5EF4-FFF2-40B4-BE49-F238E27FC236}">
                  <a16:creationId xmlns:a16="http://schemas.microsoft.com/office/drawing/2014/main" id="{0D1C6E23-240C-A20F-66C7-AABC6911919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4" name="Freeform 170">
              <a:extLst>
                <a:ext uri="{FF2B5EF4-FFF2-40B4-BE49-F238E27FC236}">
                  <a16:creationId xmlns:a16="http://schemas.microsoft.com/office/drawing/2014/main" id="{4042357D-CB90-9048-9273-6FDC6635EE5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5" name="Freeform 171">
              <a:extLst>
                <a:ext uri="{FF2B5EF4-FFF2-40B4-BE49-F238E27FC236}">
                  <a16:creationId xmlns:a16="http://schemas.microsoft.com/office/drawing/2014/main" id="{D8262255-488A-97E1-5EE9-FD8A20FCCC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6" name="Freeform 172">
              <a:extLst>
                <a:ext uri="{FF2B5EF4-FFF2-40B4-BE49-F238E27FC236}">
                  <a16:creationId xmlns:a16="http://schemas.microsoft.com/office/drawing/2014/main" id="{FCD98BF4-70AC-BA1C-81EC-BD6E25AD56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7" name="Freeform 173">
              <a:extLst>
                <a:ext uri="{FF2B5EF4-FFF2-40B4-BE49-F238E27FC236}">
                  <a16:creationId xmlns:a16="http://schemas.microsoft.com/office/drawing/2014/main" id="{0342F5C1-3F7E-BA9C-5733-F7DBB7E1B1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8" name="Freeform 174">
              <a:extLst>
                <a:ext uri="{FF2B5EF4-FFF2-40B4-BE49-F238E27FC236}">
                  <a16:creationId xmlns:a16="http://schemas.microsoft.com/office/drawing/2014/main" id="{71458257-40AA-11A3-DCBD-8ABC986240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79" name="Freeform 175">
              <a:extLst>
                <a:ext uri="{FF2B5EF4-FFF2-40B4-BE49-F238E27FC236}">
                  <a16:creationId xmlns:a16="http://schemas.microsoft.com/office/drawing/2014/main" id="{F2B3C266-0E3F-0A26-F7AF-22F9860A99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80" name="Group 176">
            <a:extLst>
              <a:ext uri="{FF2B5EF4-FFF2-40B4-BE49-F238E27FC236}">
                <a16:creationId xmlns:a16="http://schemas.microsoft.com/office/drawing/2014/main" id="{FB9D41AB-5869-E3EE-F22A-EA98515E6AA0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5562600"/>
            <a:ext cx="533400" cy="492125"/>
            <a:chOff x="96" y="2784"/>
            <a:chExt cx="1062" cy="981"/>
          </a:xfrm>
        </p:grpSpPr>
        <p:sp>
          <p:nvSpPr>
            <p:cNvPr id="175281" name="Freeform 177">
              <a:extLst>
                <a:ext uri="{FF2B5EF4-FFF2-40B4-BE49-F238E27FC236}">
                  <a16:creationId xmlns:a16="http://schemas.microsoft.com/office/drawing/2014/main" id="{54E99369-DBF7-7109-6D05-16411C264C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2" name="Freeform 178">
              <a:extLst>
                <a:ext uri="{FF2B5EF4-FFF2-40B4-BE49-F238E27FC236}">
                  <a16:creationId xmlns:a16="http://schemas.microsoft.com/office/drawing/2014/main" id="{3FB87F95-948F-0AD2-8A34-6F1A0011EC9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3" name="Freeform 179">
              <a:extLst>
                <a:ext uri="{FF2B5EF4-FFF2-40B4-BE49-F238E27FC236}">
                  <a16:creationId xmlns:a16="http://schemas.microsoft.com/office/drawing/2014/main" id="{16DA6297-CE4D-B505-6C55-1E0C96C83E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4" name="Freeform 180">
              <a:extLst>
                <a:ext uri="{FF2B5EF4-FFF2-40B4-BE49-F238E27FC236}">
                  <a16:creationId xmlns:a16="http://schemas.microsoft.com/office/drawing/2014/main" id="{04621FEC-8FDE-45F1-044C-1E66677E07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5" name="Freeform 181">
              <a:extLst>
                <a:ext uri="{FF2B5EF4-FFF2-40B4-BE49-F238E27FC236}">
                  <a16:creationId xmlns:a16="http://schemas.microsoft.com/office/drawing/2014/main" id="{43C5F65F-7162-E393-D7C3-CF0CBC2B16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6" name="Freeform 182">
              <a:extLst>
                <a:ext uri="{FF2B5EF4-FFF2-40B4-BE49-F238E27FC236}">
                  <a16:creationId xmlns:a16="http://schemas.microsoft.com/office/drawing/2014/main" id="{3CB3EB80-0342-3A79-9550-1A9E600E31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7" name="Freeform 183">
              <a:extLst>
                <a:ext uri="{FF2B5EF4-FFF2-40B4-BE49-F238E27FC236}">
                  <a16:creationId xmlns:a16="http://schemas.microsoft.com/office/drawing/2014/main" id="{979A52FA-CEEE-8945-DA50-5A3ECBF2EC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8" name="Freeform 184">
              <a:extLst>
                <a:ext uri="{FF2B5EF4-FFF2-40B4-BE49-F238E27FC236}">
                  <a16:creationId xmlns:a16="http://schemas.microsoft.com/office/drawing/2014/main" id="{4754E4B6-AFBD-F1F0-F9D6-59EB8B19D8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89" name="Freeform 185">
              <a:extLst>
                <a:ext uri="{FF2B5EF4-FFF2-40B4-BE49-F238E27FC236}">
                  <a16:creationId xmlns:a16="http://schemas.microsoft.com/office/drawing/2014/main" id="{4306CFA3-3B87-7151-6F0F-AEAA2B9207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0" name="Freeform 186">
              <a:extLst>
                <a:ext uri="{FF2B5EF4-FFF2-40B4-BE49-F238E27FC236}">
                  <a16:creationId xmlns:a16="http://schemas.microsoft.com/office/drawing/2014/main" id="{F12221E0-CC04-E73A-378A-8680A7C7B9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1" name="Freeform 187">
              <a:extLst>
                <a:ext uri="{FF2B5EF4-FFF2-40B4-BE49-F238E27FC236}">
                  <a16:creationId xmlns:a16="http://schemas.microsoft.com/office/drawing/2014/main" id="{A4E02981-735B-BE33-1A26-0A187377AD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2" name="Freeform 188">
              <a:extLst>
                <a:ext uri="{FF2B5EF4-FFF2-40B4-BE49-F238E27FC236}">
                  <a16:creationId xmlns:a16="http://schemas.microsoft.com/office/drawing/2014/main" id="{60287C03-6CBF-A85D-2578-497FC974D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3" name="Freeform 189">
              <a:extLst>
                <a:ext uri="{FF2B5EF4-FFF2-40B4-BE49-F238E27FC236}">
                  <a16:creationId xmlns:a16="http://schemas.microsoft.com/office/drawing/2014/main" id="{9CF76ABE-59CA-92E5-BDE8-DE6C417F11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294" name="Group 190">
            <a:extLst>
              <a:ext uri="{FF2B5EF4-FFF2-40B4-BE49-F238E27FC236}">
                <a16:creationId xmlns:a16="http://schemas.microsoft.com/office/drawing/2014/main" id="{76E74B1A-42CD-C652-1DEA-582C0BE8087E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962400"/>
            <a:ext cx="533400" cy="492125"/>
            <a:chOff x="96" y="2784"/>
            <a:chExt cx="1062" cy="981"/>
          </a:xfrm>
        </p:grpSpPr>
        <p:sp>
          <p:nvSpPr>
            <p:cNvPr id="175295" name="Freeform 191">
              <a:extLst>
                <a:ext uri="{FF2B5EF4-FFF2-40B4-BE49-F238E27FC236}">
                  <a16:creationId xmlns:a16="http://schemas.microsoft.com/office/drawing/2014/main" id="{21F19714-9A81-1A03-100F-56472EA5F2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6" name="Freeform 192">
              <a:extLst>
                <a:ext uri="{FF2B5EF4-FFF2-40B4-BE49-F238E27FC236}">
                  <a16:creationId xmlns:a16="http://schemas.microsoft.com/office/drawing/2014/main" id="{E17C94D0-0D8F-AE90-C20A-698044CE71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7" name="Freeform 193">
              <a:extLst>
                <a:ext uri="{FF2B5EF4-FFF2-40B4-BE49-F238E27FC236}">
                  <a16:creationId xmlns:a16="http://schemas.microsoft.com/office/drawing/2014/main" id="{9BF1EC15-766D-9C5A-0864-C33EB5319D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8" name="Freeform 194">
              <a:extLst>
                <a:ext uri="{FF2B5EF4-FFF2-40B4-BE49-F238E27FC236}">
                  <a16:creationId xmlns:a16="http://schemas.microsoft.com/office/drawing/2014/main" id="{5914C7A9-971A-BDDB-CB28-A2EAF0D98D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299" name="Freeform 195">
              <a:extLst>
                <a:ext uri="{FF2B5EF4-FFF2-40B4-BE49-F238E27FC236}">
                  <a16:creationId xmlns:a16="http://schemas.microsoft.com/office/drawing/2014/main" id="{F61F3811-2825-7192-F511-FD70BE421E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0" name="Freeform 196">
              <a:extLst>
                <a:ext uri="{FF2B5EF4-FFF2-40B4-BE49-F238E27FC236}">
                  <a16:creationId xmlns:a16="http://schemas.microsoft.com/office/drawing/2014/main" id="{DDD6C781-E6B4-AE56-19D3-232400D86D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1" name="Freeform 197">
              <a:extLst>
                <a:ext uri="{FF2B5EF4-FFF2-40B4-BE49-F238E27FC236}">
                  <a16:creationId xmlns:a16="http://schemas.microsoft.com/office/drawing/2014/main" id="{36C0A48F-DFCD-8BCF-BB88-0F237ABF85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2" name="Freeform 198">
              <a:extLst>
                <a:ext uri="{FF2B5EF4-FFF2-40B4-BE49-F238E27FC236}">
                  <a16:creationId xmlns:a16="http://schemas.microsoft.com/office/drawing/2014/main" id="{911B1B82-F580-1BA1-B358-EE50537F4D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3" name="Freeform 199">
              <a:extLst>
                <a:ext uri="{FF2B5EF4-FFF2-40B4-BE49-F238E27FC236}">
                  <a16:creationId xmlns:a16="http://schemas.microsoft.com/office/drawing/2014/main" id="{340601A1-839F-CB6B-0FB6-37FE77E9B7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4" name="Freeform 200">
              <a:extLst>
                <a:ext uri="{FF2B5EF4-FFF2-40B4-BE49-F238E27FC236}">
                  <a16:creationId xmlns:a16="http://schemas.microsoft.com/office/drawing/2014/main" id="{68E8BF3E-5BB1-A7E7-0F03-FB44704019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5" name="Freeform 201">
              <a:extLst>
                <a:ext uri="{FF2B5EF4-FFF2-40B4-BE49-F238E27FC236}">
                  <a16:creationId xmlns:a16="http://schemas.microsoft.com/office/drawing/2014/main" id="{942D0368-6718-676A-96EC-6A5774AECC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6" name="Freeform 202">
              <a:extLst>
                <a:ext uri="{FF2B5EF4-FFF2-40B4-BE49-F238E27FC236}">
                  <a16:creationId xmlns:a16="http://schemas.microsoft.com/office/drawing/2014/main" id="{F54F5EA2-1153-23FB-9A34-71D42D0F0C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07" name="Freeform 203">
              <a:extLst>
                <a:ext uri="{FF2B5EF4-FFF2-40B4-BE49-F238E27FC236}">
                  <a16:creationId xmlns:a16="http://schemas.microsoft.com/office/drawing/2014/main" id="{3AFB8007-F8E4-06D6-6599-F99722084E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08" name="Group 204">
            <a:extLst>
              <a:ext uri="{FF2B5EF4-FFF2-40B4-BE49-F238E27FC236}">
                <a16:creationId xmlns:a16="http://schemas.microsoft.com/office/drawing/2014/main" id="{B8092DA3-37B4-C9CC-796C-81D9612CAEFA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5070475"/>
            <a:ext cx="533400" cy="492125"/>
            <a:chOff x="96" y="2784"/>
            <a:chExt cx="1062" cy="981"/>
          </a:xfrm>
        </p:grpSpPr>
        <p:sp>
          <p:nvSpPr>
            <p:cNvPr id="175309" name="Freeform 205">
              <a:extLst>
                <a:ext uri="{FF2B5EF4-FFF2-40B4-BE49-F238E27FC236}">
                  <a16:creationId xmlns:a16="http://schemas.microsoft.com/office/drawing/2014/main" id="{0D866128-5CDD-8BDC-2E04-2F1C4BEDE9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0" name="Freeform 206">
              <a:extLst>
                <a:ext uri="{FF2B5EF4-FFF2-40B4-BE49-F238E27FC236}">
                  <a16:creationId xmlns:a16="http://schemas.microsoft.com/office/drawing/2014/main" id="{807EF3E2-B3C8-EB6B-BE46-749FC9BE75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1" name="Freeform 207">
              <a:extLst>
                <a:ext uri="{FF2B5EF4-FFF2-40B4-BE49-F238E27FC236}">
                  <a16:creationId xmlns:a16="http://schemas.microsoft.com/office/drawing/2014/main" id="{4D1B44E8-E952-8EB5-695F-AA717C3E2E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2" name="Freeform 208">
              <a:extLst>
                <a:ext uri="{FF2B5EF4-FFF2-40B4-BE49-F238E27FC236}">
                  <a16:creationId xmlns:a16="http://schemas.microsoft.com/office/drawing/2014/main" id="{18916981-7C72-3DD6-F5F8-796208D354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3" name="Freeform 209">
              <a:extLst>
                <a:ext uri="{FF2B5EF4-FFF2-40B4-BE49-F238E27FC236}">
                  <a16:creationId xmlns:a16="http://schemas.microsoft.com/office/drawing/2014/main" id="{86575ACE-06DB-6496-786F-27E4C0F82D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4" name="Freeform 210">
              <a:extLst>
                <a:ext uri="{FF2B5EF4-FFF2-40B4-BE49-F238E27FC236}">
                  <a16:creationId xmlns:a16="http://schemas.microsoft.com/office/drawing/2014/main" id="{CC6F707E-C180-12A8-5B31-EABF9E099E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5" name="Freeform 211">
              <a:extLst>
                <a:ext uri="{FF2B5EF4-FFF2-40B4-BE49-F238E27FC236}">
                  <a16:creationId xmlns:a16="http://schemas.microsoft.com/office/drawing/2014/main" id="{CA7BDB77-2564-494A-A471-DAA6543873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6" name="Freeform 212">
              <a:extLst>
                <a:ext uri="{FF2B5EF4-FFF2-40B4-BE49-F238E27FC236}">
                  <a16:creationId xmlns:a16="http://schemas.microsoft.com/office/drawing/2014/main" id="{6EF4694E-402E-6597-559C-9FD391E3CFB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7" name="Freeform 213">
              <a:extLst>
                <a:ext uri="{FF2B5EF4-FFF2-40B4-BE49-F238E27FC236}">
                  <a16:creationId xmlns:a16="http://schemas.microsoft.com/office/drawing/2014/main" id="{72457D04-C972-E1A5-C7DC-85D894449CE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8" name="Freeform 214">
              <a:extLst>
                <a:ext uri="{FF2B5EF4-FFF2-40B4-BE49-F238E27FC236}">
                  <a16:creationId xmlns:a16="http://schemas.microsoft.com/office/drawing/2014/main" id="{D7F0910B-6AD2-C76F-88ED-E5AA4A8FF2C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19" name="Freeform 215">
              <a:extLst>
                <a:ext uri="{FF2B5EF4-FFF2-40B4-BE49-F238E27FC236}">
                  <a16:creationId xmlns:a16="http://schemas.microsoft.com/office/drawing/2014/main" id="{F72818B1-D9F5-9113-42E8-465E0871A1F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0" name="Freeform 216">
              <a:extLst>
                <a:ext uri="{FF2B5EF4-FFF2-40B4-BE49-F238E27FC236}">
                  <a16:creationId xmlns:a16="http://schemas.microsoft.com/office/drawing/2014/main" id="{112147DD-E854-D69F-C63F-699C52E80B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1" name="Freeform 217">
              <a:extLst>
                <a:ext uri="{FF2B5EF4-FFF2-40B4-BE49-F238E27FC236}">
                  <a16:creationId xmlns:a16="http://schemas.microsoft.com/office/drawing/2014/main" id="{3D118D65-D5C3-6DE8-A5E5-54836C28D6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22" name="Group 218">
            <a:extLst>
              <a:ext uri="{FF2B5EF4-FFF2-40B4-BE49-F238E27FC236}">
                <a16:creationId xmlns:a16="http://schemas.microsoft.com/office/drawing/2014/main" id="{9E4A45D3-B23F-1C13-B2A8-13E617DA1A47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6121400"/>
            <a:ext cx="533400" cy="492125"/>
            <a:chOff x="96" y="2784"/>
            <a:chExt cx="1062" cy="981"/>
          </a:xfrm>
        </p:grpSpPr>
        <p:sp>
          <p:nvSpPr>
            <p:cNvPr id="175323" name="Freeform 219">
              <a:extLst>
                <a:ext uri="{FF2B5EF4-FFF2-40B4-BE49-F238E27FC236}">
                  <a16:creationId xmlns:a16="http://schemas.microsoft.com/office/drawing/2014/main" id="{1F592ABB-B308-E7A7-E1F7-08C7419DDA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1" y="2784"/>
              <a:ext cx="207" cy="81"/>
            </a:xfrm>
            <a:custGeom>
              <a:avLst/>
              <a:gdLst>
                <a:gd name="T0" fmla="*/ 30 w 41"/>
                <a:gd name="T1" fmla="*/ 12 h 16"/>
                <a:gd name="T2" fmla="*/ 37 w 41"/>
                <a:gd name="T3" fmla="*/ 10 h 16"/>
                <a:gd name="T4" fmla="*/ 38 w 41"/>
                <a:gd name="T5" fmla="*/ 9 h 16"/>
                <a:gd name="T6" fmla="*/ 31 w 41"/>
                <a:gd name="T7" fmla="*/ 1 h 16"/>
                <a:gd name="T8" fmla="*/ 8 w 41"/>
                <a:gd name="T9" fmla="*/ 11 h 16"/>
                <a:gd name="T10" fmla="*/ 30 w 41"/>
                <a:gd name="T11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16">
                  <a:moveTo>
                    <a:pt x="30" y="12"/>
                  </a:moveTo>
                  <a:cubicBezTo>
                    <a:pt x="34" y="11"/>
                    <a:pt x="36" y="10"/>
                    <a:pt x="37" y="10"/>
                  </a:cubicBezTo>
                  <a:cubicBezTo>
                    <a:pt x="37" y="10"/>
                    <a:pt x="38" y="9"/>
                    <a:pt x="38" y="9"/>
                  </a:cubicBezTo>
                  <a:cubicBezTo>
                    <a:pt x="41" y="6"/>
                    <a:pt x="37" y="1"/>
                    <a:pt x="31" y="1"/>
                  </a:cubicBezTo>
                  <a:cubicBezTo>
                    <a:pt x="31" y="1"/>
                    <a:pt x="0" y="0"/>
                    <a:pt x="8" y="11"/>
                  </a:cubicBezTo>
                  <a:cubicBezTo>
                    <a:pt x="8" y="11"/>
                    <a:pt x="15" y="16"/>
                    <a:pt x="30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4" name="Freeform 220">
              <a:extLst>
                <a:ext uri="{FF2B5EF4-FFF2-40B4-BE49-F238E27FC236}">
                  <a16:creationId xmlns:a16="http://schemas.microsoft.com/office/drawing/2014/main" id="{7CBB665C-3CB8-5200-983A-BE7622C1AC0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" y="2789"/>
              <a:ext cx="1062" cy="976"/>
            </a:xfrm>
            <a:custGeom>
              <a:avLst/>
              <a:gdLst>
                <a:gd name="T0" fmla="*/ 163 w 210"/>
                <a:gd name="T1" fmla="*/ 155 h 193"/>
                <a:gd name="T2" fmla="*/ 152 w 210"/>
                <a:gd name="T3" fmla="*/ 125 h 193"/>
                <a:gd name="T4" fmla="*/ 142 w 210"/>
                <a:gd name="T5" fmla="*/ 99 h 193"/>
                <a:gd name="T6" fmla="*/ 165 w 210"/>
                <a:gd name="T7" fmla="*/ 93 h 193"/>
                <a:gd name="T8" fmla="*/ 146 w 210"/>
                <a:gd name="T9" fmla="*/ 82 h 193"/>
                <a:gd name="T10" fmla="*/ 157 w 210"/>
                <a:gd name="T11" fmla="*/ 83 h 193"/>
                <a:gd name="T12" fmla="*/ 157 w 210"/>
                <a:gd name="T13" fmla="*/ 77 h 193"/>
                <a:gd name="T14" fmla="*/ 135 w 210"/>
                <a:gd name="T15" fmla="*/ 78 h 193"/>
                <a:gd name="T16" fmla="*/ 128 w 210"/>
                <a:gd name="T17" fmla="*/ 125 h 193"/>
                <a:gd name="T18" fmla="*/ 124 w 210"/>
                <a:gd name="T19" fmla="*/ 84 h 193"/>
                <a:gd name="T20" fmla="*/ 118 w 210"/>
                <a:gd name="T21" fmla="*/ 67 h 193"/>
                <a:gd name="T22" fmla="*/ 124 w 210"/>
                <a:gd name="T23" fmla="*/ 51 h 193"/>
                <a:gd name="T24" fmla="*/ 121 w 210"/>
                <a:gd name="T25" fmla="*/ 37 h 193"/>
                <a:gd name="T26" fmla="*/ 119 w 210"/>
                <a:gd name="T27" fmla="*/ 24 h 193"/>
                <a:gd name="T28" fmla="*/ 132 w 210"/>
                <a:gd name="T29" fmla="*/ 39 h 193"/>
                <a:gd name="T30" fmla="*/ 149 w 210"/>
                <a:gd name="T31" fmla="*/ 18 h 193"/>
                <a:gd name="T32" fmla="*/ 147 w 210"/>
                <a:gd name="T33" fmla="*/ 36 h 193"/>
                <a:gd name="T34" fmla="*/ 143 w 210"/>
                <a:gd name="T35" fmla="*/ 48 h 193"/>
                <a:gd name="T36" fmla="*/ 144 w 210"/>
                <a:gd name="T37" fmla="*/ 67 h 193"/>
                <a:gd name="T38" fmla="*/ 199 w 210"/>
                <a:gd name="T39" fmla="*/ 29 h 193"/>
                <a:gd name="T40" fmla="*/ 90 w 210"/>
                <a:gd name="T41" fmla="*/ 1 h 193"/>
                <a:gd name="T42" fmla="*/ 56 w 210"/>
                <a:gd name="T43" fmla="*/ 8 h 193"/>
                <a:gd name="T44" fmla="*/ 85 w 210"/>
                <a:gd name="T45" fmla="*/ 12 h 193"/>
                <a:gd name="T46" fmla="*/ 60 w 210"/>
                <a:gd name="T47" fmla="*/ 22 h 193"/>
                <a:gd name="T48" fmla="*/ 58 w 210"/>
                <a:gd name="T49" fmla="*/ 29 h 193"/>
                <a:gd name="T50" fmla="*/ 38 w 210"/>
                <a:gd name="T51" fmla="*/ 17 h 193"/>
                <a:gd name="T52" fmla="*/ 13 w 210"/>
                <a:gd name="T53" fmla="*/ 115 h 193"/>
                <a:gd name="T54" fmla="*/ 61 w 210"/>
                <a:gd name="T55" fmla="*/ 146 h 193"/>
                <a:gd name="T56" fmla="*/ 45 w 210"/>
                <a:gd name="T57" fmla="*/ 133 h 193"/>
                <a:gd name="T58" fmla="*/ 35 w 210"/>
                <a:gd name="T59" fmla="*/ 145 h 193"/>
                <a:gd name="T60" fmla="*/ 32 w 210"/>
                <a:gd name="T61" fmla="*/ 128 h 193"/>
                <a:gd name="T62" fmla="*/ 46 w 210"/>
                <a:gd name="T63" fmla="*/ 86 h 193"/>
                <a:gd name="T64" fmla="*/ 67 w 210"/>
                <a:gd name="T65" fmla="*/ 83 h 193"/>
                <a:gd name="T66" fmla="*/ 71 w 210"/>
                <a:gd name="T67" fmla="*/ 95 h 193"/>
                <a:gd name="T68" fmla="*/ 61 w 210"/>
                <a:gd name="T69" fmla="*/ 121 h 193"/>
                <a:gd name="T70" fmla="*/ 91 w 210"/>
                <a:gd name="T71" fmla="*/ 180 h 193"/>
                <a:gd name="T72" fmla="*/ 186 w 210"/>
                <a:gd name="T73" fmla="*/ 166 h 193"/>
                <a:gd name="T74" fmla="*/ 182 w 210"/>
                <a:gd name="T75" fmla="*/ 66 h 193"/>
                <a:gd name="T76" fmla="*/ 165 w 210"/>
                <a:gd name="T77" fmla="*/ 60 h 193"/>
                <a:gd name="T78" fmla="*/ 113 w 210"/>
                <a:gd name="T79" fmla="*/ 61 h 193"/>
                <a:gd name="T80" fmla="*/ 108 w 210"/>
                <a:gd name="T81" fmla="*/ 87 h 193"/>
                <a:gd name="T82" fmla="*/ 114 w 210"/>
                <a:gd name="T83" fmla="*/ 50 h 193"/>
                <a:gd name="T84" fmla="*/ 89 w 210"/>
                <a:gd name="T85" fmla="*/ 26 h 193"/>
                <a:gd name="T86" fmla="*/ 105 w 210"/>
                <a:gd name="T87" fmla="*/ 35 h 193"/>
                <a:gd name="T88" fmla="*/ 61 w 210"/>
                <a:gd name="T89" fmla="*/ 72 h 193"/>
                <a:gd name="T90" fmla="*/ 24 w 210"/>
                <a:gd name="T91" fmla="*/ 37 h 193"/>
                <a:gd name="T92" fmla="*/ 68 w 210"/>
                <a:gd name="T93" fmla="*/ 40 h 193"/>
                <a:gd name="T94" fmla="*/ 79 w 210"/>
                <a:gd name="T95" fmla="*/ 40 h 193"/>
                <a:gd name="T96" fmla="*/ 108 w 210"/>
                <a:gd name="T97" fmla="*/ 45 h 193"/>
                <a:gd name="T98" fmla="*/ 99 w 210"/>
                <a:gd name="T99" fmla="*/ 93 h 193"/>
                <a:gd name="T100" fmla="*/ 93 w 210"/>
                <a:gd name="T101" fmla="*/ 51 h 193"/>
                <a:gd name="T102" fmla="*/ 61 w 210"/>
                <a:gd name="T103" fmla="*/ 72 h 193"/>
                <a:gd name="T104" fmla="*/ 80 w 210"/>
                <a:gd name="T105" fmla="*/ 82 h 193"/>
                <a:gd name="T106" fmla="*/ 88 w 210"/>
                <a:gd name="T107" fmla="*/ 58 h 193"/>
                <a:gd name="T108" fmla="*/ 102 w 210"/>
                <a:gd name="T109" fmla="*/ 145 h 193"/>
                <a:gd name="T110" fmla="*/ 82 w 210"/>
                <a:gd name="T111" fmla="*/ 96 h 193"/>
                <a:gd name="T112" fmla="*/ 117 w 210"/>
                <a:gd name="T113" fmla="*/ 106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10" h="193">
                  <a:moveTo>
                    <a:pt x="186" y="166"/>
                  </a:moveTo>
                  <a:cubicBezTo>
                    <a:pt x="167" y="166"/>
                    <a:pt x="163" y="155"/>
                    <a:pt x="163" y="155"/>
                  </a:cubicBezTo>
                  <a:cubicBezTo>
                    <a:pt x="163" y="155"/>
                    <a:pt x="162" y="147"/>
                    <a:pt x="154" y="145"/>
                  </a:cubicBezTo>
                  <a:cubicBezTo>
                    <a:pt x="135" y="140"/>
                    <a:pt x="147" y="128"/>
                    <a:pt x="152" y="125"/>
                  </a:cubicBezTo>
                  <a:cubicBezTo>
                    <a:pt x="157" y="123"/>
                    <a:pt x="154" y="122"/>
                    <a:pt x="150" y="120"/>
                  </a:cubicBezTo>
                  <a:cubicBezTo>
                    <a:pt x="142" y="115"/>
                    <a:pt x="141" y="109"/>
                    <a:pt x="142" y="99"/>
                  </a:cubicBezTo>
                  <a:cubicBezTo>
                    <a:pt x="142" y="88"/>
                    <a:pt x="149" y="91"/>
                    <a:pt x="149" y="91"/>
                  </a:cubicBezTo>
                  <a:cubicBezTo>
                    <a:pt x="149" y="91"/>
                    <a:pt x="160" y="96"/>
                    <a:pt x="165" y="93"/>
                  </a:cubicBezTo>
                  <a:cubicBezTo>
                    <a:pt x="169" y="91"/>
                    <a:pt x="167" y="88"/>
                    <a:pt x="165" y="89"/>
                  </a:cubicBezTo>
                  <a:cubicBezTo>
                    <a:pt x="163" y="91"/>
                    <a:pt x="148" y="89"/>
                    <a:pt x="146" y="82"/>
                  </a:cubicBezTo>
                  <a:cubicBezTo>
                    <a:pt x="144" y="74"/>
                    <a:pt x="150" y="78"/>
                    <a:pt x="151" y="78"/>
                  </a:cubicBezTo>
                  <a:cubicBezTo>
                    <a:pt x="153" y="79"/>
                    <a:pt x="153" y="81"/>
                    <a:pt x="157" y="83"/>
                  </a:cubicBezTo>
                  <a:cubicBezTo>
                    <a:pt x="168" y="88"/>
                    <a:pt x="162" y="82"/>
                    <a:pt x="162" y="82"/>
                  </a:cubicBezTo>
                  <a:cubicBezTo>
                    <a:pt x="162" y="82"/>
                    <a:pt x="162" y="82"/>
                    <a:pt x="157" y="77"/>
                  </a:cubicBezTo>
                  <a:cubicBezTo>
                    <a:pt x="152" y="71"/>
                    <a:pt x="145" y="73"/>
                    <a:pt x="139" y="73"/>
                  </a:cubicBezTo>
                  <a:cubicBezTo>
                    <a:pt x="133" y="73"/>
                    <a:pt x="135" y="78"/>
                    <a:pt x="135" y="78"/>
                  </a:cubicBezTo>
                  <a:cubicBezTo>
                    <a:pt x="135" y="78"/>
                    <a:pt x="134" y="88"/>
                    <a:pt x="133" y="106"/>
                  </a:cubicBezTo>
                  <a:cubicBezTo>
                    <a:pt x="132" y="124"/>
                    <a:pt x="129" y="126"/>
                    <a:pt x="128" y="125"/>
                  </a:cubicBezTo>
                  <a:cubicBezTo>
                    <a:pt x="127" y="123"/>
                    <a:pt x="125" y="114"/>
                    <a:pt x="125" y="111"/>
                  </a:cubicBezTo>
                  <a:cubicBezTo>
                    <a:pt x="125" y="108"/>
                    <a:pt x="123" y="97"/>
                    <a:pt x="124" y="84"/>
                  </a:cubicBezTo>
                  <a:cubicBezTo>
                    <a:pt x="125" y="72"/>
                    <a:pt x="128" y="77"/>
                    <a:pt x="120" y="74"/>
                  </a:cubicBezTo>
                  <a:cubicBezTo>
                    <a:pt x="111" y="71"/>
                    <a:pt x="116" y="67"/>
                    <a:pt x="118" y="67"/>
                  </a:cubicBezTo>
                  <a:cubicBezTo>
                    <a:pt x="121" y="67"/>
                    <a:pt x="125" y="69"/>
                    <a:pt x="126" y="67"/>
                  </a:cubicBezTo>
                  <a:cubicBezTo>
                    <a:pt x="127" y="59"/>
                    <a:pt x="128" y="52"/>
                    <a:pt x="124" y="51"/>
                  </a:cubicBezTo>
                  <a:cubicBezTo>
                    <a:pt x="115" y="47"/>
                    <a:pt x="119" y="45"/>
                    <a:pt x="122" y="44"/>
                  </a:cubicBezTo>
                  <a:cubicBezTo>
                    <a:pt x="125" y="43"/>
                    <a:pt x="126" y="35"/>
                    <a:pt x="121" y="37"/>
                  </a:cubicBezTo>
                  <a:cubicBezTo>
                    <a:pt x="112" y="40"/>
                    <a:pt x="113" y="32"/>
                    <a:pt x="115" y="31"/>
                  </a:cubicBezTo>
                  <a:cubicBezTo>
                    <a:pt x="117" y="30"/>
                    <a:pt x="120" y="32"/>
                    <a:pt x="119" y="24"/>
                  </a:cubicBezTo>
                  <a:cubicBezTo>
                    <a:pt x="117" y="17"/>
                    <a:pt x="124" y="14"/>
                    <a:pt x="126" y="21"/>
                  </a:cubicBezTo>
                  <a:cubicBezTo>
                    <a:pt x="127" y="28"/>
                    <a:pt x="130" y="42"/>
                    <a:pt x="132" y="39"/>
                  </a:cubicBezTo>
                  <a:cubicBezTo>
                    <a:pt x="134" y="35"/>
                    <a:pt x="138" y="22"/>
                    <a:pt x="142" y="16"/>
                  </a:cubicBezTo>
                  <a:cubicBezTo>
                    <a:pt x="145" y="10"/>
                    <a:pt x="150" y="15"/>
                    <a:pt x="149" y="18"/>
                  </a:cubicBezTo>
                  <a:cubicBezTo>
                    <a:pt x="144" y="33"/>
                    <a:pt x="152" y="34"/>
                    <a:pt x="152" y="34"/>
                  </a:cubicBezTo>
                  <a:cubicBezTo>
                    <a:pt x="152" y="34"/>
                    <a:pt x="151" y="36"/>
                    <a:pt x="147" y="36"/>
                  </a:cubicBezTo>
                  <a:cubicBezTo>
                    <a:pt x="137" y="35"/>
                    <a:pt x="141" y="41"/>
                    <a:pt x="145" y="43"/>
                  </a:cubicBezTo>
                  <a:cubicBezTo>
                    <a:pt x="154" y="46"/>
                    <a:pt x="148" y="48"/>
                    <a:pt x="143" y="48"/>
                  </a:cubicBezTo>
                  <a:cubicBezTo>
                    <a:pt x="139" y="48"/>
                    <a:pt x="136" y="50"/>
                    <a:pt x="135" y="55"/>
                  </a:cubicBezTo>
                  <a:cubicBezTo>
                    <a:pt x="132" y="70"/>
                    <a:pt x="144" y="67"/>
                    <a:pt x="144" y="67"/>
                  </a:cubicBezTo>
                  <a:cubicBezTo>
                    <a:pt x="162" y="72"/>
                    <a:pt x="189" y="69"/>
                    <a:pt x="189" y="69"/>
                  </a:cubicBezTo>
                  <a:cubicBezTo>
                    <a:pt x="209" y="75"/>
                    <a:pt x="200" y="45"/>
                    <a:pt x="199" y="29"/>
                  </a:cubicBezTo>
                  <a:cubicBezTo>
                    <a:pt x="197" y="13"/>
                    <a:pt x="195" y="5"/>
                    <a:pt x="181" y="2"/>
                  </a:cubicBezTo>
                  <a:cubicBezTo>
                    <a:pt x="168" y="0"/>
                    <a:pt x="90" y="1"/>
                    <a:pt x="90" y="1"/>
                  </a:cubicBezTo>
                  <a:cubicBezTo>
                    <a:pt x="87" y="2"/>
                    <a:pt x="56" y="1"/>
                    <a:pt x="56" y="1"/>
                  </a:cubicBezTo>
                  <a:cubicBezTo>
                    <a:pt x="56" y="1"/>
                    <a:pt x="54" y="8"/>
                    <a:pt x="56" y="8"/>
                  </a:cubicBezTo>
                  <a:cubicBezTo>
                    <a:pt x="61" y="8"/>
                    <a:pt x="80" y="9"/>
                    <a:pt x="80" y="9"/>
                  </a:cubicBezTo>
                  <a:cubicBezTo>
                    <a:pt x="81" y="9"/>
                    <a:pt x="90" y="8"/>
                    <a:pt x="85" y="12"/>
                  </a:cubicBezTo>
                  <a:cubicBezTo>
                    <a:pt x="80" y="16"/>
                    <a:pt x="69" y="16"/>
                    <a:pt x="62" y="16"/>
                  </a:cubicBezTo>
                  <a:cubicBezTo>
                    <a:pt x="47" y="15"/>
                    <a:pt x="54" y="22"/>
                    <a:pt x="60" y="22"/>
                  </a:cubicBezTo>
                  <a:cubicBezTo>
                    <a:pt x="78" y="22"/>
                    <a:pt x="82" y="26"/>
                    <a:pt x="74" y="27"/>
                  </a:cubicBezTo>
                  <a:cubicBezTo>
                    <a:pt x="67" y="28"/>
                    <a:pt x="65" y="28"/>
                    <a:pt x="58" y="29"/>
                  </a:cubicBezTo>
                  <a:cubicBezTo>
                    <a:pt x="2" y="38"/>
                    <a:pt x="21" y="23"/>
                    <a:pt x="26" y="23"/>
                  </a:cubicBezTo>
                  <a:cubicBezTo>
                    <a:pt x="49" y="23"/>
                    <a:pt x="44" y="15"/>
                    <a:pt x="38" y="17"/>
                  </a:cubicBezTo>
                  <a:cubicBezTo>
                    <a:pt x="32" y="18"/>
                    <a:pt x="12" y="11"/>
                    <a:pt x="9" y="24"/>
                  </a:cubicBezTo>
                  <a:cubicBezTo>
                    <a:pt x="7" y="37"/>
                    <a:pt x="15" y="103"/>
                    <a:pt x="13" y="115"/>
                  </a:cubicBezTo>
                  <a:cubicBezTo>
                    <a:pt x="0" y="193"/>
                    <a:pt x="71" y="176"/>
                    <a:pt x="71" y="176"/>
                  </a:cubicBezTo>
                  <a:cubicBezTo>
                    <a:pt x="56" y="164"/>
                    <a:pt x="62" y="153"/>
                    <a:pt x="61" y="146"/>
                  </a:cubicBezTo>
                  <a:cubicBezTo>
                    <a:pt x="57" y="125"/>
                    <a:pt x="55" y="122"/>
                    <a:pt x="51" y="124"/>
                  </a:cubicBezTo>
                  <a:cubicBezTo>
                    <a:pt x="43" y="128"/>
                    <a:pt x="44" y="130"/>
                    <a:pt x="45" y="133"/>
                  </a:cubicBezTo>
                  <a:cubicBezTo>
                    <a:pt x="51" y="151"/>
                    <a:pt x="37" y="137"/>
                    <a:pt x="37" y="137"/>
                  </a:cubicBezTo>
                  <a:cubicBezTo>
                    <a:pt x="35" y="138"/>
                    <a:pt x="34" y="142"/>
                    <a:pt x="35" y="145"/>
                  </a:cubicBezTo>
                  <a:cubicBezTo>
                    <a:pt x="47" y="168"/>
                    <a:pt x="36" y="162"/>
                    <a:pt x="33" y="158"/>
                  </a:cubicBezTo>
                  <a:cubicBezTo>
                    <a:pt x="22" y="142"/>
                    <a:pt x="33" y="133"/>
                    <a:pt x="32" y="128"/>
                  </a:cubicBezTo>
                  <a:cubicBezTo>
                    <a:pt x="27" y="108"/>
                    <a:pt x="42" y="100"/>
                    <a:pt x="44" y="97"/>
                  </a:cubicBezTo>
                  <a:cubicBezTo>
                    <a:pt x="46" y="93"/>
                    <a:pt x="45" y="92"/>
                    <a:pt x="46" y="86"/>
                  </a:cubicBezTo>
                  <a:cubicBezTo>
                    <a:pt x="48" y="72"/>
                    <a:pt x="55" y="79"/>
                    <a:pt x="55" y="84"/>
                  </a:cubicBezTo>
                  <a:cubicBezTo>
                    <a:pt x="53" y="100"/>
                    <a:pt x="63" y="88"/>
                    <a:pt x="67" y="83"/>
                  </a:cubicBezTo>
                  <a:cubicBezTo>
                    <a:pt x="78" y="68"/>
                    <a:pt x="77" y="84"/>
                    <a:pt x="75" y="87"/>
                  </a:cubicBezTo>
                  <a:cubicBezTo>
                    <a:pt x="72" y="89"/>
                    <a:pt x="71" y="93"/>
                    <a:pt x="71" y="95"/>
                  </a:cubicBezTo>
                  <a:cubicBezTo>
                    <a:pt x="74" y="103"/>
                    <a:pt x="69" y="111"/>
                    <a:pt x="67" y="112"/>
                  </a:cubicBezTo>
                  <a:cubicBezTo>
                    <a:pt x="66" y="112"/>
                    <a:pt x="61" y="114"/>
                    <a:pt x="61" y="121"/>
                  </a:cubicBezTo>
                  <a:cubicBezTo>
                    <a:pt x="61" y="127"/>
                    <a:pt x="69" y="139"/>
                    <a:pt x="69" y="143"/>
                  </a:cubicBezTo>
                  <a:cubicBezTo>
                    <a:pt x="69" y="178"/>
                    <a:pt x="84" y="181"/>
                    <a:pt x="91" y="180"/>
                  </a:cubicBezTo>
                  <a:cubicBezTo>
                    <a:pt x="98" y="179"/>
                    <a:pt x="159" y="177"/>
                    <a:pt x="185" y="175"/>
                  </a:cubicBezTo>
                  <a:cubicBezTo>
                    <a:pt x="210" y="173"/>
                    <a:pt x="193" y="166"/>
                    <a:pt x="186" y="166"/>
                  </a:cubicBezTo>
                  <a:close/>
                  <a:moveTo>
                    <a:pt x="165" y="60"/>
                  </a:moveTo>
                  <a:cubicBezTo>
                    <a:pt x="203" y="61"/>
                    <a:pt x="185" y="64"/>
                    <a:pt x="182" y="66"/>
                  </a:cubicBezTo>
                  <a:cubicBezTo>
                    <a:pt x="178" y="68"/>
                    <a:pt x="182" y="66"/>
                    <a:pt x="167" y="65"/>
                  </a:cubicBezTo>
                  <a:cubicBezTo>
                    <a:pt x="152" y="65"/>
                    <a:pt x="165" y="60"/>
                    <a:pt x="165" y="60"/>
                  </a:cubicBezTo>
                  <a:close/>
                  <a:moveTo>
                    <a:pt x="114" y="50"/>
                  </a:moveTo>
                  <a:cubicBezTo>
                    <a:pt x="121" y="55"/>
                    <a:pt x="113" y="61"/>
                    <a:pt x="113" y="61"/>
                  </a:cubicBezTo>
                  <a:cubicBezTo>
                    <a:pt x="113" y="61"/>
                    <a:pt x="108" y="70"/>
                    <a:pt x="112" y="78"/>
                  </a:cubicBezTo>
                  <a:cubicBezTo>
                    <a:pt x="116" y="87"/>
                    <a:pt x="116" y="97"/>
                    <a:pt x="108" y="87"/>
                  </a:cubicBezTo>
                  <a:cubicBezTo>
                    <a:pt x="100" y="78"/>
                    <a:pt x="105" y="58"/>
                    <a:pt x="107" y="53"/>
                  </a:cubicBezTo>
                  <a:cubicBezTo>
                    <a:pt x="107" y="53"/>
                    <a:pt x="107" y="44"/>
                    <a:pt x="114" y="50"/>
                  </a:cubicBezTo>
                  <a:close/>
                  <a:moveTo>
                    <a:pt x="83" y="29"/>
                  </a:moveTo>
                  <a:cubicBezTo>
                    <a:pt x="83" y="25"/>
                    <a:pt x="89" y="26"/>
                    <a:pt x="89" y="26"/>
                  </a:cubicBezTo>
                  <a:cubicBezTo>
                    <a:pt x="89" y="26"/>
                    <a:pt x="99" y="30"/>
                    <a:pt x="104" y="30"/>
                  </a:cubicBezTo>
                  <a:cubicBezTo>
                    <a:pt x="108" y="29"/>
                    <a:pt x="114" y="35"/>
                    <a:pt x="105" y="35"/>
                  </a:cubicBezTo>
                  <a:cubicBezTo>
                    <a:pt x="96" y="35"/>
                    <a:pt x="82" y="39"/>
                    <a:pt x="83" y="29"/>
                  </a:cubicBezTo>
                  <a:close/>
                  <a:moveTo>
                    <a:pt x="61" y="72"/>
                  </a:moveTo>
                  <a:cubicBezTo>
                    <a:pt x="55" y="72"/>
                    <a:pt x="16" y="87"/>
                    <a:pt x="16" y="48"/>
                  </a:cubicBezTo>
                  <a:cubicBezTo>
                    <a:pt x="16" y="39"/>
                    <a:pt x="14" y="31"/>
                    <a:pt x="24" y="37"/>
                  </a:cubicBezTo>
                  <a:cubicBezTo>
                    <a:pt x="35" y="42"/>
                    <a:pt x="25" y="42"/>
                    <a:pt x="49" y="40"/>
                  </a:cubicBezTo>
                  <a:cubicBezTo>
                    <a:pt x="49" y="40"/>
                    <a:pt x="66" y="41"/>
                    <a:pt x="68" y="40"/>
                  </a:cubicBezTo>
                  <a:cubicBezTo>
                    <a:pt x="71" y="38"/>
                    <a:pt x="69" y="34"/>
                    <a:pt x="74" y="34"/>
                  </a:cubicBezTo>
                  <a:cubicBezTo>
                    <a:pt x="80" y="34"/>
                    <a:pt x="79" y="40"/>
                    <a:pt x="79" y="40"/>
                  </a:cubicBezTo>
                  <a:cubicBezTo>
                    <a:pt x="79" y="40"/>
                    <a:pt x="74" y="46"/>
                    <a:pt x="109" y="41"/>
                  </a:cubicBezTo>
                  <a:cubicBezTo>
                    <a:pt x="113" y="41"/>
                    <a:pt x="117" y="45"/>
                    <a:pt x="108" y="45"/>
                  </a:cubicBezTo>
                  <a:cubicBezTo>
                    <a:pt x="104" y="45"/>
                    <a:pt x="97" y="48"/>
                    <a:pt x="100" y="53"/>
                  </a:cubicBezTo>
                  <a:cubicBezTo>
                    <a:pt x="102" y="58"/>
                    <a:pt x="99" y="93"/>
                    <a:pt x="99" y="93"/>
                  </a:cubicBezTo>
                  <a:cubicBezTo>
                    <a:pt x="99" y="93"/>
                    <a:pt x="97" y="100"/>
                    <a:pt x="94" y="90"/>
                  </a:cubicBezTo>
                  <a:cubicBezTo>
                    <a:pt x="93" y="86"/>
                    <a:pt x="94" y="53"/>
                    <a:pt x="93" y="51"/>
                  </a:cubicBezTo>
                  <a:cubicBezTo>
                    <a:pt x="93" y="48"/>
                    <a:pt x="77" y="45"/>
                    <a:pt x="77" y="57"/>
                  </a:cubicBezTo>
                  <a:cubicBezTo>
                    <a:pt x="77" y="68"/>
                    <a:pt x="73" y="71"/>
                    <a:pt x="61" y="72"/>
                  </a:cubicBezTo>
                  <a:close/>
                  <a:moveTo>
                    <a:pt x="85" y="84"/>
                  </a:moveTo>
                  <a:cubicBezTo>
                    <a:pt x="82" y="88"/>
                    <a:pt x="78" y="90"/>
                    <a:pt x="80" y="82"/>
                  </a:cubicBezTo>
                  <a:cubicBezTo>
                    <a:pt x="81" y="74"/>
                    <a:pt x="83" y="63"/>
                    <a:pt x="83" y="57"/>
                  </a:cubicBezTo>
                  <a:cubicBezTo>
                    <a:pt x="83" y="57"/>
                    <a:pt x="87" y="50"/>
                    <a:pt x="88" y="58"/>
                  </a:cubicBezTo>
                  <a:cubicBezTo>
                    <a:pt x="89" y="66"/>
                    <a:pt x="87" y="81"/>
                    <a:pt x="85" y="84"/>
                  </a:cubicBezTo>
                  <a:close/>
                  <a:moveTo>
                    <a:pt x="102" y="145"/>
                  </a:moveTo>
                  <a:cubicBezTo>
                    <a:pt x="78" y="144"/>
                    <a:pt x="77" y="148"/>
                    <a:pt x="77" y="117"/>
                  </a:cubicBezTo>
                  <a:cubicBezTo>
                    <a:pt x="77" y="86"/>
                    <a:pt x="81" y="93"/>
                    <a:pt x="82" y="96"/>
                  </a:cubicBezTo>
                  <a:cubicBezTo>
                    <a:pt x="82" y="96"/>
                    <a:pt x="90" y="116"/>
                    <a:pt x="111" y="101"/>
                  </a:cubicBezTo>
                  <a:cubicBezTo>
                    <a:pt x="114" y="98"/>
                    <a:pt x="116" y="96"/>
                    <a:pt x="117" y="106"/>
                  </a:cubicBezTo>
                  <a:cubicBezTo>
                    <a:pt x="117" y="117"/>
                    <a:pt x="127" y="145"/>
                    <a:pt x="102" y="1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5" name="Freeform 221">
              <a:extLst>
                <a:ext uri="{FF2B5EF4-FFF2-40B4-BE49-F238E27FC236}">
                  <a16:creationId xmlns:a16="http://schemas.microsoft.com/office/drawing/2014/main" id="{966D5A26-5076-614F-2EA5-94F5312462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8" y="3254"/>
              <a:ext cx="86" cy="102"/>
            </a:xfrm>
            <a:custGeom>
              <a:avLst/>
              <a:gdLst>
                <a:gd name="T0" fmla="*/ 14 w 17"/>
                <a:gd name="T1" fmla="*/ 5 h 20"/>
                <a:gd name="T2" fmla="*/ 9 w 17"/>
                <a:gd name="T3" fmla="*/ 20 h 20"/>
                <a:gd name="T4" fmla="*/ 14 w 17"/>
                <a:gd name="T5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20">
                  <a:moveTo>
                    <a:pt x="14" y="5"/>
                  </a:moveTo>
                  <a:cubicBezTo>
                    <a:pt x="13" y="0"/>
                    <a:pt x="0" y="8"/>
                    <a:pt x="9" y="20"/>
                  </a:cubicBezTo>
                  <a:cubicBezTo>
                    <a:pt x="9" y="20"/>
                    <a:pt x="17" y="17"/>
                    <a:pt x="1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6" name="Freeform 222">
              <a:extLst>
                <a:ext uri="{FF2B5EF4-FFF2-40B4-BE49-F238E27FC236}">
                  <a16:creationId xmlns:a16="http://schemas.microsoft.com/office/drawing/2014/main" id="{D0B72EB9-86A3-CADB-6E1E-35120BB8BF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7" y="3295"/>
              <a:ext cx="76" cy="136"/>
            </a:xfrm>
            <a:custGeom>
              <a:avLst/>
              <a:gdLst>
                <a:gd name="T0" fmla="*/ 7 w 15"/>
                <a:gd name="T1" fmla="*/ 10 h 27"/>
                <a:gd name="T2" fmla="*/ 4 w 15"/>
                <a:gd name="T3" fmla="*/ 25 h 27"/>
                <a:gd name="T4" fmla="*/ 15 w 15"/>
                <a:gd name="T5" fmla="*/ 16 h 27"/>
                <a:gd name="T6" fmla="*/ 13 w 15"/>
                <a:gd name="T7" fmla="*/ 8 h 27"/>
                <a:gd name="T8" fmla="*/ 7 w 15"/>
                <a:gd name="T9" fmla="*/ 1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7">
                  <a:moveTo>
                    <a:pt x="7" y="10"/>
                  </a:moveTo>
                  <a:cubicBezTo>
                    <a:pt x="0" y="19"/>
                    <a:pt x="2" y="23"/>
                    <a:pt x="4" y="25"/>
                  </a:cubicBezTo>
                  <a:cubicBezTo>
                    <a:pt x="7" y="27"/>
                    <a:pt x="11" y="26"/>
                    <a:pt x="15" y="16"/>
                  </a:cubicBezTo>
                  <a:cubicBezTo>
                    <a:pt x="15" y="16"/>
                    <a:pt x="12" y="11"/>
                    <a:pt x="13" y="8"/>
                  </a:cubicBezTo>
                  <a:cubicBezTo>
                    <a:pt x="15" y="6"/>
                    <a:pt x="14" y="0"/>
                    <a:pt x="7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7" name="Freeform 223">
              <a:extLst>
                <a:ext uri="{FF2B5EF4-FFF2-40B4-BE49-F238E27FC236}">
                  <a16:creationId xmlns:a16="http://schemas.microsoft.com/office/drawing/2014/main" id="{155DB2E3-5644-5BC6-E3DE-39AC6D026C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" y="3022"/>
              <a:ext cx="243" cy="116"/>
            </a:xfrm>
            <a:custGeom>
              <a:avLst/>
              <a:gdLst>
                <a:gd name="T0" fmla="*/ 40 w 48"/>
                <a:gd name="T1" fmla="*/ 2 h 23"/>
                <a:gd name="T2" fmla="*/ 9 w 48"/>
                <a:gd name="T3" fmla="*/ 1 h 23"/>
                <a:gd name="T4" fmla="*/ 1 w 48"/>
                <a:gd name="T5" fmla="*/ 9 h 23"/>
                <a:gd name="T6" fmla="*/ 22 w 48"/>
                <a:gd name="T7" fmla="*/ 21 h 23"/>
                <a:gd name="T8" fmla="*/ 34 w 48"/>
                <a:gd name="T9" fmla="*/ 20 h 23"/>
                <a:gd name="T10" fmla="*/ 40 w 48"/>
                <a:gd name="T11" fmla="*/ 19 h 23"/>
                <a:gd name="T12" fmla="*/ 40 w 48"/>
                <a:gd name="T13" fmla="*/ 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" h="23">
                  <a:moveTo>
                    <a:pt x="40" y="2"/>
                  </a:moveTo>
                  <a:cubicBezTo>
                    <a:pt x="38" y="3"/>
                    <a:pt x="9" y="1"/>
                    <a:pt x="9" y="1"/>
                  </a:cubicBezTo>
                  <a:cubicBezTo>
                    <a:pt x="5" y="1"/>
                    <a:pt x="1" y="0"/>
                    <a:pt x="1" y="9"/>
                  </a:cubicBezTo>
                  <a:cubicBezTo>
                    <a:pt x="0" y="23"/>
                    <a:pt x="17" y="21"/>
                    <a:pt x="22" y="21"/>
                  </a:cubicBezTo>
                  <a:cubicBezTo>
                    <a:pt x="26" y="21"/>
                    <a:pt x="30" y="18"/>
                    <a:pt x="34" y="20"/>
                  </a:cubicBezTo>
                  <a:cubicBezTo>
                    <a:pt x="34" y="20"/>
                    <a:pt x="38" y="23"/>
                    <a:pt x="40" y="19"/>
                  </a:cubicBezTo>
                  <a:cubicBezTo>
                    <a:pt x="48" y="5"/>
                    <a:pt x="43" y="0"/>
                    <a:pt x="4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8" name="Freeform 224">
              <a:extLst>
                <a:ext uri="{FF2B5EF4-FFF2-40B4-BE49-F238E27FC236}">
                  <a16:creationId xmlns:a16="http://schemas.microsoft.com/office/drawing/2014/main" id="{41C4F45D-2B2E-B56C-81DD-BD51B35C10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0" y="3345"/>
              <a:ext cx="177" cy="187"/>
            </a:xfrm>
            <a:custGeom>
              <a:avLst/>
              <a:gdLst>
                <a:gd name="T0" fmla="*/ 24 w 35"/>
                <a:gd name="T1" fmla="*/ 2 h 37"/>
                <a:gd name="T2" fmla="*/ 11 w 35"/>
                <a:gd name="T3" fmla="*/ 2 h 37"/>
                <a:gd name="T4" fmla="*/ 4 w 35"/>
                <a:gd name="T5" fmla="*/ 20 h 37"/>
                <a:gd name="T6" fmla="*/ 28 w 35"/>
                <a:gd name="T7" fmla="*/ 22 h 37"/>
                <a:gd name="T8" fmla="*/ 24 w 35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7">
                  <a:moveTo>
                    <a:pt x="24" y="2"/>
                  </a:moveTo>
                  <a:cubicBezTo>
                    <a:pt x="19" y="3"/>
                    <a:pt x="11" y="2"/>
                    <a:pt x="11" y="2"/>
                  </a:cubicBezTo>
                  <a:cubicBezTo>
                    <a:pt x="0" y="2"/>
                    <a:pt x="5" y="14"/>
                    <a:pt x="4" y="20"/>
                  </a:cubicBezTo>
                  <a:cubicBezTo>
                    <a:pt x="3" y="27"/>
                    <a:pt x="22" y="37"/>
                    <a:pt x="28" y="22"/>
                  </a:cubicBezTo>
                  <a:cubicBezTo>
                    <a:pt x="35" y="7"/>
                    <a:pt x="28" y="0"/>
                    <a:pt x="24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29" name="Freeform 225">
              <a:extLst>
                <a:ext uri="{FF2B5EF4-FFF2-40B4-BE49-F238E27FC236}">
                  <a16:creationId xmlns:a16="http://schemas.microsoft.com/office/drawing/2014/main" id="{CBCC9341-5CCA-28C5-A2E7-5F4B213C89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05" y="3158"/>
              <a:ext cx="177" cy="36"/>
            </a:xfrm>
            <a:custGeom>
              <a:avLst/>
              <a:gdLst>
                <a:gd name="T0" fmla="*/ 5 w 35"/>
                <a:gd name="T1" fmla="*/ 0 h 7"/>
                <a:gd name="T2" fmla="*/ 14 w 35"/>
                <a:gd name="T3" fmla="*/ 5 h 7"/>
                <a:gd name="T4" fmla="*/ 5 w 35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" h="7">
                  <a:moveTo>
                    <a:pt x="5" y="0"/>
                  </a:moveTo>
                  <a:cubicBezTo>
                    <a:pt x="0" y="0"/>
                    <a:pt x="7" y="7"/>
                    <a:pt x="14" y="5"/>
                  </a:cubicBezTo>
                  <a:cubicBezTo>
                    <a:pt x="35" y="1"/>
                    <a:pt x="5" y="0"/>
                    <a:pt x="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0" name="Freeform 226">
              <a:extLst>
                <a:ext uri="{FF2B5EF4-FFF2-40B4-BE49-F238E27FC236}">
                  <a16:creationId xmlns:a16="http://schemas.microsoft.com/office/drawing/2014/main" id="{D13E38EA-E72D-7C1C-5934-A441D883E8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5" y="3153"/>
              <a:ext cx="137" cy="81"/>
            </a:xfrm>
            <a:custGeom>
              <a:avLst/>
              <a:gdLst>
                <a:gd name="T0" fmla="*/ 7 w 27"/>
                <a:gd name="T1" fmla="*/ 13 h 16"/>
                <a:gd name="T2" fmla="*/ 25 w 27"/>
                <a:gd name="T3" fmla="*/ 6 h 16"/>
                <a:gd name="T4" fmla="*/ 17 w 27"/>
                <a:gd name="T5" fmla="*/ 1 h 16"/>
                <a:gd name="T6" fmla="*/ 7 w 27"/>
                <a:gd name="T7" fmla="*/ 11 h 16"/>
                <a:gd name="T8" fmla="*/ 7 w 27"/>
                <a:gd name="T9" fmla="*/ 1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16">
                  <a:moveTo>
                    <a:pt x="7" y="13"/>
                  </a:moveTo>
                  <a:cubicBezTo>
                    <a:pt x="7" y="13"/>
                    <a:pt x="18" y="16"/>
                    <a:pt x="25" y="6"/>
                  </a:cubicBezTo>
                  <a:cubicBezTo>
                    <a:pt x="27" y="2"/>
                    <a:pt x="23" y="0"/>
                    <a:pt x="17" y="1"/>
                  </a:cubicBezTo>
                  <a:cubicBezTo>
                    <a:pt x="13" y="1"/>
                    <a:pt x="14" y="11"/>
                    <a:pt x="7" y="11"/>
                  </a:cubicBezTo>
                  <a:cubicBezTo>
                    <a:pt x="0" y="11"/>
                    <a:pt x="7" y="13"/>
                    <a:pt x="7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1" name="Freeform 227">
              <a:extLst>
                <a:ext uri="{FF2B5EF4-FFF2-40B4-BE49-F238E27FC236}">
                  <a16:creationId xmlns:a16="http://schemas.microsoft.com/office/drawing/2014/main" id="{07987389-3B1B-1151-DB6F-99D3208FD2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60" y="3204"/>
              <a:ext cx="177" cy="86"/>
            </a:xfrm>
            <a:custGeom>
              <a:avLst/>
              <a:gdLst>
                <a:gd name="T0" fmla="*/ 25 w 35"/>
                <a:gd name="T1" fmla="*/ 6 h 17"/>
                <a:gd name="T2" fmla="*/ 8 w 35"/>
                <a:gd name="T3" fmla="*/ 10 h 17"/>
                <a:gd name="T4" fmla="*/ 6 w 35"/>
                <a:gd name="T5" fmla="*/ 13 h 17"/>
                <a:gd name="T6" fmla="*/ 27 w 35"/>
                <a:gd name="T7" fmla="*/ 12 h 17"/>
                <a:gd name="T8" fmla="*/ 25 w 35"/>
                <a:gd name="T9" fmla="*/ 6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7">
                  <a:moveTo>
                    <a:pt x="25" y="6"/>
                  </a:moveTo>
                  <a:cubicBezTo>
                    <a:pt x="20" y="12"/>
                    <a:pt x="8" y="10"/>
                    <a:pt x="8" y="10"/>
                  </a:cubicBezTo>
                  <a:cubicBezTo>
                    <a:pt x="8" y="10"/>
                    <a:pt x="0" y="9"/>
                    <a:pt x="6" y="13"/>
                  </a:cubicBezTo>
                  <a:cubicBezTo>
                    <a:pt x="11" y="17"/>
                    <a:pt x="18" y="15"/>
                    <a:pt x="27" y="12"/>
                  </a:cubicBezTo>
                  <a:cubicBezTo>
                    <a:pt x="35" y="8"/>
                    <a:pt x="31" y="0"/>
                    <a:pt x="25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2" name="Freeform 228">
              <a:extLst>
                <a:ext uri="{FF2B5EF4-FFF2-40B4-BE49-F238E27FC236}">
                  <a16:creationId xmlns:a16="http://schemas.microsoft.com/office/drawing/2014/main" id="{C22F38CD-5A0C-DD9A-E854-C8CFA91D98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4" y="3285"/>
              <a:ext cx="248" cy="60"/>
            </a:xfrm>
            <a:custGeom>
              <a:avLst/>
              <a:gdLst>
                <a:gd name="T0" fmla="*/ 40 w 49"/>
                <a:gd name="T1" fmla="*/ 3 h 12"/>
                <a:gd name="T2" fmla="*/ 29 w 49"/>
                <a:gd name="T3" fmla="*/ 1 h 12"/>
                <a:gd name="T4" fmla="*/ 7 w 49"/>
                <a:gd name="T5" fmla="*/ 0 h 12"/>
                <a:gd name="T6" fmla="*/ 2 w 49"/>
                <a:gd name="T7" fmla="*/ 5 h 12"/>
                <a:gd name="T8" fmla="*/ 20 w 49"/>
                <a:gd name="T9" fmla="*/ 8 h 12"/>
                <a:gd name="T10" fmla="*/ 41 w 49"/>
                <a:gd name="T11" fmla="*/ 8 h 12"/>
                <a:gd name="T12" fmla="*/ 40 w 49"/>
                <a:gd name="T13" fmla="*/ 3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12">
                  <a:moveTo>
                    <a:pt x="40" y="3"/>
                  </a:moveTo>
                  <a:cubicBezTo>
                    <a:pt x="37" y="2"/>
                    <a:pt x="36" y="0"/>
                    <a:pt x="29" y="1"/>
                  </a:cubicBezTo>
                  <a:cubicBezTo>
                    <a:pt x="13" y="4"/>
                    <a:pt x="7" y="0"/>
                    <a:pt x="7" y="0"/>
                  </a:cubicBezTo>
                  <a:cubicBezTo>
                    <a:pt x="7" y="0"/>
                    <a:pt x="0" y="3"/>
                    <a:pt x="2" y="5"/>
                  </a:cubicBezTo>
                  <a:cubicBezTo>
                    <a:pt x="5" y="7"/>
                    <a:pt x="17" y="8"/>
                    <a:pt x="20" y="8"/>
                  </a:cubicBezTo>
                  <a:cubicBezTo>
                    <a:pt x="23" y="8"/>
                    <a:pt x="34" y="12"/>
                    <a:pt x="41" y="8"/>
                  </a:cubicBezTo>
                  <a:cubicBezTo>
                    <a:pt x="49" y="4"/>
                    <a:pt x="44" y="3"/>
                    <a:pt x="40" y="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3" name="Freeform 229">
              <a:extLst>
                <a:ext uri="{FF2B5EF4-FFF2-40B4-BE49-F238E27FC236}">
                  <a16:creationId xmlns:a16="http://schemas.microsoft.com/office/drawing/2014/main" id="{5B45F64A-09E2-77DB-DD90-2CA5952CB9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9" y="3340"/>
              <a:ext cx="203" cy="56"/>
            </a:xfrm>
            <a:custGeom>
              <a:avLst/>
              <a:gdLst>
                <a:gd name="T0" fmla="*/ 37 w 40"/>
                <a:gd name="T1" fmla="*/ 2 h 11"/>
                <a:gd name="T2" fmla="*/ 26 w 40"/>
                <a:gd name="T3" fmla="*/ 4 h 11"/>
                <a:gd name="T4" fmla="*/ 13 w 40"/>
                <a:gd name="T5" fmla="*/ 3 h 11"/>
                <a:gd name="T6" fmla="*/ 1 w 40"/>
                <a:gd name="T7" fmla="*/ 2 h 11"/>
                <a:gd name="T8" fmla="*/ 35 w 40"/>
                <a:gd name="T9" fmla="*/ 8 h 11"/>
                <a:gd name="T10" fmla="*/ 37 w 40"/>
                <a:gd name="T11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11">
                  <a:moveTo>
                    <a:pt x="37" y="2"/>
                  </a:moveTo>
                  <a:cubicBezTo>
                    <a:pt x="34" y="4"/>
                    <a:pt x="30" y="4"/>
                    <a:pt x="26" y="4"/>
                  </a:cubicBezTo>
                  <a:cubicBezTo>
                    <a:pt x="23" y="4"/>
                    <a:pt x="16" y="2"/>
                    <a:pt x="13" y="3"/>
                  </a:cubicBezTo>
                  <a:cubicBezTo>
                    <a:pt x="10" y="4"/>
                    <a:pt x="1" y="2"/>
                    <a:pt x="1" y="2"/>
                  </a:cubicBezTo>
                  <a:cubicBezTo>
                    <a:pt x="0" y="11"/>
                    <a:pt x="30" y="10"/>
                    <a:pt x="35" y="8"/>
                  </a:cubicBezTo>
                  <a:cubicBezTo>
                    <a:pt x="40" y="5"/>
                    <a:pt x="40" y="0"/>
                    <a:pt x="37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4" name="Freeform 230">
              <a:extLst>
                <a:ext uri="{FF2B5EF4-FFF2-40B4-BE49-F238E27FC236}">
                  <a16:creationId xmlns:a16="http://schemas.microsoft.com/office/drawing/2014/main" id="{28EA4A39-9A50-EF6E-D279-4E84B8D32E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9" y="3386"/>
              <a:ext cx="207" cy="172"/>
            </a:xfrm>
            <a:custGeom>
              <a:avLst/>
              <a:gdLst>
                <a:gd name="T0" fmla="*/ 28 w 41"/>
                <a:gd name="T1" fmla="*/ 9 h 34"/>
                <a:gd name="T2" fmla="*/ 13 w 41"/>
                <a:gd name="T3" fmla="*/ 6 h 34"/>
                <a:gd name="T4" fmla="*/ 4 w 41"/>
                <a:gd name="T5" fmla="*/ 15 h 34"/>
                <a:gd name="T6" fmla="*/ 1 w 41"/>
                <a:gd name="T7" fmla="*/ 19 h 34"/>
                <a:gd name="T8" fmla="*/ 9 w 41"/>
                <a:gd name="T9" fmla="*/ 19 h 34"/>
                <a:gd name="T10" fmla="*/ 17 w 41"/>
                <a:gd name="T11" fmla="*/ 27 h 34"/>
                <a:gd name="T12" fmla="*/ 21 w 41"/>
                <a:gd name="T13" fmla="*/ 30 h 34"/>
                <a:gd name="T14" fmla="*/ 29 w 41"/>
                <a:gd name="T15" fmla="*/ 19 h 34"/>
                <a:gd name="T16" fmla="*/ 39 w 41"/>
                <a:gd name="T17" fmla="*/ 19 h 34"/>
                <a:gd name="T18" fmla="*/ 28 w 41"/>
                <a:gd name="T19" fmla="*/ 9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34">
                  <a:moveTo>
                    <a:pt x="28" y="9"/>
                  </a:moveTo>
                  <a:cubicBezTo>
                    <a:pt x="28" y="6"/>
                    <a:pt x="14" y="0"/>
                    <a:pt x="13" y="6"/>
                  </a:cubicBezTo>
                  <a:cubicBezTo>
                    <a:pt x="11" y="12"/>
                    <a:pt x="4" y="15"/>
                    <a:pt x="4" y="15"/>
                  </a:cubicBezTo>
                  <a:cubicBezTo>
                    <a:pt x="0" y="16"/>
                    <a:pt x="0" y="16"/>
                    <a:pt x="1" y="19"/>
                  </a:cubicBezTo>
                  <a:cubicBezTo>
                    <a:pt x="1" y="22"/>
                    <a:pt x="4" y="24"/>
                    <a:pt x="9" y="19"/>
                  </a:cubicBezTo>
                  <a:cubicBezTo>
                    <a:pt x="17" y="10"/>
                    <a:pt x="17" y="26"/>
                    <a:pt x="17" y="27"/>
                  </a:cubicBezTo>
                  <a:cubicBezTo>
                    <a:pt x="18" y="29"/>
                    <a:pt x="19" y="34"/>
                    <a:pt x="21" y="30"/>
                  </a:cubicBezTo>
                  <a:cubicBezTo>
                    <a:pt x="22" y="26"/>
                    <a:pt x="25" y="14"/>
                    <a:pt x="29" y="19"/>
                  </a:cubicBezTo>
                  <a:cubicBezTo>
                    <a:pt x="35" y="27"/>
                    <a:pt x="41" y="19"/>
                    <a:pt x="39" y="19"/>
                  </a:cubicBezTo>
                  <a:cubicBezTo>
                    <a:pt x="38" y="18"/>
                    <a:pt x="28" y="13"/>
                    <a:pt x="28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5" name="Freeform 231">
              <a:extLst>
                <a:ext uri="{FF2B5EF4-FFF2-40B4-BE49-F238E27FC236}">
                  <a16:creationId xmlns:a16="http://schemas.microsoft.com/office/drawing/2014/main" id="{A6292CF3-60CD-D3AF-279B-E405B73FF0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96" y="3305"/>
              <a:ext cx="126" cy="318"/>
            </a:xfrm>
            <a:custGeom>
              <a:avLst/>
              <a:gdLst>
                <a:gd name="T0" fmla="*/ 22 w 25"/>
                <a:gd name="T1" fmla="*/ 2 h 63"/>
                <a:gd name="T2" fmla="*/ 18 w 25"/>
                <a:gd name="T3" fmla="*/ 17 h 63"/>
                <a:gd name="T4" fmla="*/ 7 w 25"/>
                <a:gd name="T5" fmla="*/ 20 h 63"/>
                <a:gd name="T6" fmla="*/ 7 w 25"/>
                <a:gd name="T7" fmla="*/ 23 h 63"/>
                <a:gd name="T8" fmla="*/ 17 w 25"/>
                <a:gd name="T9" fmla="*/ 34 h 63"/>
                <a:gd name="T10" fmla="*/ 12 w 25"/>
                <a:gd name="T11" fmla="*/ 45 h 63"/>
                <a:gd name="T12" fmla="*/ 0 w 25"/>
                <a:gd name="T13" fmla="*/ 55 h 63"/>
                <a:gd name="T14" fmla="*/ 5 w 25"/>
                <a:gd name="T15" fmla="*/ 58 h 63"/>
                <a:gd name="T16" fmla="*/ 16 w 25"/>
                <a:gd name="T17" fmla="*/ 62 h 63"/>
                <a:gd name="T18" fmla="*/ 23 w 25"/>
                <a:gd name="T19" fmla="*/ 57 h 63"/>
                <a:gd name="T20" fmla="*/ 25 w 25"/>
                <a:gd name="T21" fmla="*/ 14 h 63"/>
                <a:gd name="T22" fmla="*/ 25 w 25"/>
                <a:gd name="T23" fmla="*/ 2 h 63"/>
                <a:gd name="T24" fmla="*/ 22 w 25"/>
                <a:gd name="T25" fmla="*/ 2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63">
                  <a:moveTo>
                    <a:pt x="22" y="2"/>
                  </a:moveTo>
                  <a:cubicBezTo>
                    <a:pt x="22" y="2"/>
                    <a:pt x="20" y="15"/>
                    <a:pt x="18" y="17"/>
                  </a:cubicBezTo>
                  <a:cubicBezTo>
                    <a:pt x="15" y="19"/>
                    <a:pt x="10" y="20"/>
                    <a:pt x="7" y="20"/>
                  </a:cubicBezTo>
                  <a:cubicBezTo>
                    <a:pt x="4" y="19"/>
                    <a:pt x="4" y="22"/>
                    <a:pt x="7" y="23"/>
                  </a:cubicBezTo>
                  <a:cubicBezTo>
                    <a:pt x="10" y="24"/>
                    <a:pt x="17" y="29"/>
                    <a:pt x="17" y="34"/>
                  </a:cubicBezTo>
                  <a:cubicBezTo>
                    <a:pt x="17" y="40"/>
                    <a:pt x="17" y="44"/>
                    <a:pt x="12" y="45"/>
                  </a:cubicBezTo>
                  <a:cubicBezTo>
                    <a:pt x="6" y="46"/>
                    <a:pt x="0" y="47"/>
                    <a:pt x="0" y="55"/>
                  </a:cubicBezTo>
                  <a:cubicBezTo>
                    <a:pt x="0" y="55"/>
                    <a:pt x="3" y="57"/>
                    <a:pt x="5" y="58"/>
                  </a:cubicBezTo>
                  <a:cubicBezTo>
                    <a:pt x="8" y="58"/>
                    <a:pt x="14" y="61"/>
                    <a:pt x="16" y="62"/>
                  </a:cubicBezTo>
                  <a:cubicBezTo>
                    <a:pt x="18" y="63"/>
                    <a:pt x="23" y="61"/>
                    <a:pt x="23" y="57"/>
                  </a:cubicBezTo>
                  <a:cubicBezTo>
                    <a:pt x="24" y="52"/>
                    <a:pt x="24" y="20"/>
                    <a:pt x="25" y="14"/>
                  </a:cubicBezTo>
                  <a:cubicBezTo>
                    <a:pt x="25" y="9"/>
                    <a:pt x="25" y="3"/>
                    <a:pt x="25" y="2"/>
                  </a:cubicBezTo>
                  <a:cubicBezTo>
                    <a:pt x="25" y="1"/>
                    <a:pt x="22" y="0"/>
                    <a:pt x="22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5336" name="Group 232">
            <a:extLst>
              <a:ext uri="{FF2B5EF4-FFF2-40B4-BE49-F238E27FC236}">
                <a16:creationId xmlns:a16="http://schemas.microsoft.com/office/drawing/2014/main" id="{EC7D26FB-1C3A-EB2A-5C77-934B3B44E208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-7938"/>
            <a:ext cx="2317750" cy="2063751"/>
            <a:chOff x="4080" y="-5"/>
            <a:chExt cx="1748" cy="1556"/>
          </a:xfrm>
        </p:grpSpPr>
        <p:sp>
          <p:nvSpPr>
            <p:cNvPr id="175337" name="Freeform 233">
              <a:extLst>
                <a:ext uri="{FF2B5EF4-FFF2-40B4-BE49-F238E27FC236}">
                  <a16:creationId xmlns:a16="http://schemas.microsoft.com/office/drawing/2014/main" id="{8D78D8B2-F93C-4FCD-44A7-E8760DEAE5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161" y="-5"/>
              <a:ext cx="1586" cy="1443"/>
            </a:xfrm>
            <a:custGeom>
              <a:avLst/>
              <a:gdLst>
                <a:gd name="T0" fmla="*/ 23 w 546"/>
                <a:gd name="T1" fmla="*/ 4 h 497"/>
                <a:gd name="T2" fmla="*/ 11 w 546"/>
                <a:gd name="T3" fmla="*/ 71 h 497"/>
                <a:gd name="T4" fmla="*/ 25 w 546"/>
                <a:gd name="T5" fmla="*/ 393 h 497"/>
                <a:gd name="T6" fmla="*/ 54 w 546"/>
                <a:gd name="T7" fmla="*/ 457 h 497"/>
                <a:gd name="T8" fmla="*/ 158 w 546"/>
                <a:gd name="T9" fmla="*/ 482 h 497"/>
                <a:gd name="T10" fmla="*/ 204 w 546"/>
                <a:gd name="T11" fmla="*/ 495 h 497"/>
                <a:gd name="T12" fmla="*/ 520 w 546"/>
                <a:gd name="T13" fmla="*/ 475 h 497"/>
                <a:gd name="T14" fmla="*/ 533 w 546"/>
                <a:gd name="T15" fmla="*/ 167 h 497"/>
                <a:gd name="T16" fmla="*/ 369 w 546"/>
                <a:gd name="T17" fmla="*/ 16 h 497"/>
                <a:gd name="T18" fmla="*/ 249 w 546"/>
                <a:gd name="T19" fmla="*/ 29 h 497"/>
                <a:gd name="T20" fmla="*/ 198 w 546"/>
                <a:gd name="T21" fmla="*/ 11 h 497"/>
                <a:gd name="T22" fmla="*/ 151 w 546"/>
                <a:gd name="T23" fmla="*/ 2 h 497"/>
                <a:gd name="T24" fmla="*/ 23 w 546"/>
                <a:gd name="T25" fmla="*/ 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6" h="497">
                  <a:moveTo>
                    <a:pt x="23" y="4"/>
                  </a:moveTo>
                  <a:cubicBezTo>
                    <a:pt x="23" y="4"/>
                    <a:pt x="0" y="34"/>
                    <a:pt x="11" y="71"/>
                  </a:cubicBezTo>
                  <a:cubicBezTo>
                    <a:pt x="19" y="100"/>
                    <a:pt x="25" y="393"/>
                    <a:pt x="25" y="393"/>
                  </a:cubicBezTo>
                  <a:cubicBezTo>
                    <a:pt x="25" y="393"/>
                    <a:pt x="42" y="452"/>
                    <a:pt x="54" y="457"/>
                  </a:cubicBezTo>
                  <a:cubicBezTo>
                    <a:pt x="66" y="462"/>
                    <a:pt x="158" y="482"/>
                    <a:pt x="158" y="482"/>
                  </a:cubicBezTo>
                  <a:cubicBezTo>
                    <a:pt x="158" y="482"/>
                    <a:pt x="191" y="497"/>
                    <a:pt x="204" y="495"/>
                  </a:cubicBezTo>
                  <a:cubicBezTo>
                    <a:pt x="217" y="494"/>
                    <a:pt x="506" y="487"/>
                    <a:pt x="520" y="475"/>
                  </a:cubicBezTo>
                  <a:cubicBezTo>
                    <a:pt x="533" y="463"/>
                    <a:pt x="546" y="218"/>
                    <a:pt x="533" y="167"/>
                  </a:cubicBezTo>
                  <a:cubicBezTo>
                    <a:pt x="520" y="117"/>
                    <a:pt x="404" y="14"/>
                    <a:pt x="369" y="16"/>
                  </a:cubicBezTo>
                  <a:cubicBezTo>
                    <a:pt x="335" y="17"/>
                    <a:pt x="249" y="29"/>
                    <a:pt x="249" y="29"/>
                  </a:cubicBezTo>
                  <a:lnTo>
                    <a:pt x="198" y="11"/>
                  </a:lnTo>
                  <a:lnTo>
                    <a:pt x="151" y="2"/>
                  </a:lnTo>
                  <a:cubicBezTo>
                    <a:pt x="151" y="2"/>
                    <a:pt x="79" y="0"/>
                    <a:pt x="23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5338" name="Group 234">
              <a:extLst>
                <a:ext uri="{FF2B5EF4-FFF2-40B4-BE49-F238E27FC236}">
                  <a16:creationId xmlns:a16="http://schemas.microsoft.com/office/drawing/2014/main" id="{7DB7B318-D9F0-2DFF-6EA8-443F0082409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080" y="0"/>
              <a:ext cx="1748" cy="1551"/>
              <a:chOff x="2918" y="18"/>
              <a:chExt cx="2958" cy="2699"/>
            </a:xfrm>
          </p:grpSpPr>
          <p:sp>
            <p:nvSpPr>
              <p:cNvPr id="175339" name="Freeform 235">
                <a:extLst>
                  <a:ext uri="{FF2B5EF4-FFF2-40B4-BE49-F238E27FC236}">
                    <a16:creationId xmlns:a16="http://schemas.microsoft.com/office/drawing/2014/main" id="{088C9B2D-F8D5-8A68-C478-96FDB33CF1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18"/>
                <a:ext cx="490" cy="187"/>
              </a:xfrm>
              <a:custGeom>
                <a:avLst/>
                <a:gdLst>
                  <a:gd name="T0" fmla="*/ 71 w 97"/>
                  <a:gd name="T1" fmla="*/ 25 h 37"/>
                  <a:gd name="T2" fmla="*/ 91 w 97"/>
                  <a:gd name="T3" fmla="*/ 20 h 37"/>
                  <a:gd name="T4" fmla="*/ 92 w 97"/>
                  <a:gd name="T5" fmla="*/ 17 h 37"/>
                  <a:gd name="T6" fmla="*/ 88 w 97"/>
                  <a:gd name="T7" fmla="*/ 0 h 37"/>
                  <a:gd name="T8" fmla="*/ 25 w 97"/>
                  <a:gd name="T9" fmla="*/ 0 h 37"/>
                  <a:gd name="T10" fmla="*/ 10 w 97"/>
                  <a:gd name="T11" fmla="*/ 22 h 37"/>
                  <a:gd name="T12" fmla="*/ 71 w 97"/>
                  <a:gd name="T13" fmla="*/ 2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7" h="37">
                    <a:moveTo>
                      <a:pt x="71" y="25"/>
                    </a:moveTo>
                    <a:cubicBezTo>
                      <a:pt x="81" y="22"/>
                      <a:pt x="87" y="21"/>
                      <a:pt x="91" y="20"/>
                    </a:cubicBezTo>
                    <a:cubicBezTo>
                      <a:pt x="91" y="19"/>
                      <a:pt x="91" y="19"/>
                      <a:pt x="92" y="17"/>
                    </a:cubicBezTo>
                    <a:cubicBezTo>
                      <a:pt x="97" y="11"/>
                      <a:pt x="95" y="4"/>
                      <a:pt x="88" y="0"/>
                    </a:cubicBezTo>
                    <a:lnTo>
                      <a:pt x="25" y="0"/>
                    </a:lnTo>
                    <a:cubicBezTo>
                      <a:pt x="10" y="3"/>
                      <a:pt x="0" y="10"/>
                      <a:pt x="10" y="22"/>
                    </a:cubicBezTo>
                    <a:cubicBezTo>
                      <a:pt x="10" y="22"/>
                      <a:pt x="28" y="37"/>
                      <a:pt x="71" y="2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0" name="Freeform 236">
                <a:extLst>
                  <a:ext uri="{FF2B5EF4-FFF2-40B4-BE49-F238E27FC236}">
                    <a16:creationId xmlns:a16="http://schemas.microsoft.com/office/drawing/2014/main" id="{4B996391-E643-3314-C75F-BABEE85C8F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918" y="18"/>
                <a:ext cx="2958" cy="2699"/>
              </a:xfrm>
              <a:custGeom>
                <a:avLst/>
                <a:gdLst>
                  <a:gd name="T0" fmla="*/ 504 w 585"/>
                  <a:gd name="T1" fmla="*/ 1 h 534"/>
                  <a:gd name="T2" fmla="*/ 157 w 585"/>
                  <a:gd name="T3" fmla="*/ 0 h 534"/>
                  <a:gd name="T4" fmla="*/ 225 w 585"/>
                  <a:gd name="T5" fmla="*/ 21 h 534"/>
                  <a:gd name="T6" fmla="*/ 174 w 585"/>
                  <a:gd name="T7" fmla="*/ 39 h 534"/>
                  <a:gd name="T8" fmla="*/ 207 w 585"/>
                  <a:gd name="T9" fmla="*/ 71 h 534"/>
                  <a:gd name="T10" fmla="*/ 74 w 585"/>
                  <a:gd name="T11" fmla="*/ 60 h 534"/>
                  <a:gd name="T12" fmla="*/ 26 w 585"/>
                  <a:gd name="T13" fmla="*/ 63 h 534"/>
                  <a:gd name="T14" fmla="*/ 199 w 585"/>
                  <a:gd name="T15" fmla="*/ 487 h 534"/>
                  <a:gd name="T16" fmla="*/ 144 w 585"/>
                  <a:gd name="T17" fmla="*/ 341 h 534"/>
                  <a:gd name="T18" fmla="*/ 105 w 585"/>
                  <a:gd name="T19" fmla="*/ 376 h 534"/>
                  <a:gd name="T20" fmla="*/ 94 w 585"/>
                  <a:gd name="T21" fmla="*/ 435 h 534"/>
                  <a:gd name="T22" fmla="*/ 124 w 585"/>
                  <a:gd name="T23" fmla="*/ 265 h 534"/>
                  <a:gd name="T24" fmla="*/ 153 w 585"/>
                  <a:gd name="T25" fmla="*/ 228 h 534"/>
                  <a:gd name="T26" fmla="*/ 209 w 585"/>
                  <a:gd name="T27" fmla="*/ 237 h 534"/>
                  <a:gd name="T28" fmla="*/ 188 w 585"/>
                  <a:gd name="T29" fmla="*/ 306 h 534"/>
                  <a:gd name="T30" fmla="*/ 192 w 585"/>
                  <a:gd name="T31" fmla="*/ 395 h 534"/>
                  <a:gd name="T32" fmla="*/ 515 w 585"/>
                  <a:gd name="T33" fmla="*/ 483 h 534"/>
                  <a:gd name="T34" fmla="*/ 454 w 585"/>
                  <a:gd name="T35" fmla="*/ 427 h 534"/>
                  <a:gd name="T36" fmla="*/ 425 w 585"/>
                  <a:gd name="T37" fmla="*/ 345 h 534"/>
                  <a:gd name="T38" fmla="*/ 396 w 585"/>
                  <a:gd name="T39" fmla="*/ 270 h 534"/>
                  <a:gd name="T40" fmla="*/ 460 w 585"/>
                  <a:gd name="T41" fmla="*/ 256 h 534"/>
                  <a:gd name="T42" fmla="*/ 407 w 585"/>
                  <a:gd name="T43" fmla="*/ 223 h 534"/>
                  <a:gd name="T44" fmla="*/ 439 w 585"/>
                  <a:gd name="T45" fmla="*/ 226 h 534"/>
                  <a:gd name="T46" fmla="*/ 438 w 585"/>
                  <a:gd name="T47" fmla="*/ 209 h 534"/>
                  <a:gd name="T48" fmla="*/ 376 w 585"/>
                  <a:gd name="T49" fmla="*/ 211 h 534"/>
                  <a:gd name="T50" fmla="*/ 357 w 585"/>
                  <a:gd name="T51" fmla="*/ 343 h 534"/>
                  <a:gd name="T52" fmla="*/ 347 w 585"/>
                  <a:gd name="T53" fmla="*/ 230 h 534"/>
                  <a:gd name="T54" fmla="*/ 331 w 585"/>
                  <a:gd name="T55" fmla="*/ 182 h 534"/>
                  <a:gd name="T56" fmla="*/ 347 w 585"/>
                  <a:gd name="T57" fmla="*/ 136 h 534"/>
                  <a:gd name="T58" fmla="*/ 339 w 585"/>
                  <a:gd name="T59" fmla="*/ 99 h 534"/>
                  <a:gd name="T60" fmla="*/ 331 w 585"/>
                  <a:gd name="T61" fmla="*/ 62 h 534"/>
                  <a:gd name="T62" fmla="*/ 369 w 585"/>
                  <a:gd name="T63" fmla="*/ 103 h 534"/>
                  <a:gd name="T64" fmla="*/ 415 w 585"/>
                  <a:gd name="T65" fmla="*/ 47 h 534"/>
                  <a:gd name="T66" fmla="*/ 409 w 585"/>
                  <a:gd name="T67" fmla="*/ 95 h 534"/>
                  <a:gd name="T68" fmla="*/ 401 w 585"/>
                  <a:gd name="T69" fmla="*/ 130 h 534"/>
                  <a:gd name="T70" fmla="*/ 401 w 585"/>
                  <a:gd name="T71" fmla="*/ 181 h 534"/>
                  <a:gd name="T72" fmla="*/ 558 w 585"/>
                  <a:gd name="T73" fmla="*/ 181 h 534"/>
                  <a:gd name="T74" fmla="*/ 554 w 585"/>
                  <a:gd name="T75" fmla="*/ 76 h 534"/>
                  <a:gd name="T76" fmla="*/ 249 w 585"/>
                  <a:gd name="T77" fmla="*/ 69 h 534"/>
                  <a:gd name="T78" fmla="*/ 293 w 585"/>
                  <a:gd name="T79" fmla="*/ 93 h 534"/>
                  <a:gd name="T80" fmla="*/ 171 w 585"/>
                  <a:gd name="T81" fmla="*/ 195 h 534"/>
                  <a:gd name="T82" fmla="*/ 69 w 585"/>
                  <a:gd name="T83" fmla="*/ 98 h 534"/>
                  <a:gd name="T84" fmla="*/ 191 w 585"/>
                  <a:gd name="T85" fmla="*/ 106 h 534"/>
                  <a:gd name="T86" fmla="*/ 220 w 585"/>
                  <a:gd name="T87" fmla="*/ 105 h 534"/>
                  <a:gd name="T88" fmla="*/ 302 w 585"/>
                  <a:gd name="T89" fmla="*/ 121 h 534"/>
                  <a:gd name="T90" fmla="*/ 276 w 585"/>
                  <a:gd name="T91" fmla="*/ 256 h 534"/>
                  <a:gd name="T92" fmla="*/ 260 w 585"/>
                  <a:gd name="T93" fmla="*/ 137 h 534"/>
                  <a:gd name="T94" fmla="*/ 171 w 585"/>
                  <a:gd name="T95" fmla="*/ 195 h 534"/>
                  <a:gd name="T96" fmla="*/ 223 w 585"/>
                  <a:gd name="T97" fmla="*/ 225 h 534"/>
                  <a:gd name="T98" fmla="*/ 247 w 585"/>
                  <a:gd name="T99" fmla="*/ 158 h 534"/>
                  <a:gd name="T100" fmla="*/ 326 w 585"/>
                  <a:gd name="T101" fmla="*/ 292 h 534"/>
                  <a:gd name="T102" fmla="*/ 215 w 585"/>
                  <a:gd name="T103" fmla="*/ 321 h 534"/>
                  <a:gd name="T104" fmla="*/ 309 w 585"/>
                  <a:gd name="T105" fmla="*/ 277 h 534"/>
                  <a:gd name="T106" fmla="*/ 318 w 585"/>
                  <a:gd name="T107" fmla="*/ 133 h 534"/>
                  <a:gd name="T108" fmla="*/ 313 w 585"/>
                  <a:gd name="T109" fmla="*/ 213 h 534"/>
                  <a:gd name="T110" fmla="*/ 299 w 585"/>
                  <a:gd name="T111" fmla="*/ 144 h 534"/>
                  <a:gd name="T112" fmla="*/ 507 w 585"/>
                  <a:gd name="T113" fmla="*/ 179 h 534"/>
                  <a:gd name="T114" fmla="*/ 461 w 585"/>
                  <a:gd name="T115" fmla="*/ 162 h 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585" h="534">
                    <a:moveTo>
                      <a:pt x="554" y="76"/>
                    </a:moveTo>
                    <a:cubicBezTo>
                      <a:pt x="551" y="32"/>
                      <a:pt x="543" y="9"/>
                      <a:pt x="504" y="1"/>
                    </a:cubicBezTo>
                    <a:cubicBezTo>
                      <a:pt x="500" y="1"/>
                      <a:pt x="494" y="0"/>
                      <a:pt x="486" y="0"/>
                    </a:cubicBezTo>
                    <a:lnTo>
                      <a:pt x="157" y="0"/>
                    </a:lnTo>
                    <a:cubicBezTo>
                      <a:pt x="156" y="5"/>
                      <a:pt x="153" y="17"/>
                      <a:pt x="158" y="17"/>
                    </a:cubicBezTo>
                    <a:cubicBezTo>
                      <a:pt x="171" y="17"/>
                      <a:pt x="223" y="21"/>
                      <a:pt x="225" y="21"/>
                    </a:cubicBezTo>
                    <a:cubicBezTo>
                      <a:pt x="226" y="21"/>
                      <a:pt x="250" y="16"/>
                      <a:pt x="237" y="28"/>
                    </a:cubicBezTo>
                    <a:cubicBezTo>
                      <a:pt x="223" y="41"/>
                      <a:pt x="192" y="41"/>
                      <a:pt x="174" y="39"/>
                    </a:cubicBezTo>
                    <a:cubicBezTo>
                      <a:pt x="131" y="36"/>
                      <a:pt x="152" y="56"/>
                      <a:pt x="168" y="56"/>
                    </a:cubicBezTo>
                    <a:cubicBezTo>
                      <a:pt x="218" y="56"/>
                      <a:pt x="228" y="68"/>
                      <a:pt x="207" y="71"/>
                    </a:cubicBezTo>
                    <a:cubicBezTo>
                      <a:pt x="186" y="74"/>
                      <a:pt x="182" y="73"/>
                      <a:pt x="162" y="76"/>
                    </a:cubicBezTo>
                    <a:cubicBezTo>
                      <a:pt x="7" y="101"/>
                      <a:pt x="59" y="60"/>
                      <a:pt x="74" y="60"/>
                    </a:cubicBezTo>
                    <a:cubicBezTo>
                      <a:pt x="139" y="59"/>
                      <a:pt x="123" y="37"/>
                      <a:pt x="107" y="42"/>
                    </a:cubicBezTo>
                    <a:cubicBezTo>
                      <a:pt x="91" y="46"/>
                      <a:pt x="34" y="27"/>
                      <a:pt x="26" y="63"/>
                    </a:cubicBezTo>
                    <a:cubicBezTo>
                      <a:pt x="19" y="100"/>
                      <a:pt x="42" y="282"/>
                      <a:pt x="36" y="317"/>
                    </a:cubicBezTo>
                    <a:cubicBezTo>
                      <a:pt x="0" y="534"/>
                      <a:pt x="199" y="487"/>
                      <a:pt x="199" y="487"/>
                    </a:cubicBezTo>
                    <a:cubicBezTo>
                      <a:pt x="156" y="453"/>
                      <a:pt x="174" y="421"/>
                      <a:pt x="171" y="403"/>
                    </a:cubicBezTo>
                    <a:cubicBezTo>
                      <a:pt x="161" y="345"/>
                      <a:pt x="154" y="337"/>
                      <a:pt x="144" y="341"/>
                    </a:cubicBezTo>
                    <a:cubicBezTo>
                      <a:pt x="121" y="352"/>
                      <a:pt x="123" y="358"/>
                      <a:pt x="126" y="367"/>
                    </a:cubicBezTo>
                    <a:cubicBezTo>
                      <a:pt x="142" y="416"/>
                      <a:pt x="105" y="376"/>
                      <a:pt x="105" y="376"/>
                    </a:cubicBezTo>
                    <a:cubicBezTo>
                      <a:pt x="98" y="380"/>
                      <a:pt x="95" y="390"/>
                      <a:pt x="99" y="399"/>
                    </a:cubicBezTo>
                    <a:cubicBezTo>
                      <a:pt x="131" y="463"/>
                      <a:pt x="101" y="446"/>
                      <a:pt x="94" y="435"/>
                    </a:cubicBezTo>
                    <a:cubicBezTo>
                      <a:pt x="61" y="390"/>
                      <a:pt x="92" y="366"/>
                      <a:pt x="88" y="352"/>
                    </a:cubicBezTo>
                    <a:cubicBezTo>
                      <a:pt x="75" y="295"/>
                      <a:pt x="118" y="274"/>
                      <a:pt x="124" y="265"/>
                    </a:cubicBezTo>
                    <a:cubicBezTo>
                      <a:pt x="130" y="256"/>
                      <a:pt x="127" y="253"/>
                      <a:pt x="129" y="234"/>
                    </a:cubicBezTo>
                    <a:cubicBezTo>
                      <a:pt x="136" y="195"/>
                      <a:pt x="155" y="216"/>
                      <a:pt x="153" y="228"/>
                    </a:cubicBezTo>
                    <a:cubicBezTo>
                      <a:pt x="148" y="274"/>
                      <a:pt x="176" y="242"/>
                      <a:pt x="186" y="228"/>
                    </a:cubicBezTo>
                    <a:cubicBezTo>
                      <a:pt x="218" y="186"/>
                      <a:pt x="214" y="229"/>
                      <a:pt x="209" y="237"/>
                    </a:cubicBezTo>
                    <a:cubicBezTo>
                      <a:pt x="203" y="244"/>
                      <a:pt x="198" y="255"/>
                      <a:pt x="200" y="260"/>
                    </a:cubicBezTo>
                    <a:cubicBezTo>
                      <a:pt x="208" y="283"/>
                      <a:pt x="193" y="305"/>
                      <a:pt x="188" y="306"/>
                    </a:cubicBezTo>
                    <a:cubicBezTo>
                      <a:pt x="184" y="308"/>
                      <a:pt x="170" y="314"/>
                      <a:pt x="170" y="332"/>
                    </a:cubicBezTo>
                    <a:cubicBezTo>
                      <a:pt x="171" y="350"/>
                      <a:pt x="192" y="382"/>
                      <a:pt x="192" y="395"/>
                    </a:cubicBezTo>
                    <a:cubicBezTo>
                      <a:pt x="193" y="492"/>
                      <a:pt x="236" y="499"/>
                      <a:pt x="255" y="497"/>
                    </a:cubicBezTo>
                    <a:cubicBezTo>
                      <a:pt x="275" y="496"/>
                      <a:pt x="445" y="490"/>
                      <a:pt x="515" y="483"/>
                    </a:cubicBezTo>
                    <a:cubicBezTo>
                      <a:pt x="585" y="477"/>
                      <a:pt x="538" y="458"/>
                      <a:pt x="518" y="458"/>
                    </a:cubicBezTo>
                    <a:cubicBezTo>
                      <a:pt x="467" y="458"/>
                      <a:pt x="454" y="427"/>
                      <a:pt x="454" y="427"/>
                    </a:cubicBezTo>
                    <a:cubicBezTo>
                      <a:pt x="454" y="427"/>
                      <a:pt x="453" y="405"/>
                      <a:pt x="431" y="400"/>
                    </a:cubicBezTo>
                    <a:cubicBezTo>
                      <a:pt x="376" y="385"/>
                      <a:pt x="411" y="353"/>
                      <a:pt x="425" y="345"/>
                    </a:cubicBezTo>
                    <a:cubicBezTo>
                      <a:pt x="438" y="338"/>
                      <a:pt x="430" y="335"/>
                      <a:pt x="420" y="329"/>
                    </a:cubicBezTo>
                    <a:cubicBezTo>
                      <a:pt x="398" y="316"/>
                      <a:pt x="394" y="300"/>
                      <a:pt x="396" y="270"/>
                    </a:cubicBezTo>
                    <a:cubicBezTo>
                      <a:pt x="397" y="240"/>
                      <a:pt x="416" y="249"/>
                      <a:pt x="416" y="249"/>
                    </a:cubicBezTo>
                    <a:cubicBezTo>
                      <a:pt x="416" y="249"/>
                      <a:pt x="448" y="262"/>
                      <a:pt x="460" y="256"/>
                    </a:cubicBezTo>
                    <a:cubicBezTo>
                      <a:pt x="472" y="250"/>
                      <a:pt x="467" y="239"/>
                      <a:pt x="461" y="244"/>
                    </a:cubicBezTo>
                    <a:cubicBezTo>
                      <a:pt x="455" y="248"/>
                      <a:pt x="412" y="244"/>
                      <a:pt x="407" y="223"/>
                    </a:cubicBezTo>
                    <a:cubicBezTo>
                      <a:pt x="403" y="202"/>
                      <a:pt x="418" y="213"/>
                      <a:pt x="422" y="214"/>
                    </a:cubicBezTo>
                    <a:cubicBezTo>
                      <a:pt x="427" y="216"/>
                      <a:pt x="427" y="220"/>
                      <a:pt x="439" y="226"/>
                    </a:cubicBezTo>
                    <a:cubicBezTo>
                      <a:pt x="468" y="241"/>
                      <a:pt x="454" y="224"/>
                      <a:pt x="454" y="224"/>
                    </a:cubicBezTo>
                    <a:cubicBezTo>
                      <a:pt x="454" y="224"/>
                      <a:pt x="454" y="224"/>
                      <a:pt x="438" y="209"/>
                    </a:cubicBezTo>
                    <a:cubicBezTo>
                      <a:pt x="423" y="194"/>
                      <a:pt x="406" y="199"/>
                      <a:pt x="389" y="199"/>
                    </a:cubicBezTo>
                    <a:cubicBezTo>
                      <a:pt x="373" y="199"/>
                      <a:pt x="376" y="211"/>
                      <a:pt x="376" y="211"/>
                    </a:cubicBezTo>
                    <a:cubicBezTo>
                      <a:pt x="376" y="211"/>
                      <a:pt x="373" y="242"/>
                      <a:pt x="370" y="291"/>
                    </a:cubicBezTo>
                    <a:cubicBezTo>
                      <a:pt x="368" y="341"/>
                      <a:pt x="360" y="347"/>
                      <a:pt x="357" y="343"/>
                    </a:cubicBezTo>
                    <a:cubicBezTo>
                      <a:pt x="354" y="338"/>
                      <a:pt x="350" y="313"/>
                      <a:pt x="350" y="305"/>
                    </a:cubicBezTo>
                    <a:cubicBezTo>
                      <a:pt x="350" y="298"/>
                      <a:pt x="345" y="264"/>
                      <a:pt x="347" y="230"/>
                    </a:cubicBezTo>
                    <a:cubicBezTo>
                      <a:pt x="350" y="195"/>
                      <a:pt x="356" y="210"/>
                      <a:pt x="334" y="201"/>
                    </a:cubicBezTo>
                    <a:cubicBezTo>
                      <a:pt x="311" y="192"/>
                      <a:pt x="323" y="182"/>
                      <a:pt x="331" y="182"/>
                    </a:cubicBezTo>
                    <a:cubicBezTo>
                      <a:pt x="338" y="182"/>
                      <a:pt x="350" y="189"/>
                      <a:pt x="352" y="181"/>
                    </a:cubicBezTo>
                    <a:cubicBezTo>
                      <a:pt x="356" y="160"/>
                      <a:pt x="359" y="141"/>
                      <a:pt x="347" y="136"/>
                    </a:cubicBezTo>
                    <a:cubicBezTo>
                      <a:pt x="322" y="127"/>
                      <a:pt x="332" y="121"/>
                      <a:pt x="341" y="118"/>
                    </a:cubicBezTo>
                    <a:cubicBezTo>
                      <a:pt x="350" y="115"/>
                      <a:pt x="352" y="94"/>
                      <a:pt x="339" y="99"/>
                    </a:cubicBezTo>
                    <a:cubicBezTo>
                      <a:pt x="313" y="107"/>
                      <a:pt x="316" y="85"/>
                      <a:pt x="321" y="82"/>
                    </a:cubicBezTo>
                    <a:cubicBezTo>
                      <a:pt x="325" y="79"/>
                      <a:pt x="334" y="83"/>
                      <a:pt x="331" y="62"/>
                    </a:cubicBezTo>
                    <a:cubicBezTo>
                      <a:pt x="328" y="41"/>
                      <a:pt x="347" y="34"/>
                      <a:pt x="351" y="53"/>
                    </a:cubicBezTo>
                    <a:cubicBezTo>
                      <a:pt x="354" y="73"/>
                      <a:pt x="363" y="112"/>
                      <a:pt x="369" y="103"/>
                    </a:cubicBezTo>
                    <a:cubicBezTo>
                      <a:pt x="375" y="94"/>
                      <a:pt x="385" y="57"/>
                      <a:pt x="395" y="41"/>
                    </a:cubicBezTo>
                    <a:cubicBezTo>
                      <a:pt x="406" y="24"/>
                      <a:pt x="418" y="38"/>
                      <a:pt x="415" y="47"/>
                    </a:cubicBezTo>
                    <a:cubicBezTo>
                      <a:pt x="401" y="88"/>
                      <a:pt x="426" y="90"/>
                      <a:pt x="426" y="90"/>
                    </a:cubicBezTo>
                    <a:cubicBezTo>
                      <a:pt x="426" y="90"/>
                      <a:pt x="423" y="96"/>
                      <a:pt x="409" y="95"/>
                    </a:cubicBezTo>
                    <a:cubicBezTo>
                      <a:pt x="382" y="92"/>
                      <a:pt x="393" y="110"/>
                      <a:pt x="405" y="115"/>
                    </a:cubicBezTo>
                    <a:cubicBezTo>
                      <a:pt x="431" y="124"/>
                      <a:pt x="414" y="130"/>
                      <a:pt x="401" y="130"/>
                    </a:cubicBezTo>
                    <a:cubicBezTo>
                      <a:pt x="387" y="130"/>
                      <a:pt x="381" y="134"/>
                      <a:pt x="378" y="148"/>
                    </a:cubicBezTo>
                    <a:cubicBezTo>
                      <a:pt x="369" y="191"/>
                      <a:pt x="401" y="181"/>
                      <a:pt x="401" y="181"/>
                    </a:cubicBezTo>
                    <a:cubicBezTo>
                      <a:pt x="452" y="195"/>
                      <a:pt x="528" y="188"/>
                      <a:pt x="528" y="188"/>
                    </a:cubicBezTo>
                    <a:cubicBezTo>
                      <a:pt x="543" y="192"/>
                      <a:pt x="552" y="189"/>
                      <a:pt x="558" y="181"/>
                    </a:cubicBezTo>
                    <a:lnTo>
                      <a:pt x="558" y="103"/>
                    </a:lnTo>
                    <a:cubicBezTo>
                      <a:pt x="556" y="93"/>
                      <a:pt x="555" y="84"/>
                      <a:pt x="554" y="76"/>
                    </a:cubicBezTo>
                    <a:close/>
                    <a:moveTo>
                      <a:pt x="231" y="77"/>
                    </a:moveTo>
                    <a:cubicBezTo>
                      <a:pt x="233" y="65"/>
                      <a:pt x="249" y="69"/>
                      <a:pt x="249" y="69"/>
                    </a:cubicBezTo>
                    <a:cubicBezTo>
                      <a:pt x="249" y="69"/>
                      <a:pt x="278" y="79"/>
                      <a:pt x="290" y="78"/>
                    </a:cubicBezTo>
                    <a:cubicBezTo>
                      <a:pt x="301" y="76"/>
                      <a:pt x="318" y="93"/>
                      <a:pt x="293" y="93"/>
                    </a:cubicBezTo>
                    <a:cubicBezTo>
                      <a:pt x="267" y="93"/>
                      <a:pt x="228" y="104"/>
                      <a:pt x="231" y="77"/>
                    </a:cubicBezTo>
                    <a:close/>
                    <a:moveTo>
                      <a:pt x="171" y="195"/>
                    </a:moveTo>
                    <a:cubicBezTo>
                      <a:pt x="153" y="195"/>
                      <a:pt x="46" y="237"/>
                      <a:pt x="45" y="128"/>
                    </a:cubicBezTo>
                    <a:cubicBezTo>
                      <a:pt x="45" y="104"/>
                      <a:pt x="39" y="83"/>
                      <a:pt x="69" y="98"/>
                    </a:cubicBezTo>
                    <a:cubicBezTo>
                      <a:pt x="99" y="112"/>
                      <a:pt x="72" y="111"/>
                      <a:pt x="137" y="108"/>
                    </a:cubicBezTo>
                    <a:cubicBezTo>
                      <a:pt x="137" y="108"/>
                      <a:pt x="184" y="110"/>
                      <a:pt x="191" y="106"/>
                    </a:cubicBezTo>
                    <a:cubicBezTo>
                      <a:pt x="199" y="101"/>
                      <a:pt x="192" y="91"/>
                      <a:pt x="207" y="91"/>
                    </a:cubicBezTo>
                    <a:cubicBezTo>
                      <a:pt x="222" y="90"/>
                      <a:pt x="220" y="105"/>
                      <a:pt x="220" y="105"/>
                    </a:cubicBezTo>
                    <a:cubicBezTo>
                      <a:pt x="220" y="105"/>
                      <a:pt x="207" y="124"/>
                      <a:pt x="305" y="111"/>
                    </a:cubicBezTo>
                    <a:cubicBezTo>
                      <a:pt x="317" y="109"/>
                      <a:pt x="327" y="121"/>
                      <a:pt x="302" y="121"/>
                    </a:cubicBezTo>
                    <a:cubicBezTo>
                      <a:pt x="290" y="122"/>
                      <a:pt x="272" y="128"/>
                      <a:pt x="278" y="143"/>
                    </a:cubicBezTo>
                    <a:cubicBezTo>
                      <a:pt x="284" y="158"/>
                      <a:pt x="276" y="256"/>
                      <a:pt x="276" y="256"/>
                    </a:cubicBezTo>
                    <a:cubicBezTo>
                      <a:pt x="276" y="256"/>
                      <a:pt x="271" y="274"/>
                      <a:pt x="262" y="245"/>
                    </a:cubicBezTo>
                    <a:cubicBezTo>
                      <a:pt x="259" y="235"/>
                      <a:pt x="262" y="144"/>
                      <a:pt x="260" y="137"/>
                    </a:cubicBezTo>
                    <a:cubicBezTo>
                      <a:pt x="259" y="129"/>
                      <a:pt x="217" y="122"/>
                      <a:pt x="215" y="154"/>
                    </a:cubicBezTo>
                    <a:cubicBezTo>
                      <a:pt x="214" y="185"/>
                      <a:pt x="205" y="195"/>
                      <a:pt x="171" y="195"/>
                    </a:cubicBezTo>
                    <a:close/>
                    <a:moveTo>
                      <a:pt x="237" y="231"/>
                    </a:moveTo>
                    <a:cubicBezTo>
                      <a:pt x="230" y="240"/>
                      <a:pt x="219" y="247"/>
                      <a:pt x="223" y="225"/>
                    </a:cubicBezTo>
                    <a:cubicBezTo>
                      <a:pt x="228" y="202"/>
                      <a:pt x="232" y="170"/>
                      <a:pt x="232" y="155"/>
                    </a:cubicBezTo>
                    <a:cubicBezTo>
                      <a:pt x="232" y="155"/>
                      <a:pt x="244" y="135"/>
                      <a:pt x="247" y="158"/>
                    </a:cubicBezTo>
                    <a:cubicBezTo>
                      <a:pt x="250" y="181"/>
                      <a:pt x="244" y="221"/>
                      <a:pt x="237" y="231"/>
                    </a:cubicBezTo>
                    <a:close/>
                    <a:moveTo>
                      <a:pt x="326" y="292"/>
                    </a:moveTo>
                    <a:cubicBezTo>
                      <a:pt x="327" y="320"/>
                      <a:pt x="355" y="400"/>
                      <a:pt x="286" y="399"/>
                    </a:cubicBezTo>
                    <a:cubicBezTo>
                      <a:pt x="217" y="398"/>
                      <a:pt x="214" y="409"/>
                      <a:pt x="215" y="321"/>
                    </a:cubicBezTo>
                    <a:cubicBezTo>
                      <a:pt x="216" y="236"/>
                      <a:pt x="225" y="253"/>
                      <a:pt x="230" y="264"/>
                    </a:cubicBezTo>
                    <a:cubicBezTo>
                      <a:pt x="230" y="264"/>
                      <a:pt x="253" y="318"/>
                      <a:pt x="309" y="277"/>
                    </a:cubicBezTo>
                    <a:cubicBezTo>
                      <a:pt x="319" y="269"/>
                      <a:pt x="324" y="263"/>
                      <a:pt x="326" y="292"/>
                    </a:cubicBezTo>
                    <a:close/>
                    <a:moveTo>
                      <a:pt x="318" y="133"/>
                    </a:moveTo>
                    <a:cubicBezTo>
                      <a:pt x="338" y="148"/>
                      <a:pt x="316" y="165"/>
                      <a:pt x="316" y="165"/>
                    </a:cubicBezTo>
                    <a:cubicBezTo>
                      <a:pt x="316" y="165"/>
                      <a:pt x="302" y="189"/>
                      <a:pt x="313" y="213"/>
                    </a:cubicBezTo>
                    <a:cubicBezTo>
                      <a:pt x="324" y="237"/>
                      <a:pt x="324" y="265"/>
                      <a:pt x="301" y="239"/>
                    </a:cubicBezTo>
                    <a:cubicBezTo>
                      <a:pt x="279" y="214"/>
                      <a:pt x="293" y="156"/>
                      <a:pt x="299" y="144"/>
                    </a:cubicBezTo>
                    <a:cubicBezTo>
                      <a:pt x="299" y="144"/>
                      <a:pt x="299" y="118"/>
                      <a:pt x="318" y="133"/>
                    </a:cubicBezTo>
                    <a:close/>
                    <a:moveTo>
                      <a:pt x="507" y="179"/>
                    </a:moveTo>
                    <a:cubicBezTo>
                      <a:pt x="498" y="185"/>
                      <a:pt x="507" y="179"/>
                      <a:pt x="465" y="177"/>
                    </a:cubicBezTo>
                    <a:cubicBezTo>
                      <a:pt x="423" y="176"/>
                      <a:pt x="461" y="162"/>
                      <a:pt x="461" y="162"/>
                    </a:cubicBezTo>
                    <a:cubicBezTo>
                      <a:pt x="565" y="166"/>
                      <a:pt x="516" y="173"/>
                      <a:pt x="507" y="17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1" name="Freeform 237">
                <a:extLst>
                  <a:ext uri="{FF2B5EF4-FFF2-40B4-BE49-F238E27FC236}">
                    <a16:creationId xmlns:a16="http://schemas.microsoft.com/office/drawing/2014/main" id="{59A877AF-08DA-E46E-BB2E-6D6B89DCE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1" y="1287"/>
                <a:ext cx="238" cy="283"/>
              </a:xfrm>
              <a:custGeom>
                <a:avLst/>
                <a:gdLst>
                  <a:gd name="T0" fmla="*/ 40 w 47"/>
                  <a:gd name="T1" fmla="*/ 15 h 56"/>
                  <a:gd name="T2" fmla="*/ 27 w 47"/>
                  <a:gd name="T3" fmla="*/ 56 h 56"/>
                  <a:gd name="T4" fmla="*/ 40 w 47"/>
                  <a:gd name="T5" fmla="*/ 1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7" h="56">
                    <a:moveTo>
                      <a:pt x="40" y="15"/>
                    </a:moveTo>
                    <a:cubicBezTo>
                      <a:pt x="37" y="0"/>
                      <a:pt x="0" y="23"/>
                      <a:pt x="27" y="56"/>
                    </a:cubicBezTo>
                    <a:cubicBezTo>
                      <a:pt x="27" y="56"/>
                      <a:pt x="47" y="49"/>
                      <a:pt x="40" y="1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2" name="Freeform 238">
                <a:extLst>
                  <a:ext uri="{FF2B5EF4-FFF2-40B4-BE49-F238E27FC236}">
                    <a16:creationId xmlns:a16="http://schemas.microsoft.com/office/drawing/2014/main" id="{2EBDC567-CE1D-8AAB-7B1E-7B8405F46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3" y="1403"/>
                <a:ext cx="208" cy="379"/>
              </a:xfrm>
              <a:custGeom>
                <a:avLst/>
                <a:gdLst>
                  <a:gd name="T0" fmla="*/ 19 w 41"/>
                  <a:gd name="T1" fmla="*/ 27 h 75"/>
                  <a:gd name="T2" fmla="*/ 12 w 41"/>
                  <a:gd name="T3" fmla="*/ 69 h 75"/>
                  <a:gd name="T4" fmla="*/ 40 w 41"/>
                  <a:gd name="T5" fmla="*/ 45 h 75"/>
                  <a:gd name="T6" fmla="*/ 37 w 41"/>
                  <a:gd name="T7" fmla="*/ 24 h 75"/>
                  <a:gd name="T8" fmla="*/ 19 w 41"/>
                  <a:gd name="T9" fmla="*/ 2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" h="75">
                    <a:moveTo>
                      <a:pt x="19" y="27"/>
                    </a:moveTo>
                    <a:cubicBezTo>
                      <a:pt x="0" y="54"/>
                      <a:pt x="6" y="63"/>
                      <a:pt x="12" y="69"/>
                    </a:cubicBezTo>
                    <a:cubicBezTo>
                      <a:pt x="18" y="75"/>
                      <a:pt x="30" y="74"/>
                      <a:pt x="40" y="45"/>
                    </a:cubicBezTo>
                    <a:cubicBezTo>
                      <a:pt x="40" y="45"/>
                      <a:pt x="32" y="31"/>
                      <a:pt x="37" y="24"/>
                    </a:cubicBezTo>
                    <a:cubicBezTo>
                      <a:pt x="41" y="16"/>
                      <a:pt x="38" y="0"/>
                      <a:pt x="19" y="2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3" name="Freeform 239">
                <a:extLst>
                  <a:ext uri="{FF2B5EF4-FFF2-40B4-BE49-F238E27FC236}">
                    <a16:creationId xmlns:a16="http://schemas.microsoft.com/office/drawing/2014/main" id="{96720B24-C195-F2E0-6B71-C3CB9281CA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2" y="645"/>
                <a:ext cx="683" cy="318"/>
              </a:xfrm>
              <a:custGeom>
                <a:avLst/>
                <a:gdLst>
                  <a:gd name="T0" fmla="*/ 112 w 135"/>
                  <a:gd name="T1" fmla="*/ 4 h 63"/>
                  <a:gd name="T2" fmla="*/ 24 w 135"/>
                  <a:gd name="T3" fmla="*/ 4 h 63"/>
                  <a:gd name="T4" fmla="*/ 2 w 135"/>
                  <a:gd name="T5" fmla="*/ 25 h 63"/>
                  <a:gd name="T6" fmla="*/ 60 w 135"/>
                  <a:gd name="T7" fmla="*/ 58 h 63"/>
                  <a:gd name="T8" fmla="*/ 96 w 135"/>
                  <a:gd name="T9" fmla="*/ 54 h 63"/>
                  <a:gd name="T10" fmla="*/ 113 w 135"/>
                  <a:gd name="T11" fmla="*/ 53 h 63"/>
                  <a:gd name="T12" fmla="*/ 112 w 135"/>
                  <a:gd name="T13" fmla="*/ 4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5" h="63">
                    <a:moveTo>
                      <a:pt x="112" y="4"/>
                    </a:moveTo>
                    <a:cubicBezTo>
                      <a:pt x="105" y="9"/>
                      <a:pt x="24" y="4"/>
                      <a:pt x="24" y="4"/>
                    </a:cubicBezTo>
                    <a:cubicBezTo>
                      <a:pt x="15" y="4"/>
                      <a:pt x="3" y="1"/>
                      <a:pt x="2" y="25"/>
                    </a:cubicBezTo>
                    <a:cubicBezTo>
                      <a:pt x="0" y="63"/>
                      <a:pt x="48" y="58"/>
                      <a:pt x="60" y="58"/>
                    </a:cubicBezTo>
                    <a:cubicBezTo>
                      <a:pt x="72" y="58"/>
                      <a:pt x="84" y="48"/>
                      <a:pt x="96" y="54"/>
                    </a:cubicBezTo>
                    <a:cubicBezTo>
                      <a:pt x="96" y="54"/>
                      <a:pt x="107" y="63"/>
                      <a:pt x="113" y="53"/>
                    </a:cubicBezTo>
                    <a:cubicBezTo>
                      <a:pt x="135" y="13"/>
                      <a:pt x="120" y="0"/>
                      <a:pt x="112" y="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4" name="Freeform 240">
                <a:extLst>
                  <a:ext uri="{FF2B5EF4-FFF2-40B4-BE49-F238E27FC236}">
                    <a16:creationId xmlns:a16="http://schemas.microsoft.com/office/drawing/2014/main" id="{2E942A28-6E9C-06FD-C04B-CC7F19A5D2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6" y="1545"/>
                <a:ext cx="490" cy="515"/>
              </a:xfrm>
              <a:custGeom>
                <a:avLst/>
                <a:gdLst>
                  <a:gd name="T0" fmla="*/ 67 w 97"/>
                  <a:gd name="T1" fmla="*/ 5 h 102"/>
                  <a:gd name="T2" fmla="*/ 31 w 97"/>
                  <a:gd name="T3" fmla="*/ 5 h 102"/>
                  <a:gd name="T4" fmla="*/ 12 w 97"/>
                  <a:gd name="T5" fmla="*/ 57 h 102"/>
                  <a:gd name="T6" fmla="*/ 79 w 97"/>
                  <a:gd name="T7" fmla="*/ 62 h 102"/>
                  <a:gd name="T8" fmla="*/ 67 w 97"/>
                  <a:gd name="T9" fmla="*/ 5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102">
                    <a:moveTo>
                      <a:pt x="67" y="5"/>
                    </a:moveTo>
                    <a:cubicBezTo>
                      <a:pt x="55" y="10"/>
                      <a:pt x="31" y="5"/>
                      <a:pt x="31" y="5"/>
                    </a:cubicBezTo>
                    <a:cubicBezTo>
                      <a:pt x="0" y="6"/>
                      <a:pt x="16" y="39"/>
                      <a:pt x="12" y="57"/>
                    </a:cubicBezTo>
                    <a:cubicBezTo>
                      <a:pt x="8" y="76"/>
                      <a:pt x="63" y="102"/>
                      <a:pt x="79" y="62"/>
                    </a:cubicBezTo>
                    <a:cubicBezTo>
                      <a:pt x="97" y="20"/>
                      <a:pt x="79" y="0"/>
                      <a:pt x="67" y="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5" name="Freeform 241">
                <a:extLst>
                  <a:ext uri="{FF2B5EF4-FFF2-40B4-BE49-F238E27FC236}">
                    <a16:creationId xmlns:a16="http://schemas.microsoft.com/office/drawing/2014/main" id="{5D58739B-5713-F904-9292-E4C6652E20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3" y="1024"/>
                <a:ext cx="501" cy="96"/>
              </a:xfrm>
              <a:custGeom>
                <a:avLst/>
                <a:gdLst>
                  <a:gd name="T0" fmla="*/ 15 w 99"/>
                  <a:gd name="T1" fmla="*/ 0 h 19"/>
                  <a:gd name="T2" fmla="*/ 40 w 99"/>
                  <a:gd name="T3" fmla="*/ 15 h 19"/>
                  <a:gd name="T4" fmla="*/ 15 w 99"/>
                  <a:gd name="T5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99" h="19">
                    <a:moveTo>
                      <a:pt x="15" y="0"/>
                    </a:moveTo>
                    <a:cubicBezTo>
                      <a:pt x="0" y="0"/>
                      <a:pt x="19" y="19"/>
                      <a:pt x="40" y="15"/>
                    </a:cubicBezTo>
                    <a:cubicBezTo>
                      <a:pt x="99" y="1"/>
                      <a:pt x="15" y="0"/>
                      <a:pt x="1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6" name="Freeform 242">
                <a:extLst>
                  <a:ext uri="{FF2B5EF4-FFF2-40B4-BE49-F238E27FC236}">
                    <a16:creationId xmlns:a16="http://schemas.microsoft.com/office/drawing/2014/main" id="{F448CC34-9308-E60D-30F5-C6CE2AC041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40" y="1004"/>
                <a:ext cx="385" cy="237"/>
              </a:xfrm>
              <a:custGeom>
                <a:avLst/>
                <a:gdLst>
                  <a:gd name="T0" fmla="*/ 21 w 76"/>
                  <a:gd name="T1" fmla="*/ 37 h 47"/>
                  <a:gd name="T2" fmla="*/ 70 w 76"/>
                  <a:gd name="T3" fmla="*/ 17 h 47"/>
                  <a:gd name="T4" fmla="*/ 48 w 76"/>
                  <a:gd name="T5" fmla="*/ 3 h 47"/>
                  <a:gd name="T6" fmla="*/ 19 w 76"/>
                  <a:gd name="T7" fmla="*/ 32 h 47"/>
                  <a:gd name="T8" fmla="*/ 21 w 76"/>
                  <a:gd name="T9" fmla="*/ 3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6" h="47">
                    <a:moveTo>
                      <a:pt x="21" y="37"/>
                    </a:moveTo>
                    <a:cubicBezTo>
                      <a:pt x="21" y="37"/>
                      <a:pt x="50" y="47"/>
                      <a:pt x="70" y="17"/>
                    </a:cubicBezTo>
                    <a:cubicBezTo>
                      <a:pt x="76" y="7"/>
                      <a:pt x="65" y="0"/>
                      <a:pt x="48" y="3"/>
                    </a:cubicBezTo>
                    <a:cubicBezTo>
                      <a:pt x="39" y="5"/>
                      <a:pt x="39" y="32"/>
                      <a:pt x="19" y="32"/>
                    </a:cubicBezTo>
                    <a:cubicBezTo>
                      <a:pt x="0" y="32"/>
                      <a:pt x="21" y="37"/>
                      <a:pt x="21" y="3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7" name="Freeform 243">
                <a:extLst>
                  <a:ext uri="{FF2B5EF4-FFF2-40B4-BE49-F238E27FC236}">
                    <a16:creationId xmlns:a16="http://schemas.microsoft.com/office/drawing/2014/main" id="{35702160-498D-2409-D144-B1867F2E76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5" y="1201"/>
                <a:ext cx="415" cy="187"/>
              </a:xfrm>
              <a:custGeom>
                <a:avLst/>
                <a:gdLst>
                  <a:gd name="T0" fmla="*/ 72 w 82"/>
                  <a:gd name="T1" fmla="*/ 6 h 37"/>
                  <a:gd name="T2" fmla="*/ 24 w 82"/>
                  <a:gd name="T3" fmla="*/ 17 h 37"/>
                  <a:gd name="T4" fmla="*/ 17 w 82"/>
                  <a:gd name="T5" fmla="*/ 26 h 37"/>
                  <a:gd name="T6" fmla="*/ 76 w 82"/>
                  <a:gd name="T7" fmla="*/ 23 h 37"/>
                  <a:gd name="T8" fmla="*/ 82 w 82"/>
                  <a:gd name="T9" fmla="*/ 20 h 37"/>
                  <a:gd name="T10" fmla="*/ 82 w 82"/>
                  <a:gd name="T11" fmla="*/ 0 h 37"/>
                  <a:gd name="T12" fmla="*/ 72 w 82"/>
                  <a:gd name="T13" fmla="*/ 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37">
                    <a:moveTo>
                      <a:pt x="72" y="6"/>
                    </a:moveTo>
                    <a:cubicBezTo>
                      <a:pt x="57" y="23"/>
                      <a:pt x="24" y="17"/>
                      <a:pt x="24" y="17"/>
                    </a:cubicBezTo>
                    <a:cubicBezTo>
                      <a:pt x="24" y="17"/>
                      <a:pt x="0" y="16"/>
                      <a:pt x="17" y="26"/>
                    </a:cubicBezTo>
                    <a:cubicBezTo>
                      <a:pt x="33" y="37"/>
                      <a:pt x="53" y="32"/>
                      <a:pt x="76" y="23"/>
                    </a:cubicBezTo>
                    <a:cubicBezTo>
                      <a:pt x="78" y="22"/>
                      <a:pt x="80" y="21"/>
                      <a:pt x="82" y="20"/>
                    </a:cubicBezTo>
                    <a:lnTo>
                      <a:pt x="82" y="0"/>
                    </a:lnTo>
                    <a:cubicBezTo>
                      <a:pt x="79" y="1"/>
                      <a:pt x="75" y="2"/>
                      <a:pt x="72" y="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8" name="Freeform 244">
                <a:extLst>
                  <a:ext uri="{FF2B5EF4-FFF2-40B4-BE49-F238E27FC236}">
                    <a16:creationId xmlns:a16="http://schemas.microsoft.com/office/drawing/2014/main" id="{AB6CCD1B-915C-6A6F-EB17-2C0EDEB7C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1" y="1378"/>
                <a:ext cx="698" cy="167"/>
              </a:xfrm>
              <a:custGeom>
                <a:avLst/>
                <a:gdLst>
                  <a:gd name="T0" fmla="*/ 21 w 138"/>
                  <a:gd name="T1" fmla="*/ 1 h 33"/>
                  <a:gd name="T2" fmla="*/ 8 w 138"/>
                  <a:gd name="T3" fmla="*/ 14 h 33"/>
                  <a:gd name="T4" fmla="*/ 57 w 138"/>
                  <a:gd name="T5" fmla="*/ 22 h 33"/>
                  <a:gd name="T6" fmla="*/ 117 w 138"/>
                  <a:gd name="T7" fmla="*/ 23 h 33"/>
                  <a:gd name="T8" fmla="*/ 114 w 138"/>
                  <a:gd name="T9" fmla="*/ 8 h 33"/>
                  <a:gd name="T10" fmla="*/ 82 w 138"/>
                  <a:gd name="T11" fmla="*/ 3 h 33"/>
                  <a:gd name="T12" fmla="*/ 21 w 138"/>
                  <a:gd name="T13" fmla="*/ 1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" h="33">
                    <a:moveTo>
                      <a:pt x="21" y="1"/>
                    </a:moveTo>
                    <a:cubicBezTo>
                      <a:pt x="21" y="1"/>
                      <a:pt x="0" y="8"/>
                      <a:pt x="8" y="14"/>
                    </a:cubicBezTo>
                    <a:cubicBezTo>
                      <a:pt x="15" y="20"/>
                      <a:pt x="48" y="22"/>
                      <a:pt x="57" y="22"/>
                    </a:cubicBezTo>
                    <a:cubicBezTo>
                      <a:pt x="66" y="22"/>
                      <a:pt x="96" y="33"/>
                      <a:pt x="117" y="23"/>
                    </a:cubicBezTo>
                    <a:cubicBezTo>
                      <a:pt x="138" y="12"/>
                      <a:pt x="123" y="9"/>
                      <a:pt x="114" y="8"/>
                    </a:cubicBezTo>
                    <a:cubicBezTo>
                      <a:pt x="105" y="6"/>
                      <a:pt x="102" y="0"/>
                      <a:pt x="82" y="3"/>
                    </a:cubicBezTo>
                    <a:cubicBezTo>
                      <a:pt x="37" y="11"/>
                      <a:pt x="21" y="1"/>
                      <a:pt x="21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49" name="Freeform 245">
                <a:extLst>
                  <a:ext uri="{FF2B5EF4-FFF2-40B4-BE49-F238E27FC236}">
                    <a16:creationId xmlns:a16="http://schemas.microsoft.com/office/drawing/2014/main" id="{A3091A82-EFE0-7934-1E93-3FE1E67053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7" y="1540"/>
                <a:ext cx="567" cy="146"/>
              </a:xfrm>
              <a:custGeom>
                <a:avLst/>
                <a:gdLst>
                  <a:gd name="T0" fmla="*/ 98 w 112"/>
                  <a:gd name="T1" fmla="*/ 19 h 29"/>
                  <a:gd name="T2" fmla="*/ 103 w 112"/>
                  <a:gd name="T3" fmla="*/ 4 h 29"/>
                  <a:gd name="T4" fmla="*/ 74 w 112"/>
                  <a:gd name="T5" fmla="*/ 10 h 29"/>
                  <a:gd name="T6" fmla="*/ 36 w 112"/>
                  <a:gd name="T7" fmla="*/ 6 h 29"/>
                  <a:gd name="T8" fmla="*/ 2 w 112"/>
                  <a:gd name="T9" fmla="*/ 4 h 29"/>
                  <a:gd name="T10" fmla="*/ 98 w 112"/>
                  <a:gd name="T11" fmla="*/ 1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29">
                    <a:moveTo>
                      <a:pt x="98" y="19"/>
                    </a:moveTo>
                    <a:cubicBezTo>
                      <a:pt x="112" y="13"/>
                      <a:pt x="111" y="0"/>
                      <a:pt x="103" y="4"/>
                    </a:cubicBezTo>
                    <a:cubicBezTo>
                      <a:pt x="96" y="9"/>
                      <a:pt x="83" y="10"/>
                      <a:pt x="74" y="10"/>
                    </a:cubicBezTo>
                    <a:cubicBezTo>
                      <a:pt x="65" y="11"/>
                      <a:pt x="45" y="3"/>
                      <a:pt x="36" y="6"/>
                    </a:cubicBezTo>
                    <a:cubicBezTo>
                      <a:pt x="27" y="9"/>
                      <a:pt x="2" y="4"/>
                      <a:pt x="2" y="4"/>
                    </a:cubicBezTo>
                    <a:cubicBezTo>
                      <a:pt x="0" y="29"/>
                      <a:pt x="83" y="25"/>
                      <a:pt x="98" y="1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50" name="Freeform 246">
                <a:extLst>
                  <a:ext uri="{FF2B5EF4-FFF2-40B4-BE49-F238E27FC236}">
                    <a16:creationId xmlns:a16="http://schemas.microsoft.com/office/drawing/2014/main" id="{AE998A38-680B-846D-706F-FD33634DE1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2" y="1656"/>
                <a:ext cx="581" cy="480"/>
              </a:xfrm>
              <a:custGeom>
                <a:avLst/>
                <a:gdLst>
                  <a:gd name="T0" fmla="*/ 3 w 115"/>
                  <a:gd name="T1" fmla="*/ 53 h 95"/>
                  <a:gd name="T2" fmla="*/ 26 w 115"/>
                  <a:gd name="T3" fmla="*/ 54 h 95"/>
                  <a:gd name="T4" fmla="*/ 50 w 115"/>
                  <a:gd name="T5" fmla="*/ 77 h 95"/>
                  <a:gd name="T6" fmla="*/ 59 w 115"/>
                  <a:gd name="T7" fmla="*/ 84 h 95"/>
                  <a:gd name="T8" fmla="*/ 81 w 115"/>
                  <a:gd name="T9" fmla="*/ 52 h 95"/>
                  <a:gd name="T10" fmla="*/ 111 w 115"/>
                  <a:gd name="T11" fmla="*/ 52 h 95"/>
                  <a:gd name="T12" fmla="*/ 79 w 115"/>
                  <a:gd name="T13" fmla="*/ 27 h 95"/>
                  <a:gd name="T14" fmla="*/ 37 w 115"/>
                  <a:gd name="T15" fmla="*/ 16 h 95"/>
                  <a:gd name="T16" fmla="*/ 12 w 115"/>
                  <a:gd name="T17" fmla="*/ 41 h 95"/>
                  <a:gd name="T18" fmla="*/ 3 w 115"/>
                  <a:gd name="T19" fmla="*/ 53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5" h="95">
                    <a:moveTo>
                      <a:pt x="3" y="53"/>
                    </a:moveTo>
                    <a:cubicBezTo>
                      <a:pt x="5" y="60"/>
                      <a:pt x="14" y="68"/>
                      <a:pt x="26" y="54"/>
                    </a:cubicBezTo>
                    <a:cubicBezTo>
                      <a:pt x="48" y="29"/>
                      <a:pt x="48" y="72"/>
                      <a:pt x="50" y="77"/>
                    </a:cubicBezTo>
                    <a:cubicBezTo>
                      <a:pt x="51" y="81"/>
                      <a:pt x="54" y="95"/>
                      <a:pt x="59" y="84"/>
                    </a:cubicBezTo>
                    <a:cubicBezTo>
                      <a:pt x="63" y="74"/>
                      <a:pt x="70" y="39"/>
                      <a:pt x="81" y="52"/>
                    </a:cubicBezTo>
                    <a:cubicBezTo>
                      <a:pt x="100" y="76"/>
                      <a:pt x="115" y="54"/>
                      <a:pt x="111" y="52"/>
                    </a:cubicBezTo>
                    <a:cubicBezTo>
                      <a:pt x="106" y="51"/>
                      <a:pt x="79" y="37"/>
                      <a:pt x="79" y="27"/>
                    </a:cubicBezTo>
                    <a:cubicBezTo>
                      <a:pt x="79" y="16"/>
                      <a:pt x="42" y="0"/>
                      <a:pt x="37" y="16"/>
                    </a:cubicBezTo>
                    <a:cubicBezTo>
                      <a:pt x="33" y="33"/>
                      <a:pt x="12" y="41"/>
                      <a:pt x="12" y="41"/>
                    </a:cubicBezTo>
                    <a:cubicBezTo>
                      <a:pt x="0" y="44"/>
                      <a:pt x="2" y="45"/>
                      <a:pt x="3" y="5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51" name="Freeform 247">
                <a:extLst>
                  <a:ext uri="{FF2B5EF4-FFF2-40B4-BE49-F238E27FC236}">
                    <a16:creationId xmlns:a16="http://schemas.microsoft.com/office/drawing/2014/main" id="{4002C0FF-5913-C4E6-D9F6-7E87334F64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1" y="1464"/>
                <a:ext cx="329" cy="854"/>
              </a:xfrm>
              <a:custGeom>
                <a:avLst/>
                <a:gdLst>
                  <a:gd name="T0" fmla="*/ 51 w 65"/>
                  <a:gd name="T1" fmla="*/ 40 h 169"/>
                  <a:gd name="T2" fmla="*/ 22 w 65"/>
                  <a:gd name="T3" fmla="*/ 49 h 169"/>
                  <a:gd name="T4" fmla="*/ 22 w 65"/>
                  <a:gd name="T5" fmla="*/ 59 h 169"/>
                  <a:gd name="T6" fmla="*/ 50 w 65"/>
                  <a:gd name="T7" fmla="*/ 90 h 169"/>
                  <a:gd name="T8" fmla="*/ 34 w 65"/>
                  <a:gd name="T9" fmla="*/ 118 h 169"/>
                  <a:gd name="T10" fmla="*/ 0 w 65"/>
                  <a:gd name="T11" fmla="*/ 148 h 169"/>
                  <a:gd name="T12" fmla="*/ 17 w 65"/>
                  <a:gd name="T13" fmla="*/ 155 h 169"/>
                  <a:gd name="T14" fmla="*/ 47 w 65"/>
                  <a:gd name="T15" fmla="*/ 166 h 169"/>
                  <a:gd name="T16" fmla="*/ 63 w 65"/>
                  <a:gd name="T17" fmla="*/ 162 h 169"/>
                  <a:gd name="T18" fmla="*/ 65 w 65"/>
                  <a:gd name="T19" fmla="*/ 0 h 169"/>
                  <a:gd name="T20" fmla="*/ 51 w 65"/>
                  <a:gd name="T21" fmla="*/ 40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5" h="169">
                    <a:moveTo>
                      <a:pt x="51" y="40"/>
                    </a:moveTo>
                    <a:cubicBezTo>
                      <a:pt x="44" y="46"/>
                      <a:pt x="30" y="49"/>
                      <a:pt x="22" y="49"/>
                    </a:cubicBezTo>
                    <a:cubicBezTo>
                      <a:pt x="13" y="48"/>
                      <a:pt x="14" y="56"/>
                      <a:pt x="22" y="59"/>
                    </a:cubicBezTo>
                    <a:cubicBezTo>
                      <a:pt x="30" y="62"/>
                      <a:pt x="49" y="75"/>
                      <a:pt x="50" y="90"/>
                    </a:cubicBezTo>
                    <a:cubicBezTo>
                      <a:pt x="50" y="104"/>
                      <a:pt x="51" y="115"/>
                      <a:pt x="34" y="118"/>
                    </a:cubicBezTo>
                    <a:cubicBezTo>
                      <a:pt x="18" y="122"/>
                      <a:pt x="3" y="124"/>
                      <a:pt x="0" y="148"/>
                    </a:cubicBezTo>
                    <a:cubicBezTo>
                      <a:pt x="0" y="148"/>
                      <a:pt x="10" y="154"/>
                      <a:pt x="17" y="155"/>
                    </a:cubicBezTo>
                    <a:cubicBezTo>
                      <a:pt x="23" y="155"/>
                      <a:pt x="42" y="163"/>
                      <a:pt x="47" y="166"/>
                    </a:cubicBezTo>
                    <a:cubicBezTo>
                      <a:pt x="51" y="169"/>
                      <a:pt x="58" y="167"/>
                      <a:pt x="63" y="162"/>
                    </a:cubicBezTo>
                    <a:lnTo>
                      <a:pt x="65" y="0"/>
                    </a:lnTo>
                    <a:cubicBezTo>
                      <a:pt x="64" y="8"/>
                      <a:pt x="58" y="36"/>
                      <a:pt x="51" y="4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75352" name="Rectangle 248">
            <a:extLst>
              <a:ext uri="{FF2B5EF4-FFF2-40B4-BE49-F238E27FC236}">
                <a16:creationId xmlns:a16="http://schemas.microsoft.com/office/drawing/2014/main" id="{05BBC517-A423-E2EC-3CA9-6B5E4F7B682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298450" y="228600"/>
            <a:ext cx="854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75353" name="Rectangle 249">
            <a:extLst>
              <a:ext uri="{FF2B5EF4-FFF2-40B4-BE49-F238E27FC236}">
                <a16:creationId xmlns:a16="http://schemas.microsoft.com/office/drawing/2014/main" id="{1E0E803F-8200-29FB-4C9E-EF0CD52EB74C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609600" y="1600200"/>
            <a:ext cx="81534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5354" name="Rectangle 250">
            <a:extLst>
              <a:ext uri="{FF2B5EF4-FFF2-40B4-BE49-F238E27FC236}">
                <a16:creationId xmlns:a16="http://schemas.microsoft.com/office/drawing/2014/main" id="{DD8C4163-A4C6-C52E-8444-032987207BF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9845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400" b="0">
                <a:effectLst/>
              </a:defRPr>
            </a:lvl1pPr>
          </a:lstStyle>
          <a:p>
            <a:endParaRPr lang="en-US" altLang="zh-CN"/>
          </a:p>
        </p:txBody>
      </p:sp>
      <p:sp>
        <p:nvSpPr>
          <p:cNvPr id="175355" name="Rectangle 251">
            <a:extLst>
              <a:ext uri="{FF2B5EF4-FFF2-40B4-BE49-F238E27FC236}">
                <a16:creationId xmlns:a16="http://schemas.microsoft.com/office/drawing/2014/main" id="{2B46E11A-118A-FB81-74D6-AC1BDCB3AC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1025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 b="0">
                <a:effectLst/>
              </a:defRPr>
            </a:lvl1pPr>
          </a:lstStyle>
          <a:p>
            <a:endParaRPr lang="en-US" altLang="zh-CN"/>
          </a:p>
        </p:txBody>
      </p:sp>
      <p:sp>
        <p:nvSpPr>
          <p:cNvPr id="175356" name="Rectangle 252">
            <a:extLst>
              <a:ext uri="{FF2B5EF4-FFF2-40B4-BE49-F238E27FC236}">
                <a16:creationId xmlns:a16="http://schemas.microsoft.com/office/drawing/2014/main" id="{595AC05A-C86D-29A9-C7E5-75EAA28C63B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00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 b="0">
                <a:effectLst/>
              </a:defRPr>
            </a:lvl1pPr>
          </a:lstStyle>
          <a:p>
            <a:fld id="{8FC89B3A-B56D-4164-A43D-B3CF1E37960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ransition>
    <p:blinds dir="vert"/>
  </p:transition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" panose="05000000000000000000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 2" pitchFamily="18" charset="2"/>
        <a:buChar char="¡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 2" pitchFamily="18" charset="2"/>
        <a:buChar char="¡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nsxuxx@zsu.edu.c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17.wmf"/><Relationship Id="rId7" Type="http://schemas.openxmlformats.org/officeDocument/2006/relationships/image" Target="../media/image19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0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5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24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emf"/><Relationship Id="rId4" Type="http://schemas.openxmlformats.org/officeDocument/2006/relationships/oleObject" Target="../embeddings/oleObject26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29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D27261B-2545-4815-1077-9B8CC0E26A9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533400"/>
            <a:ext cx="8540750" cy="1816100"/>
          </a:xfrm>
        </p:spPr>
        <p:txBody>
          <a:bodyPr/>
          <a:lstStyle/>
          <a:p>
            <a:r>
              <a:rPr lang="zh-CN" altLang="en-US" sz="4800" b="1">
                <a:solidFill>
                  <a:srgbClr val="CC0000"/>
                </a:solidFill>
              </a:rPr>
              <a:t>中级宏观经济学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01E1A60D-CA8C-8E7E-EAE4-29A39899E517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438400" y="3979863"/>
            <a:ext cx="4648200" cy="173513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徐现祥</a:t>
            </a:r>
          </a:p>
          <a:p>
            <a:pPr>
              <a:lnSpc>
                <a:spcPct val="80000"/>
              </a:lnSpc>
            </a:pPr>
            <a:r>
              <a:rPr lang="en-US" altLang="zh-CN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  <a:hlinkClick r:id="rId2"/>
              </a:rPr>
              <a:t>Lnsxuxx@zsu.edu.cn</a:t>
            </a:r>
            <a:endParaRPr lang="en-US" altLang="zh-CN" sz="2800" b="1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800" b="1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84110493(O)</a:t>
            </a:r>
          </a:p>
          <a:p>
            <a:pPr>
              <a:lnSpc>
                <a:spcPct val="80000"/>
              </a:lnSpc>
            </a:pPr>
            <a:endParaRPr lang="en-US" altLang="zh-CN" sz="2800" b="1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>
            <a:extLst>
              <a:ext uri="{FF2B5EF4-FFF2-40B4-BE49-F238E27FC236}">
                <a16:creationId xmlns:a16="http://schemas.microsoft.com/office/drawing/2014/main" id="{8A00F216-07D7-854C-4A92-F944DC1AD37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</a:rPr>
              <a:t>课程简介</a:t>
            </a:r>
          </a:p>
        </p:txBody>
      </p:sp>
      <p:sp>
        <p:nvSpPr>
          <p:cNvPr id="330755" name="Rectangle 3">
            <a:extLst>
              <a:ext uri="{FF2B5EF4-FFF2-40B4-BE49-F238E27FC236}">
                <a16:creationId xmlns:a16="http://schemas.microsoft.com/office/drawing/2014/main" id="{91D3544F-640D-8703-9FC5-F80BFEE0BCA6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552450" y="1657350"/>
            <a:ext cx="7905750" cy="47323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3600" b="1"/>
              <a:t>序论：</a:t>
            </a:r>
          </a:p>
          <a:p>
            <a:pPr lvl="1">
              <a:lnSpc>
                <a:spcPct val="90000"/>
              </a:lnSpc>
            </a:pPr>
            <a:r>
              <a:rPr lang="zh-CN" altLang="en-US" b="1"/>
              <a:t>宏观经济现象、国民经济核算和总供给总需求模型</a:t>
            </a:r>
          </a:p>
          <a:p>
            <a:pPr>
              <a:lnSpc>
                <a:spcPct val="90000"/>
              </a:lnSpc>
            </a:pPr>
            <a:r>
              <a:rPr lang="zh-CN" altLang="en-US" sz="3600" b="1"/>
              <a:t>总供给</a:t>
            </a:r>
          </a:p>
          <a:p>
            <a:pPr lvl="1">
              <a:lnSpc>
                <a:spcPct val="90000"/>
              </a:lnSpc>
            </a:pPr>
            <a:r>
              <a:rPr lang="zh-CN" altLang="en-US" b="1"/>
              <a:t>经济增长、经济波动和总供给曲线的推导</a:t>
            </a:r>
          </a:p>
          <a:p>
            <a:pPr>
              <a:lnSpc>
                <a:spcPct val="90000"/>
              </a:lnSpc>
            </a:pPr>
            <a:r>
              <a:rPr lang="zh-CN" altLang="en-US" sz="3600" b="1"/>
              <a:t>总需求 </a:t>
            </a:r>
          </a:p>
          <a:p>
            <a:pPr lvl="1">
              <a:lnSpc>
                <a:spcPct val="90000"/>
              </a:lnSpc>
            </a:pPr>
            <a:r>
              <a:rPr lang="en-US" altLang="zh-CN" b="1"/>
              <a:t>IS-LM</a:t>
            </a:r>
            <a:r>
              <a:rPr lang="zh-CN" altLang="en-US" b="1"/>
              <a:t>模型、微观基础和总需求曲线的推导</a:t>
            </a:r>
          </a:p>
          <a:p>
            <a:pPr>
              <a:lnSpc>
                <a:spcPct val="90000"/>
              </a:lnSpc>
            </a:pPr>
            <a:r>
              <a:rPr lang="zh-CN" altLang="en-US" sz="3600" b="1"/>
              <a:t>宏观经济管理</a:t>
            </a:r>
          </a:p>
          <a:p>
            <a:pPr lvl="1">
              <a:lnSpc>
                <a:spcPct val="90000"/>
              </a:lnSpc>
            </a:pPr>
            <a:r>
              <a:rPr lang="zh-CN" altLang="en-US" b="1"/>
              <a:t>目标、政策、挑战</a:t>
            </a:r>
          </a:p>
        </p:txBody>
      </p:sp>
      <p:sp>
        <p:nvSpPr>
          <p:cNvPr id="330757" name="Oval 5">
            <a:extLst>
              <a:ext uri="{FF2B5EF4-FFF2-40B4-BE49-F238E27FC236}">
                <a16:creationId xmlns:a16="http://schemas.microsoft.com/office/drawing/2014/main" id="{A2B36E29-8304-F321-5FFD-DD99E87A8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648200"/>
            <a:ext cx="1524000" cy="6858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spcBef>
                <a:spcPct val="0"/>
              </a:spcBef>
            </a:pPr>
            <a:endParaRPr lang="zh-CN" altLang="zh-CN" sz="2400" b="0">
              <a:solidFill>
                <a:srgbClr val="FF0000"/>
              </a:solidFill>
              <a:effectLst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30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30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30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0" fill="hold"/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0" fill="hold"/>
                                        <p:tgtEl>
                                          <p:spTgt spid="330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5" grpId="0" build="p" autoUpdateAnimBg="0"/>
      <p:bldP spid="330757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>
            <a:extLst>
              <a:ext uri="{FF2B5EF4-FFF2-40B4-BE49-F238E27FC236}">
                <a16:creationId xmlns:a16="http://schemas.microsoft.com/office/drawing/2014/main" id="{F68301CE-E410-5160-9A61-575ACD58E3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主要内容</a:t>
            </a:r>
          </a:p>
        </p:txBody>
      </p:sp>
      <p:sp>
        <p:nvSpPr>
          <p:cNvPr id="221189" name="Rectangle 5">
            <a:extLst>
              <a:ext uri="{FF2B5EF4-FFF2-40B4-BE49-F238E27FC236}">
                <a16:creationId xmlns:a16="http://schemas.microsoft.com/office/drawing/2014/main" id="{5F21B408-B4AA-101D-7641-3B8AADEE2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1190" name="Rectangle 6">
            <a:extLst>
              <a:ext uri="{FF2B5EF4-FFF2-40B4-BE49-F238E27FC236}">
                <a16:creationId xmlns:a16="http://schemas.microsoft.com/office/drawing/2014/main" id="{1F818645-F8B9-E5D9-5095-935B292F5098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2286000" y="1828800"/>
            <a:ext cx="60960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>
                <a:effectLst/>
              </a:rPr>
              <a:t>消费在宏观经济中的作用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§"/>
            </a:pPr>
            <a:r>
              <a:rPr lang="zh-CN" altLang="en-US" sz="3200">
                <a:effectLst/>
              </a:rPr>
              <a:t>消费理论的三个发展阶段</a:t>
            </a:r>
          </a:p>
        </p:txBody>
      </p:sp>
      <p:sp>
        <p:nvSpPr>
          <p:cNvPr id="221194" name="Rectangle 10">
            <a:extLst>
              <a:ext uri="{FF2B5EF4-FFF2-40B4-BE49-F238E27FC236}">
                <a16:creationId xmlns:a16="http://schemas.microsoft.com/office/drawing/2014/main" id="{0AC7929B-9A79-F9A6-D7BC-75B81873B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038600"/>
            <a:ext cx="42672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对应章节</a:t>
            </a:r>
          </a:p>
          <a:p>
            <a:pPr lvl="1"/>
            <a:r>
              <a:rPr lang="zh-CN" altLang="en-US" sz="2400">
                <a:effectLst/>
              </a:rPr>
              <a:t>第</a:t>
            </a:r>
            <a:r>
              <a:rPr lang="en-US" altLang="zh-CN" sz="2400">
                <a:effectLst/>
              </a:rPr>
              <a:t>13</a:t>
            </a:r>
            <a:r>
              <a:rPr lang="zh-CN" altLang="en-US" sz="2400">
                <a:effectLst/>
              </a:rPr>
              <a:t>章</a:t>
            </a:r>
          </a:p>
        </p:txBody>
      </p:sp>
      <p:sp>
        <p:nvSpPr>
          <p:cNvPr id="221195" name="Line 11">
            <a:extLst>
              <a:ext uri="{FF2B5EF4-FFF2-40B4-BE49-F238E27FC236}">
                <a16:creationId xmlns:a16="http://schemas.microsoft.com/office/drawing/2014/main" id="{A0AE03ED-AD89-6B47-5E64-2C85DC87372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048000"/>
            <a:ext cx="4419600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2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21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2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6" grpId="0" autoUpdateAnimBg="0"/>
      <p:bldP spid="221190" grpId="0" autoUpdateAnimBg="0"/>
      <p:bldP spid="22119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>
            <a:extLst>
              <a:ext uri="{FF2B5EF4-FFF2-40B4-BE49-F238E27FC236}">
                <a16:creationId xmlns:a16="http://schemas.microsoft.com/office/drawing/2014/main" id="{9A8E46D8-D792-D84F-A324-62CA6FDDE70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1.1 </a:t>
            </a:r>
            <a:r>
              <a:rPr lang="zh-CN" altLang="en-US" b="1">
                <a:solidFill>
                  <a:srgbClr val="CC0000"/>
                </a:solidFill>
              </a:rPr>
              <a:t>一些典型实施</a:t>
            </a:r>
          </a:p>
        </p:txBody>
      </p:sp>
      <p:sp>
        <p:nvSpPr>
          <p:cNvPr id="433155" name="Rectangle 3">
            <a:extLst>
              <a:ext uri="{FF2B5EF4-FFF2-40B4-BE49-F238E27FC236}">
                <a16:creationId xmlns:a16="http://schemas.microsoft.com/office/drawing/2014/main" id="{0B12F9FA-2979-277C-EEC4-96016AE2B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3156" name="Rectangle 4">
            <a:extLst>
              <a:ext uri="{FF2B5EF4-FFF2-40B4-BE49-F238E27FC236}">
                <a16:creationId xmlns:a16="http://schemas.microsoft.com/office/drawing/2014/main" id="{9BB2568A-8A02-9B75-0BDF-4D0D4AF55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447800"/>
            <a:ext cx="7162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第一、消费在国民支出占有重要地位</a:t>
            </a:r>
          </a:p>
        </p:txBody>
      </p:sp>
      <p:graphicFrame>
        <p:nvGraphicFramePr>
          <p:cNvPr id="433157" name="Object 5">
            <a:extLst>
              <a:ext uri="{FF2B5EF4-FFF2-40B4-BE49-F238E27FC236}">
                <a16:creationId xmlns:a16="http://schemas.microsoft.com/office/drawing/2014/main" id="{9663CA98-DCB0-CA55-0495-CFC18A49C8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2286000"/>
          <a:ext cx="60960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96305" imgH="4067556" progId="MSGraph.Chart.8">
                  <p:embed followColorScheme="full"/>
                </p:oleObj>
              </mc:Choice>
              <mc:Fallback>
                <p:oleObj name="Chart" r:id="rId2" imgW="6096305" imgH="4067556" progId="MSGraph.Chart.8">
                  <p:embed followColorScheme="full"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286000"/>
                        <a:ext cx="6096000" cy="406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33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3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3157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3157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54" grpId="0" autoUpdateAnimBg="0"/>
      <p:bldP spid="433156" grpId="0" autoUpdateAnimBg="0"/>
      <p:bldOleChart spid="433157" grpId="0" bld="series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>
            <a:extLst>
              <a:ext uri="{FF2B5EF4-FFF2-40B4-BE49-F238E27FC236}">
                <a16:creationId xmlns:a16="http://schemas.microsoft.com/office/drawing/2014/main" id="{BF5907DF-532B-28B3-BF8A-CE3921206EB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1.1 </a:t>
            </a:r>
            <a:r>
              <a:rPr lang="zh-CN" altLang="en-US" b="1">
                <a:solidFill>
                  <a:srgbClr val="CC0000"/>
                </a:solidFill>
              </a:rPr>
              <a:t>一些典型实施</a:t>
            </a:r>
          </a:p>
        </p:txBody>
      </p:sp>
      <p:sp>
        <p:nvSpPr>
          <p:cNvPr id="434179" name="Rectangle 3">
            <a:extLst>
              <a:ext uri="{FF2B5EF4-FFF2-40B4-BE49-F238E27FC236}">
                <a16:creationId xmlns:a16="http://schemas.microsoft.com/office/drawing/2014/main" id="{F88FED42-D545-80C4-3B2C-AABF0588F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4180" name="Rectangle 4">
            <a:extLst>
              <a:ext uri="{FF2B5EF4-FFF2-40B4-BE49-F238E27FC236}">
                <a16:creationId xmlns:a16="http://schemas.microsoft.com/office/drawing/2014/main" id="{0F145CA8-65F4-C37E-D94D-A4D851422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447800"/>
            <a:ext cx="777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第二、消费支出与收入之间关系密切</a:t>
            </a:r>
            <a:endParaRPr lang="zh-CN" altLang="en-US" sz="2800">
              <a:solidFill>
                <a:schemeClr val="tx2"/>
              </a:solidFill>
              <a:effectLst/>
            </a:endParaRPr>
          </a:p>
        </p:txBody>
      </p:sp>
      <p:graphicFrame>
        <p:nvGraphicFramePr>
          <p:cNvPr id="434182" name="Object 6">
            <a:extLst>
              <a:ext uri="{FF2B5EF4-FFF2-40B4-BE49-F238E27FC236}">
                <a16:creationId xmlns:a16="http://schemas.microsoft.com/office/drawing/2014/main" id="{AA17A48E-1101-2345-D577-2C20E02294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2771775"/>
          <a:ext cx="4419600" cy="340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96305" imgH="4067556" progId="MSGraph.Chart.8">
                  <p:embed followColorScheme="full"/>
                </p:oleObj>
              </mc:Choice>
              <mc:Fallback>
                <p:oleObj name="Chart" r:id="rId2" imgW="6096305" imgH="4067556" progId="MSGraph.Chart.8">
                  <p:embed followColorScheme="full"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771775"/>
                        <a:ext cx="4419600" cy="340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4186" name="Group 10">
            <a:extLst>
              <a:ext uri="{FF2B5EF4-FFF2-40B4-BE49-F238E27FC236}">
                <a16:creationId xmlns:a16="http://schemas.microsoft.com/office/drawing/2014/main" id="{BE0E64C0-3668-3836-7268-BE79BD048DAB}"/>
              </a:ext>
            </a:extLst>
          </p:cNvPr>
          <p:cNvGrpSpPr>
            <a:grpSpLocks/>
          </p:cNvGrpSpPr>
          <p:nvPr/>
        </p:nvGrpSpPr>
        <p:grpSpPr bwMode="auto">
          <a:xfrm>
            <a:off x="5026025" y="2438400"/>
            <a:ext cx="3660775" cy="3962400"/>
            <a:chOff x="3166" y="1536"/>
            <a:chExt cx="2306" cy="2496"/>
          </a:xfrm>
        </p:grpSpPr>
        <p:pic>
          <p:nvPicPr>
            <p:cNvPr id="434183" name="Picture 7">
              <a:extLst>
                <a:ext uri="{FF2B5EF4-FFF2-40B4-BE49-F238E27FC236}">
                  <a16:creationId xmlns:a16="http://schemas.microsoft.com/office/drawing/2014/main" id="{8008AEBB-989C-4623-BB0D-A49B8B211A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6" y="1536"/>
              <a:ext cx="2306" cy="20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4185" name="Rectangle 9">
              <a:extLst>
                <a:ext uri="{FF2B5EF4-FFF2-40B4-BE49-F238E27FC236}">
                  <a16:creationId xmlns:a16="http://schemas.microsoft.com/office/drawing/2014/main" id="{299E7EDA-199A-7E2C-7CB9-F6A6E0269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792"/>
              <a:ext cx="129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r>
                <a:rPr lang="zh-CN" altLang="en-US">
                  <a:effectLst/>
                </a:rPr>
                <a:t>美国数据</a:t>
              </a: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34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2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34182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2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34182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34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34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78" grpId="0" autoUpdateAnimBg="0"/>
      <p:bldP spid="434180" grpId="0" autoUpdateAnimBg="0"/>
      <p:bldOleChart spid="434182" grpId="0" bld="series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Rectangle 2">
            <a:extLst>
              <a:ext uri="{FF2B5EF4-FFF2-40B4-BE49-F238E27FC236}">
                <a16:creationId xmlns:a16="http://schemas.microsoft.com/office/drawing/2014/main" id="{96873D31-1E8F-757F-1279-3F9C1DB2796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1.1 </a:t>
            </a:r>
            <a:r>
              <a:rPr lang="zh-CN" altLang="en-US" b="1">
                <a:solidFill>
                  <a:srgbClr val="CC0000"/>
                </a:solidFill>
              </a:rPr>
              <a:t>一些典型实施</a:t>
            </a:r>
          </a:p>
        </p:txBody>
      </p:sp>
      <p:sp>
        <p:nvSpPr>
          <p:cNvPr id="435203" name="Rectangle 3">
            <a:extLst>
              <a:ext uri="{FF2B5EF4-FFF2-40B4-BE49-F238E27FC236}">
                <a16:creationId xmlns:a16="http://schemas.microsoft.com/office/drawing/2014/main" id="{201F22AE-9FF1-2E5A-B60D-3DF1E042B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5204" name="Rectangle 4">
            <a:extLst>
              <a:ext uri="{FF2B5EF4-FFF2-40B4-BE49-F238E27FC236}">
                <a16:creationId xmlns:a16="http://schemas.microsoft.com/office/drawing/2014/main" id="{6555F361-3812-8A6E-4BCB-4AF95370E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447800"/>
            <a:ext cx="4038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第三、当期消费支出与当期收入之间关系相当薄弱</a:t>
            </a:r>
            <a:endParaRPr lang="zh-CN" altLang="en-US" sz="2800">
              <a:solidFill>
                <a:schemeClr val="tx2"/>
              </a:solidFill>
              <a:effectLst/>
            </a:endParaRPr>
          </a:p>
        </p:txBody>
      </p:sp>
      <p:grpSp>
        <p:nvGrpSpPr>
          <p:cNvPr id="435209" name="Group 9">
            <a:extLst>
              <a:ext uri="{FF2B5EF4-FFF2-40B4-BE49-F238E27FC236}">
                <a16:creationId xmlns:a16="http://schemas.microsoft.com/office/drawing/2014/main" id="{E4BAED83-56F4-C33B-617A-C3BEBB2AB0B2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862263"/>
            <a:ext cx="3949700" cy="3843337"/>
            <a:chOff x="3080" y="1746"/>
            <a:chExt cx="2488" cy="2421"/>
          </a:xfrm>
        </p:grpSpPr>
        <p:pic>
          <p:nvPicPr>
            <p:cNvPr id="435207" name="Picture 7">
              <a:extLst>
                <a:ext uri="{FF2B5EF4-FFF2-40B4-BE49-F238E27FC236}">
                  <a16:creationId xmlns:a16="http://schemas.microsoft.com/office/drawing/2014/main" id="{1BE28FCA-1BEE-AC34-C948-1A1C686B6B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" y="1746"/>
              <a:ext cx="2488" cy="2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5208" name="Text Box 8">
              <a:extLst>
                <a:ext uri="{FF2B5EF4-FFF2-40B4-BE49-F238E27FC236}">
                  <a16:creationId xmlns:a16="http://schemas.microsoft.com/office/drawing/2014/main" id="{A261C37D-EA5F-841E-DF95-D8DF4518A2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3936"/>
              <a:ext cx="13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美国：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1959-2000</a:t>
              </a:r>
            </a:p>
          </p:txBody>
        </p:sp>
      </p:grpSp>
      <p:graphicFrame>
        <p:nvGraphicFramePr>
          <p:cNvPr id="435210" name="Object 10">
            <a:extLst>
              <a:ext uri="{FF2B5EF4-FFF2-40B4-BE49-F238E27FC236}">
                <a16:creationId xmlns:a16="http://schemas.microsoft.com/office/drawing/2014/main" id="{487A6C36-8463-C120-F8C7-7D8C60FA82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1066800"/>
          <a:ext cx="3657600" cy="281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6096305" imgH="4067556" progId="MSGraph.Chart.8">
                  <p:embed followColorScheme="full"/>
                </p:oleObj>
              </mc:Choice>
              <mc:Fallback>
                <p:oleObj name="Chart" r:id="rId3" imgW="6096305" imgH="4067556" progId="MSGraph.Chart.8">
                  <p:embed followColorScheme="full"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066800"/>
                        <a:ext cx="3657600" cy="281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5211" name="Object 11">
            <a:extLst>
              <a:ext uri="{FF2B5EF4-FFF2-40B4-BE49-F238E27FC236}">
                <a16:creationId xmlns:a16="http://schemas.microsoft.com/office/drawing/2014/main" id="{0070D780-07DC-2C96-19B5-F4E44595F4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4038600"/>
          <a:ext cx="3657600" cy="281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6096305" imgH="4067556" progId="MSGraph.Chart.8">
                  <p:embed followColorScheme="full"/>
                </p:oleObj>
              </mc:Choice>
              <mc:Fallback>
                <p:oleObj name="Chart" r:id="rId5" imgW="6096305" imgH="4067556" progId="MSGraph.Chart.8">
                  <p:embed followColorScheme="full"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038600"/>
                        <a:ext cx="3657600" cy="281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35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5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35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5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10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435210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10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435210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10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435210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11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435211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11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435211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11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435211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5202" grpId="0" autoUpdateAnimBg="0"/>
      <p:bldP spid="435204" grpId="0" autoUpdateAnimBg="0"/>
      <p:bldOleChart spid="435210" grpId="0" bld="series"/>
      <p:bldOleChart spid="435211" grpId="0" bld="series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>
            <a:extLst>
              <a:ext uri="{FF2B5EF4-FFF2-40B4-BE49-F238E27FC236}">
                <a16:creationId xmlns:a16="http://schemas.microsoft.com/office/drawing/2014/main" id="{43F5A900-DA26-42D9-C3CE-478CF4D3ADD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1.1 </a:t>
            </a:r>
            <a:r>
              <a:rPr lang="zh-CN" altLang="en-US" b="1">
                <a:solidFill>
                  <a:srgbClr val="CC0000"/>
                </a:solidFill>
              </a:rPr>
              <a:t>一些典型实施</a:t>
            </a:r>
          </a:p>
        </p:txBody>
      </p:sp>
      <p:sp>
        <p:nvSpPr>
          <p:cNvPr id="436227" name="Rectangle 3">
            <a:extLst>
              <a:ext uri="{FF2B5EF4-FFF2-40B4-BE49-F238E27FC236}">
                <a16:creationId xmlns:a16="http://schemas.microsoft.com/office/drawing/2014/main" id="{8E297705-FE50-7F8A-EB16-300DEAAA1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6228" name="Rectangle 4">
            <a:extLst>
              <a:ext uri="{FF2B5EF4-FFF2-40B4-BE49-F238E27FC236}">
                <a16:creationId xmlns:a16="http://schemas.microsoft.com/office/drawing/2014/main" id="{6FEC354A-A695-1761-749C-76AD438A8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447800"/>
            <a:ext cx="8610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第四、当期消费支出与上期消费支出之间关系密切</a:t>
            </a:r>
            <a:endParaRPr lang="zh-CN" altLang="en-US" sz="2800">
              <a:solidFill>
                <a:schemeClr val="tx2"/>
              </a:solidFill>
              <a:effectLst/>
            </a:endParaRPr>
          </a:p>
        </p:txBody>
      </p:sp>
      <p:grpSp>
        <p:nvGrpSpPr>
          <p:cNvPr id="436231" name="Group 7">
            <a:extLst>
              <a:ext uri="{FF2B5EF4-FFF2-40B4-BE49-F238E27FC236}">
                <a16:creationId xmlns:a16="http://schemas.microsoft.com/office/drawing/2014/main" id="{2005DF35-26D7-E75B-C6DC-829F89612216}"/>
              </a:ext>
            </a:extLst>
          </p:cNvPr>
          <p:cNvGrpSpPr>
            <a:grpSpLocks/>
          </p:cNvGrpSpPr>
          <p:nvPr/>
        </p:nvGrpSpPr>
        <p:grpSpPr bwMode="auto">
          <a:xfrm>
            <a:off x="225425" y="2528888"/>
            <a:ext cx="3813175" cy="4024312"/>
            <a:chOff x="240" y="1632"/>
            <a:chExt cx="2402" cy="2535"/>
          </a:xfrm>
        </p:grpSpPr>
        <p:pic>
          <p:nvPicPr>
            <p:cNvPr id="436229" name="Picture 5">
              <a:extLst>
                <a:ext uri="{FF2B5EF4-FFF2-40B4-BE49-F238E27FC236}">
                  <a16:creationId xmlns:a16="http://schemas.microsoft.com/office/drawing/2014/main" id="{EFC91AE7-ECBA-FF8A-00F1-349A07D325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1632"/>
              <a:ext cx="2402" cy="2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6230" name="Text Box 6">
              <a:extLst>
                <a:ext uri="{FF2B5EF4-FFF2-40B4-BE49-F238E27FC236}">
                  <a16:creationId xmlns:a16="http://schemas.microsoft.com/office/drawing/2014/main" id="{4FDA2F01-CE37-F759-487F-E55BC922E1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3936"/>
              <a:ext cx="8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美国数据</a:t>
              </a:r>
            </a:p>
          </p:txBody>
        </p:sp>
      </p:grpSp>
      <p:graphicFrame>
        <p:nvGraphicFramePr>
          <p:cNvPr id="436233" name="Object 9">
            <a:extLst>
              <a:ext uri="{FF2B5EF4-FFF2-40B4-BE49-F238E27FC236}">
                <a16:creationId xmlns:a16="http://schemas.microsoft.com/office/drawing/2014/main" id="{6FAF95E1-0AB1-9626-07EE-1FA37528C1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2667000"/>
          <a:ext cx="5181600" cy="385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6096305" imgH="4067556" progId="MSGraph.Chart.8">
                  <p:embed followColorScheme="full"/>
                </p:oleObj>
              </mc:Choice>
              <mc:Fallback>
                <p:oleObj name="Chart" r:id="rId3" imgW="6096305" imgH="4067556" progId="MSGraph.Chart.8">
                  <p:embed followColorScheme="full"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667000"/>
                        <a:ext cx="5181600" cy="3857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6234" name="Text Box 10">
            <a:extLst>
              <a:ext uri="{FF2B5EF4-FFF2-40B4-BE49-F238E27FC236}">
                <a16:creationId xmlns:a16="http://schemas.microsoft.com/office/drawing/2014/main" id="{A84B8B7D-1B77-2960-BE2C-70C23BFD1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352800"/>
            <a:ext cx="1066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45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度线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36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36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6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3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436233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3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436233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3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436233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436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26" grpId="0" autoUpdateAnimBg="0"/>
      <p:bldP spid="436228" grpId="0" autoUpdateAnimBg="0"/>
      <p:bldOleChart spid="436233" grpId="0" bld="series"/>
      <p:bldP spid="43623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>
            <a:extLst>
              <a:ext uri="{FF2B5EF4-FFF2-40B4-BE49-F238E27FC236}">
                <a16:creationId xmlns:a16="http://schemas.microsoft.com/office/drawing/2014/main" id="{B9ABA875-B4F8-8B18-1FD6-D87886B7881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1.2 </a:t>
            </a:r>
            <a:r>
              <a:rPr lang="zh-CN" altLang="en-US" b="1">
                <a:solidFill>
                  <a:srgbClr val="CC0000"/>
                </a:solidFill>
              </a:rPr>
              <a:t>绝对收入假说</a:t>
            </a:r>
          </a:p>
        </p:txBody>
      </p:sp>
      <p:sp>
        <p:nvSpPr>
          <p:cNvPr id="437251" name="Rectangle 3">
            <a:extLst>
              <a:ext uri="{FF2B5EF4-FFF2-40B4-BE49-F238E27FC236}">
                <a16:creationId xmlns:a16="http://schemas.microsoft.com/office/drawing/2014/main" id="{7628507E-41AF-850B-B79E-F01AE58D1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7252" name="Rectangle 4">
            <a:extLst>
              <a:ext uri="{FF2B5EF4-FFF2-40B4-BE49-F238E27FC236}">
                <a16:creationId xmlns:a16="http://schemas.microsoft.com/office/drawing/2014/main" id="{1C1427FB-1C4B-4E44-9D9C-01F1E0F67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47800"/>
            <a:ext cx="815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回忆</a:t>
            </a:r>
            <a:r>
              <a:rPr lang="en-US" altLang="zh-CN" sz="2800">
                <a:effectLst/>
              </a:rPr>
              <a:t>IS-LM</a:t>
            </a:r>
            <a:r>
              <a:rPr lang="zh-CN" altLang="en-US" sz="2800">
                <a:effectLst/>
              </a:rPr>
              <a:t>模型中的消费和函数</a:t>
            </a:r>
            <a:endParaRPr lang="zh-CN" altLang="en-US" sz="2800">
              <a:solidFill>
                <a:schemeClr val="tx2"/>
              </a:solidFill>
              <a:effectLst/>
            </a:endParaRPr>
          </a:p>
        </p:txBody>
      </p:sp>
      <p:graphicFrame>
        <p:nvGraphicFramePr>
          <p:cNvPr id="437253" name="Object 5">
            <a:extLst>
              <a:ext uri="{FF2B5EF4-FFF2-40B4-BE49-F238E27FC236}">
                <a16:creationId xmlns:a16="http://schemas.microsoft.com/office/drawing/2014/main" id="{B69864F3-D024-1DD1-18B1-A9FDE50A08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2133600"/>
          <a:ext cx="187166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7640" imgH="177480" progId="Equation.DSMT4">
                  <p:embed/>
                </p:oleObj>
              </mc:Choice>
              <mc:Fallback>
                <p:oleObj name="Equation" r:id="rId2" imgW="647640" imgH="177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133600"/>
                        <a:ext cx="1871663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7254" name="Rectangle 6">
            <a:extLst>
              <a:ext uri="{FF2B5EF4-FFF2-40B4-BE49-F238E27FC236}">
                <a16:creationId xmlns:a16="http://schemas.microsoft.com/office/drawing/2014/main" id="{35279017-982D-BE4F-A392-F61C0EE99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819400"/>
            <a:ext cx="8153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>
                <a:effectLst/>
              </a:rPr>
              <a:t>当期的消费取决于当期的可支配收入。</a:t>
            </a:r>
            <a:endParaRPr lang="zh-CN" altLang="en-US" sz="2400">
              <a:solidFill>
                <a:schemeClr val="tx2"/>
              </a:solidFill>
              <a:effectLst/>
            </a:endParaRPr>
          </a:p>
        </p:txBody>
      </p:sp>
      <p:sp>
        <p:nvSpPr>
          <p:cNvPr id="437255" name="Rectangle 7">
            <a:extLst>
              <a:ext uri="{FF2B5EF4-FFF2-40B4-BE49-F238E27FC236}">
                <a16:creationId xmlns:a16="http://schemas.microsoft.com/office/drawing/2014/main" id="{5D7A09E6-ED9E-985D-F067-CB7D9C2C8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581400"/>
            <a:ext cx="8458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可以解释那个典型事实，不能够解释那个典型事实</a:t>
            </a:r>
            <a:endParaRPr lang="zh-CN" altLang="en-US" sz="2800">
              <a:solidFill>
                <a:schemeClr val="tx2"/>
              </a:solidFill>
              <a:effectLst/>
            </a:endParaRPr>
          </a:p>
        </p:txBody>
      </p:sp>
      <p:sp>
        <p:nvSpPr>
          <p:cNvPr id="437256" name="Rectangle 8">
            <a:extLst>
              <a:ext uri="{FF2B5EF4-FFF2-40B4-BE49-F238E27FC236}">
                <a16:creationId xmlns:a16="http://schemas.microsoft.com/office/drawing/2014/main" id="{A05BC8EF-10E5-748B-07EC-2FC87A0F9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572000"/>
            <a:ext cx="81534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>
                <a:effectLst/>
              </a:rPr>
              <a:t>我们自身的例子。假定父母每月给</a:t>
            </a:r>
            <a:r>
              <a:rPr lang="en-US" altLang="zh-CN" sz="2400">
                <a:effectLst/>
              </a:rPr>
              <a:t>500</a:t>
            </a:r>
            <a:r>
              <a:rPr lang="zh-CN" altLang="en-US" sz="2400">
                <a:effectLst/>
              </a:rPr>
              <a:t>元，我们是否按照绝对收入假说消费？如果今年国庆节参加社会实践，得到</a:t>
            </a:r>
            <a:r>
              <a:rPr lang="en-US" altLang="zh-CN" sz="2400">
                <a:effectLst/>
              </a:rPr>
              <a:t>300</a:t>
            </a:r>
            <a:r>
              <a:rPr lang="zh-CN" altLang="en-US" sz="2400">
                <a:effectLst/>
              </a:rPr>
              <a:t>元的收入，</a:t>
            </a:r>
            <a:r>
              <a:rPr lang="en-US" altLang="zh-CN" sz="2400">
                <a:effectLst/>
              </a:rPr>
              <a:t>10</a:t>
            </a:r>
            <a:r>
              <a:rPr lang="zh-CN" altLang="en-US" sz="2400">
                <a:effectLst/>
              </a:rPr>
              <a:t>月份我们是否按照绝对收入假说消费？</a:t>
            </a:r>
            <a:endParaRPr lang="zh-CN" altLang="en-US" sz="2400">
              <a:solidFill>
                <a:schemeClr val="tx2"/>
              </a:solidFill>
              <a:effectLst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37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7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37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437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437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50" grpId="0" autoUpdateAnimBg="0"/>
      <p:bldP spid="437252" grpId="0" autoUpdateAnimBg="0"/>
      <p:bldP spid="437254" grpId="0" autoUpdateAnimBg="0"/>
      <p:bldP spid="437255" grpId="0" autoUpdateAnimBg="0"/>
      <p:bldP spid="43725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>
            <a:extLst>
              <a:ext uri="{FF2B5EF4-FFF2-40B4-BE49-F238E27FC236}">
                <a16:creationId xmlns:a16="http://schemas.microsoft.com/office/drawing/2014/main" id="{9EC22069-E9B1-52BA-A73A-72BD2813CAF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1.3 </a:t>
            </a:r>
            <a:r>
              <a:rPr lang="zh-CN" altLang="en-US" b="1">
                <a:solidFill>
                  <a:srgbClr val="CC0000"/>
                </a:solidFill>
              </a:rPr>
              <a:t>生命周期－持久收入假说提出</a:t>
            </a:r>
          </a:p>
        </p:txBody>
      </p:sp>
      <p:sp>
        <p:nvSpPr>
          <p:cNvPr id="438275" name="Rectangle 3">
            <a:extLst>
              <a:ext uri="{FF2B5EF4-FFF2-40B4-BE49-F238E27FC236}">
                <a16:creationId xmlns:a16="http://schemas.microsoft.com/office/drawing/2014/main" id="{77A6719A-D032-21C4-E72F-A87AE61CB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8276" name="Rectangle 4">
            <a:extLst>
              <a:ext uri="{FF2B5EF4-FFF2-40B4-BE49-F238E27FC236}">
                <a16:creationId xmlns:a16="http://schemas.microsoft.com/office/drawing/2014/main" id="{8A391B41-F426-AD06-4BB7-0E704E9FD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447800"/>
            <a:ext cx="87630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生命周期假说和持久收入假说，分别是</a:t>
            </a:r>
            <a:r>
              <a:rPr lang="en-US" altLang="zh-CN" sz="2800">
                <a:effectLst/>
              </a:rPr>
              <a:t>Modigliani</a:t>
            </a:r>
            <a:r>
              <a:rPr lang="zh-CN" altLang="en-US" sz="2800">
                <a:effectLst/>
              </a:rPr>
              <a:t>（</a:t>
            </a:r>
            <a:r>
              <a:rPr lang="en-US" altLang="zh-CN" sz="2800">
                <a:effectLst/>
              </a:rPr>
              <a:t>1954</a:t>
            </a:r>
            <a:r>
              <a:rPr lang="zh-CN" altLang="en-US" sz="2800">
                <a:effectLst/>
              </a:rPr>
              <a:t>）和</a:t>
            </a:r>
            <a:r>
              <a:rPr lang="en-US" altLang="zh-CN" sz="2800">
                <a:effectLst/>
              </a:rPr>
              <a:t>Friedman</a:t>
            </a:r>
            <a:r>
              <a:rPr lang="zh-CN" altLang="en-US" sz="2800">
                <a:effectLst/>
              </a:rPr>
              <a:t>（</a:t>
            </a:r>
            <a:r>
              <a:rPr lang="en-US" altLang="zh-CN" sz="2800">
                <a:effectLst/>
              </a:rPr>
              <a:t>1957</a:t>
            </a:r>
            <a:r>
              <a:rPr lang="zh-CN" altLang="en-US" sz="2800">
                <a:effectLst/>
              </a:rPr>
              <a:t>）提出的</a:t>
            </a:r>
          </a:p>
          <a:p>
            <a:pPr lvl="1"/>
            <a:r>
              <a:rPr lang="zh-CN" altLang="en-US" sz="2400">
                <a:solidFill>
                  <a:schemeClr val="tx2"/>
                </a:solidFill>
                <a:effectLst/>
              </a:rPr>
              <a:t>出发点：</a:t>
            </a:r>
            <a:r>
              <a:rPr lang="zh-CN" altLang="en-US" sz="2000">
                <a:effectLst/>
              </a:rPr>
              <a:t>绝对收入假说并不能够解释消费中的一些典型事实</a:t>
            </a:r>
          </a:p>
          <a:p>
            <a:pPr lvl="1"/>
            <a:r>
              <a:rPr lang="zh-CN" altLang="en-US" sz="2400">
                <a:solidFill>
                  <a:schemeClr val="tx2"/>
                </a:solidFill>
                <a:effectLst/>
              </a:rPr>
              <a:t>基本点：</a:t>
            </a:r>
            <a:r>
              <a:rPr lang="zh-CN" altLang="en-US" sz="2000">
                <a:effectLst/>
              </a:rPr>
              <a:t>理性的消费者会进行一生的消费决策。</a:t>
            </a:r>
          </a:p>
        </p:txBody>
      </p:sp>
      <p:grpSp>
        <p:nvGrpSpPr>
          <p:cNvPr id="438283" name="Group 11">
            <a:extLst>
              <a:ext uri="{FF2B5EF4-FFF2-40B4-BE49-F238E27FC236}">
                <a16:creationId xmlns:a16="http://schemas.microsoft.com/office/drawing/2014/main" id="{2C5BB95B-F05D-2025-986E-F96A3BF77272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3429000"/>
            <a:ext cx="3581400" cy="3116263"/>
            <a:chOff x="144" y="2160"/>
            <a:chExt cx="2256" cy="1963"/>
          </a:xfrm>
        </p:grpSpPr>
        <p:pic>
          <p:nvPicPr>
            <p:cNvPr id="438281" name="Picture 9">
              <a:extLst>
                <a:ext uri="{FF2B5EF4-FFF2-40B4-BE49-F238E27FC236}">
                  <a16:creationId xmlns:a16="http://schemas.microsoft.com/office/drawing/2014/main" id="{8F8C881F-E390-258B-1CEF-4220D72E82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2" y="2160"/>
              <a:ext cx="1368" cy="19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8282" name="Text Box 10">
              <a:extLst>
                <a:ext uri="{FF2B5EF4-FFF2-40B4-BE49-F238E27FC236}">
                  <a16:creationId xmlns:a16="http://schemas.microsoft.com/office/drawing/2014/main" id="{D8C2DF27-78C1-2E02-9927-10BF802DE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352"/>
              <a:ext cx="768" cy="17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6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1918-2003</a:t>
              </a:r>
              <a:r>
                <a:rPr lang="zh-CN" altLang="en-US" sz="16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；</a:t>
              </a:r>
            </a:p>
            <a:p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生命周期假说；</a:t>
              </a:r>
            </a:p>
            <a:p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MM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定理</a:t>
              </a:r>
            </a:p>
            <a:p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1985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年获诺贝尔经济学奖</a:t>
              </a:r>
            </a:p>
            <a:p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438286" name="Group 14">
            <a:extLst>
              <a:ext uri="{FF2B5EF4-FFF2-40B4-BE49-F238E27FC236}">
                <a16:creationId xmlns:a16="http://schemas.microsoft.com/office/drawing/2014/main" id="{1C5FDE83-2448-65E0-9AC3-951BE69C45C4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3429000"/>
            <a:ext cx="4495800" cy="3222625"/>
            <a:chOff x="2832" y="2160"/>
            <a:chExt cx="2832" cy="2030"/>
          </a:xfrm>
        </p:grpSpPr>
        <p:pic>
          <p:nvPicPr>
            <p:cNvPr id="438284" name="Picture 12">
              <a:extLst>
                <a:ext uri="{FF2B5EF4-FFF2-40B4-BE49-F238E27FC236}">
                  <a16:creationId xmlns:a16="http://schemas.microsoft.com/office/drawing/2014/main" id="{92012A1E-EA1E-C2CF-D203-679F2ADB5B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0" y="2160"/>
              <a:ext cx="1434" cy="20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8285" name="Rectangle 13">
              <a:extLst>
                <a:ext uri="{FF2B5EF4-FFF2-40B4-BE49-F238E27FC236}">
                  <a16:creationId xmlns:a16="http://schemas.microsoft.com/office/drawing/2014/main" id="{6B8835FA-C1B3-DB86-B919-C8467A3A8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352"/>
              <a:ext cx="1296" cy="16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6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1912</a:t>
              </a:r>
              <a:r>
                <a:rPr lang="zh-CN" altLang="en-US" sz="16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－</a:t>
              </a:r>
              <a:r>
                <a:rPr lang="en-US" altLang="zh-CN" sz="16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2006</a:t>
              </a:r>
            </a:p>
            <a:p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现代货币主义之父</a:t>
              </a:r>
            </a:p>
            <a:p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持久收入假说；</a:t>
              </a:r>
            </a:p>
            <a:p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自然失业率；</a:t>
              </a:r>
            </a:p>
            <a:p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单一货币规则</a:t>
              </a:r>
            </a:p>
            <a:p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1976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年获诺贝尔经济学奖</a:t>
              </a: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38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38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8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8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8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274" grpId="0" autoUpdateAnimBg="0"/>
      <p:bldP spid="43827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>
            <a:extLst>
              <a:ext uri="{FF2B5EF4-FFF2-40B4-BE49-F238E27FC236}">
                <a16:creationId xmlns:a16="http://schemas.microsoft.com/office/drawing/2014/main" id="{A9F6018F-69C1-3E63-D3E3-148510582EF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1.3 </a:t>
            </a:r>
            <a:r>
              <a:rPr lang="zh-CN" altLang="en-US" b="1">
                <a:solidFill>
                  <a:srgbClr val="CC0000"/>
                </a:solidFill>
              </a:rPr>
              <a:t>生命周期</a:t>
            </a:r>
            <a:r>
              <a:rPr lang="en-US" altLang="zh-CN" b="1">
                <a:solidFill>
                  <a:srgbClr val="CC0000"/>
                </a:solidFill>
              </a:rPr>
              <a:t>-</a:t>
            </a:r>
            <a:r>
              <a:rPr lang="zh-CN" altLang="en-US" b="1">
                <a:solidFill>
                  <a:srgbClr val="CC0000"/>
                </a:solidFill>
              </a:rPr>
              <a:t>持久收入假说举例</a:t>
            </a:r>
          </a:p>
        </p:txBody>
      </p:sp>
      <p:sp>
        <p:nvSpPr>
          <p:cNvPr id="439299" name="Rectangle 3">
            <a:extLst>
              <a:ext uri="{FF2B5EF4-FFF2-40B4-BE49-F238E27FC236}">
                <a16:creationId xmlns:a16="http://schemas.microsoft.com/office/drawing/2014/main" id="{0AEACA99-76DB-A65C-D3CB-A87A7AF57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9300" name="Rectangle 4">
            <a:extLst>
              <a:ext uri="{FF2B5EF4-FFF2-40B4-BE49-F238E27FC236}">
                <a16:creationId xmlns:a16="http://schemas.microsoft.com/office/drawing/2014/main" id="{ACA64351-3F49-FCF5-4B9E-39DEB388F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89916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举例：假定一个典型的理性消费者，在</a:t>
            </a:r>
            <a:r>
              <a:rPr lang="en-US" altLang="zh-CN" sz="2800">
                <a:effectLst/>
              </a:rPr>
              <a:t>22</a:t>
            </a:r>
            <a:r>
              <a:rPr lang="zh-CN" altLang="en-US" sz="2800">
                <a:effectLst/>
              </a:rPr>
              <a:t>岁大学毕业参加工作，</a:t>
            </a:r>
            <a:r>
              <a:rPr lang="en-US" altLang="zh-CN" sz="2800">
                <a:effectLst/>
              </a:rPr>
              <a:t>62</a:t>
            </a:r>
            <a:r>
              <a:rPr lang="zh-CN" altLang="en-US" sz="2800">
                <a:effectLst/>
              </a:rPr>
              <a:t>岁退休，</a:t>
            </a:r>
            <a:r>
              <a:rPr lang="en-US" altLang="zh-CN" sz="2800">
                <a:effectLst/>
              </a:rPr>
              <a:t>82</a:t>
            </a:r>
            <a:r>
              <a:rPr lang="zh-CN" altLang="en-US" sz="2800">
                <a:effectLst/>
              </a:rPr>
              <a:t>岁进天堂。假定工作期间，每年收入是</a:t>
            </a:r>
            <a:r>
              <a:rPr lang="en-US" altLang="zh-CN" sz="2800">
                <a:effectLst/>
              </a:rPr>
              <a:t>10</a:t>
            </a:r>
            <a:r>
              <a:rPr lang="zh-CN" altLang="en-US" sz="2800">
                <a:effectLst/>
              </a:rPr>
              <a:t>万元，不考虑利率和折现等，如果要实现一生的效用最大，每年应消费多少？</a:t>
            </a:r>
            <a:endParaRPr lang="zh-CN" altLang="en-US" sz="2400">
              <a:effectLst/>
            </a:endParaRPr>
          </a:p>
        </p:txBody>
      </p:sp>
      <p:graphicFrame>
        <p:nvGraphicFramePr>
          <p:cNvPr id="439301" name="Object 5">
            <a:extLst>
              <a:ext uri="{FF2B5EF4-FFF2-40B4-BE49-F238E27FC236}">
                <a16:creationId xmlns:a16="http://schemas.microsoft.com/office/drawing/2014/main" id="{2B17B1A5-E33E-8F8E-9065-8024870B59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1788" y="3451225"/>
          <a:ext cx="5027612" cy="195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9880" imgH="672840" progId="Equation.DSMT4">
                  <p:embed/>
                </p:oleObj>
              </mc:Choice>
              <mc:Fallback>
                <p:oleObj name="Equation" r:id="rId2" imgW="1739880" imgH="6728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788" y="3451225"/>
                        <a:ext cx="5027612" cy="195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03" name="Object 7">
            <a:extLst>
              <a:ext uri="{FF2B5EF4-FFF2-40B4-BE49-F238E27FC236}">
                <a16:creationId xmlns:a16="http://schemas.microsoft.com/office/drawing/2014/main" id="{14FDEF0B-2596-689B-4112-5E14D4B4E0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7050" y="5554663"/>
          <a:ext cx="4806950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342720" progId="Equation.DSMT4">
                  <p:embed/>
                </p:oleObj>
              </mc:Choice>
              <mc:Fallback>
                <p:oleObj name="Equation" r:id="rId4" imgW="1663560" imgH="3427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0" y="5554663"/>
                        <a:ext cx="4806950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9304" name="Object 8">
            <a:extLst>
              <a:ext uri="{FF2B5EF4-FFF2-40B4-BE49-F238E27FC236}">
                <a16:creationId xmlns:a16="http://schemas.microsoft.com/office/drawing/2014/main" id="{F7E82744-A6DE-9081-5D9E-909B7743A2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5486400"/>
          <a:ext cx="3155950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1880" imgH="355320" progId="Equation.DSMT4">
                  <p:embed/>
                </p:oleObj>
              </mc:Choice>
              <mc:Fallback>
                <p:oleObj name="Equation" r:id="rId6" imgW="1091880" imgH="3553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486400"/>
                        <a:ext cx="3155950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39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393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93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393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393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298" grpId="0" autoUpdateAnimBg="0"/>
      <p:bldP spid="43930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Rectangle 2">
            <a:extLst>
              <a:ext uri="{FF2B5EF4-FFF2-40B4-BE49-F238E27FC236}">
                <a16:creationId xmlns:a16="http://schemas.microsoft.com/office/drawing/2014/main" id="{1CA23F58-7B31-1F8B-5ADF-730A73EECC6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1.3 </a:t>
            </a:r>
            <a:r>
              <a:rPr lang="zh-CN" altLang="en-US" b="1">
                <a:solidFill>
                  <a:srgbClr val="CC0000"/>
                </a:solidFill>
              </a:rPr>
              <a:t>生命周期</a:t>
            </a:r>
            <a:r>
              <a:rPr lang="en-US" altLang="zh-CN" b="1">
                <a:solidFill>
                  <a:srgbClr val="CC0000"/>
                </a:solidFill>
              </a:rPr>
              <a:t>-</a:t>
            </a:r>
            <a:r>
              <a:rPr lang="zh-CN" altLang="en-US" b="1">
                <a:solidFill>
                  <a:srgbClr val="CC0000"/>
                </a:solidFill>
              </a:rPr>
              <a:t>持久收入假说举例</a:t>
            </a:r>
          </a:p>
        </p:txBody>
      </p:sp>
      <p:sp>
        <p:nvSpPr>
          <p:cNvPr id="440323" name="Rectangle 3">
            <a:extLst>
              <a:ext uri="{FF2B5EF4-FFF2-40B4-BE49-F238E27FC236}">
                <a16:creationId xmlns:a16="http://schemas.microsoft.com/office/drawing/2014/main" id="{C4716AAF-7ACE-A02B-1DCE-8D2881741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0324" name="Rectangle 4">
            <a:extLst>
              <a:ext uri="{FF2B5EF4-FFF2-40B4-BE49-F238E27FC236}">
                <a16:creationId xmlns:a16="http://schemas.microsoft.com/office/drawing/2014/main" id="{0AA16D7E-29E1-EAD0-0898-7BD829279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8991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接上例：假定典型的理性消费者，在</a:t>
            </a:r>
            <a:r>
              <a:rPr lang="en-US" altLang="zh-CN" sz="2800">
                <a:effectLst/>
              </a:rPr>
              <a:t>32</a:t>
            </a:r>
            <a:r>
              <a:rPr lang="zh-CN" altLang="en-US" sz="2800">
                <a:effectLst/>
              </a:rPr>
              <a:t>岁时买彩票中</a:t>
            </a:r>
            <a:r>
              <a:rPr lang="en-US" altLang="zh-CN" sz="2800">
                <a:effectLst/>
              </a:rPr>
              <a:t>100</a:t>
            </a:r>
            <a:r>
              <a:rPr lang="zh-CN" altLang="en-US" sz="2800">
                <a:effectLst/>
              </a:rPr>
              <a:t>万元大奖，问他或她的边际消费倾向和储蓄率如何变化？</a:t>
            </a:r>
            <a:endParaRPr lang="zh-CN" altLang="en-US" sz="2400">
              <a:effectLst/>
            </a:endParaRPr>
          </a:p>
        </p:txBody>
      </p:sp>
      <p:graphicFrame>
        <p:nvGraphicFramePr>
          <p:cNvPr id="440325" name="Object 5">
            <a:extLst>
              <a:ext uri="{FF2B5EF4-FFF2-40B4-BE49-F238E27FC236}">
                <a16:creationId xmlns:a16="http://schemas.microsoft.com/office/drawing/2014/main" id="{B20B15E3-4BB8-E392-5210-6F7E51593A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1788" y="3070225"/>
          <a:ext cx="5027612" cy="195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9880" imgH="672840" progId="Equation.DSMT4">
                  <p:embed/>
                </p:oleObj>
              </mc:Choice>
              <mc:Fallback>
                <p:oleObj name="Equation" r:id="rId2" imgW="1739880" imgH="6728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788" y="3070225"/>
                        <a:ext cx="5027612" cy="195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28" name="Rectangle 8">
            <a:extLst>
              <a:ext uri="{FF2B5EF4-FFF2-40B4-BE49-F238E27FC236}">
                <a16:creationId xmlns:a16="http://schemas.microsoft.com/office/drawing/2014/main" id="{D0DAAEB8-FFAE-F8C0-86F4-D4613FDCF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562600"/>
            <a:ext cx="8991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>
                <a:effectLst/>
              </a:rPr>
              <a:t>持久收入的边际消费倾向高；暂时收入的低。</a:t>
            </a:r>
            <a:endParaRPr lang="zh-CN" altLang="en-US" sz="2000">
              <a:effectLst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40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0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4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22" grpId="0" autoUpdateAnimBg="0"/>
      <p:bldP spid="440324" grpId="0" autoUpdateAnimBg="0"/>
      <p:bldP spid="44032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>
            <a:extLst>
              <a:ext uri="{FF2B5EF4-FFF2-40B4-BE49-F238E27FC236}">
                <a16:creationId xmlns:a16="http://schemas.microsoft.com/office/drawing/2014/main" id="{BE5CB484-4DB6-279F-ACAA-56B37F069F4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1.3 </a:t>
            </a:r>
            <a:r>
              <a:rPr lang="zh-CN" altLang="en-US" b="1">
                <a:solidFill>
                  <a:srgbClr val="CC0000"/>
                </a:solidFill>
              </a:rPr>
              <a:t>生命周期－持久收入假说内涵</a:t>
            </a:r>
          </a:p>
        </p:txBody>
      </p:sp>
      <p:sp>
        <p:nvSpPr>
          <p:cNvPr id="441347" name="Rectangle 3">
            <a:extLst>
              <a:ext uri="{FF2B5EF4-FFF2-40B4-BE49-F238E27FC236}">
                <a16:creationId xmlns:a16="http://schemas.microsoft.com/office/drawing/2014/main" id="{FC0FA0F0-51A6-78E1-8FCA-53547B3C7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1348" name="Rectangle 4">
            <a:extLst>
              <a:ext uri="{FF2B5EF4-FFF2-40B4-BE49-F238E27FC236}">
                <a16:creationId xmlns:a16="http://schemas.microsoft.com/office/drawing/2014/main" id="{36F40DDB-ADE5-290B-CEA2-6DDBC63CD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8991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理论表述：理性消费者一生效用最大化的消费行为</a:t>
            </a:r>
            <a:endParaRPr lang="zh-CN" altLang="en-US" sz="2400">
              <a:effectLst/>
            </a:endParaRPr>
          </a:p>
        </p:txBody>
      </p:sp>
      <p:graphicFrame>
        <p:nvGraphicFramePr>
          <p:cNvPr id="441349" name="Object 5">
            <a:extLst>
              <a:ext uri="{FF2B5EF4-FFF2-40B4-BE49-F238E27FC236}">
                <a16:creationId xmlns:a16="http://schemas.microsoft.com/office/drawing/2014/main" id="{C62747DB-94E6-0941-8D28-FEE4D33349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7975" y="2232025"/>
          <a:ext cx="4918075" cy="195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01720" imgH="672840" progId="Equation.DSMT4">
                  <p:embed/>
                </p:oleObj>
              </mc:Choice>
              <mc:Fallback>
                <p:oleObj name="Equation" r:id="rId2" imgW="1701720" imgH="6728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975" y="2232025"/>
                        <a:ext cx="4918075" cy="195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1350" name="Rectangle 6">
            <a:extLst>
              <a:ext uri="{FF2B5EF4-FFF2-40B4-BE49-F238E27FC236}">
                <a16:creationId xmlns:a16="http://schemas.microsoft.com/office/drawing/2014/main" id="{5291C46E-1EF7-E966-0FE5-479585656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24400"/>
            <a:ext cx="7086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>
                <a:effectLst/>
              </a:rPr>
              <a:t>一生平稳消费</a:t>
            </a:r>
          </a:p>
          <a:p>
            <a:pPr lvl="1"/>
            <a:r>
              <a:rPr lang="zh-CN" altLang="en-US" sz="2400">
                <a:effectLst/>
              </a:rPr>
              <a:t>暂时性收入对消费影响不大。</a:t>
            </a:r>
            <a:endParaRPr lang="zh-CN" altLang="en-US" sz="2000">
              <a:effectLst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4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1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1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4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46" grpId="0" autoUpdateAnimBg="0"/>
      <p:bldP spid="441348" grpId="0" autoUpdateAnimBg="0"/>
      <p:bldP spid="44135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2">
            <a:extLst>
              <a:ext uri="{FF2B5EF4-FFF2-40B4-BE49-F238E27FC236}">
                <a16:creationId xmlns:a16="http://schemas.microsoft.com/office/drawing/2014/main" id="{5D63B7B9-BDF1-57E5-D9CF-F3DF5320235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1.4 </a:t>
            </a:r>
            <a:r>
              <a:rPr lang="zh-CN" altLang="en-US" b="1">
                <a:solidFill>
                  <a:srgbClr val="CC0000"/>
                </a:solidFill>
              </a:rPr>
              <a:t>生命周期－持久收入假说发展</a:t>
            </a:r>
          </a:p>
        </p:txBody>
      </p:sp>
      <p:sp>
        <p:nvSpPr>
          <p:cNvPr id="442371" name="Rectangle 3">
            <a:extLst>
              <a:ext uri="{FF2B5EF4-FFF2-40B4-BE49-F238E27FC236}">
                <a16:creationId xmlns:a16="http://schemas.microsoft.com/office/drawing/2014/main" id="{710B8D68-8F08-ADFE-9CFC-257BE1E38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2372" name="Rectangle 4">
            <a:extLst>
              <a:ext uri="{FF2B5EF4-FFF2-40B4-BE49-F238E27FC236}">
                <a16:creationId xmlns:a16="http://schemas.microsoft.com/office/drawing/2014/main" id="{2ECA04BE-63C1-8AAC-87B0-4100B4466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8991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chemeClr val="tx2"/>
                </a:solidFill>
                <a:effectLst/>
              </a:rPr>
              <a:t>引入不确定性</a:t>
            </a:r>
            <a:endParaRPr lang="zh-CN" altLang="en-US" sz="2400">
              <a:solidFill>
                <a:schemeClr val="tx2"/>
              </a:solidFill>
              <a:effectLst/>
            </a:endParaRPr>
          </a:p>
        </p:txBody>
      </p:sp>
      <p:graphicFrame>
        <p:nvGraphicFramePr>
          <p:cNvPr id="442373" name="Object 5">
            <a:extLst>
              <a:ext uri="{FF2B5EF4-FFF2-40B4-BE49-F238E27FC236}">
                <a16:creationId xmlns:a16="http://schemas.microsoft.com/office/drawing/2014/main" id="{2C46DB10-CE52-E5D9-9D2A-6F33E24852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2159000"/>
          <a:ext cx="4513263" cy="210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040" imgH="723600" progId="Equation.DSMT4">
                  <p:embed/>
                </p:oleObj>
              </mc:Choice>
              <mc:Fallback>
                <p:oleObj name="Equation" r:id="rId2" imgW="1562040" imgH="723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159000"/>
                        <a:ext cx="4513263" cy="2106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2374" name="Rectangle 6">
            <a:extLst>
              <a:ext uri="{FF2B5EF4-FFF2-40B4-BE49-F238E27FC236}">
                <a16:creationId xmlns:a16="http://schemas.microsoft.com/office/drawing/2014/main" id="{DE1770BA-DB6E-D8B0-E0D2-8098A3C2F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86400"/>
            <a:ext cx="3276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>
                <a:effectLst/>
              </a:rPr>
              <a:t>一生平稳消费</a:t>
            </a:r>
          </a:p>
          <a:p>
            <a:pPr lvl="1"/>
            <a:r>
              <a:rPr lang="zh-CN" altLang="en-US" sz="2400">
                <a:effectLst/>
              </a:rPr>
              <a:t>消费的随机游走</a:t>
            </a:r>
            <a:endParaRPr lang="zh-CN" altLang="en-US" sz="2000">
              <a:effectLst/>
            </a:endParaRPr>
          </a:p>
        </p:txBody>
      </p:sp>
      <p:sp>
        <p:nvSpPr>
          <p:cNvPr id="442376" name="Rectangle 8">
            <a:extLst>
              <a:ext uri="{FF2B5EF4-FFF2-40B4-BE49-F238E27FC236}">
                <a16:creationId xmlns:a16="http://schemas.microsoft.com/office/drawing/2014/main" id="{310BB774-E522-4C07-8A7C-900AA2974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442377" name="Object 9">
            <a:extLst>
              <a:ext uri="{FF2B5EF4-FFF2-40B4-BE49-F238E27FC236}">
                <a16:creationId xmlns:a16="http://schemas.microsoft.com/office/drawing/2014/main" id="{28055058-0FF6-A25C-178B-96E44AB8CE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48325" y="2967038"/>
          <a:ext cx="319087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04840" imgH="203040" progId="Equation.DSMT4">
                  <p:embed/>
                </p:oleObj>
              </mc:Choice>
              <mc:Fallback>
                <p:oleObj name="Equation" r:id="rId4" imgW="1104840" imgH="203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325" y="2967038"/>
                        <a:ext cx="319087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78" name="Object 10">
            <a:extLst>
              <a:ext uri="{FF2B5EF4-FFF2-40B4-BE49-F238E27FC236}">
                <a16:creationId xmlns:a16="http://schemas.microsoft.com/office/drawing/2014/main" id="{17F9B761-E566-A671-1616-CCCD240620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4572000"/>
          <a:ext cx="2933700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15920" imgH="190440" progId="Equation.DSMT4">
                  <p:embed/>
                </p:oleObj>
              </mc:Choice>
              <mc:Fallback>
                <p:oleObj name="Equation" r:id="rId6" imgW="1015920" imgH="1904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572000"/>
                        <a:ext cx="2933700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79" name="Object 11">
            <a:extLst>
              <a:ext uri="{FF2B5EF4-FFF2-40B4-BE49-F238E27FC236}">
                <a16:creationId xmlns:a16="http://schemas.microsoft.com/office/drawing/2014/main" id="{B8933510-0603-44A4-EA00-D10FEDD1A2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4572000"/>
          <a:ext cx="230981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99920" imgH="190440" progId="Equation.DSMT4">
                  <p:embed/>
                </p:oleObj>
              </mc:Choice>
              <mc:Fallback>
                <p:oleObj name="Equation" r:id="rId8" imgW="799920" imgH="1904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572000"/>
                        <a:ext cx="2309813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380" name="Object 12">
            <a:extLst>
              <a:ext uri="{FF2B5EF4-FFF2-40B4-BE49-F238E27FC236}">
                <a16:creationId xmlns:a16="http://schemas.microsoft.com/office/drawing/2014/main" id="{2A89D3FE-DD0E-767E-0510-95DF82E48D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62663" y="4572000"/>
          <a:ext cx="2528887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76240" imgH="190440" progId="Equation.DSMT4">
                  <p:embed/>
                </p:oleObj>
              </mc:Choice>
              <mc:Fallback>
                <p:oleObj name="Equation" r:id="rId10" imgW="876240" imgH="1904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2663" y="4572000"/>
                        <a:ext cx="2528887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2381" name="Line 13">
            <a:extLst>
              <a:ext uri="{FF2B5EF4-FFF2-40B4-BE49-F238E27FC236}">
                <a16:creationId xmlns:a16="http://schemas.microsoft.com/office/drawing/2014/main" id="{0D94583D-B962-1595-8752-F4B719747A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5257800"/>
            <a:ext cx="1828800" cy="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2382" name="Rectangle 14">
            <a:extLst>
              <a:ext uri="{FF2B5EF4-FFF2-40B4-BE49-F238E27FC236}">
                <a16:creationId xmlns:a16="http://schemas.microsoft.com/office/drawing/2014/main" id="{56C6FEB1-DE06-FA06-FD6B-F4C53806F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715000"/>
            <a:ext cx="5257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>
                <a:effectLst/>
              </a:rPr>
              <a:t>能够解释那些典型事实？</a:t>
            </a:r>
            <a:endParaRPr lang="zh-CN" altLang="en-US" sz="2000">
              <a:effectLst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42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2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2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2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2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2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42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42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42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42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42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42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44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442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442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2370" grpId="0" autoUpdateAnimBg="0"/>
      <p:bldP spid="442372" grpId="0" autoUpdateAnimBg="0"/>
      <p:bldP spid="442374" grpId="0" autoUpdateAnimBg="0"/>
      <p:bldP spid="44238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>
            <a:extLst>
              <a:ext uri="{FF2B5EF4-FFF2-40B4-BE49-F238E27FC236}">
                <a16:creationId xmlns:a16="http://schemas.microsoft.com/office/drawing/2014/main" id="{D0FE4CE6-E840-BFE0-4181-663B2FD813B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1.5 </a:t>
            </a:r>
            <a:r>
              <a:rPr lang="zh-CN" altLang="en-US" b="1">
                <a:solidFill>
                  <a:srgbClr val="CC0000"/>
                </a:solidFill>
              </a:rPr>
              <a:t>那种消费假说更符合实际？</a:t>
            </a:r>
          </a:p>
        </p:txBody>
      </p:sp>
      <p:sp>
        <p:nvSpPr>
          <p:cNvPr id="443395" name="Rectangle 3">
            <a:extLst>
              <a:ext uri="{FF2B5EF4-FFF2-40B4-BE49-F238E27FC236}">
                <a16:creationId xmlns:a16="http://schemas.microsoft.com/office/drawing/2014/main" id="{49AB8FB4-3B1D-B39F-B0A4-0D2E04E68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3396" name="Rectangle 4">
            <a:extLst>
              <a:ext uri="{FF2B5EF4-FFF2-40B4-BE49-F238E27FC236}">
                <a16:creationId xmlns:a16="http://schemas.microsoft.com/office/drawing/2014/main" id="{120DA312-94FC-E86D-6563-61F62C3B4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590800"/>
            <a:ext cx="8229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那种消费模式更能够解释现实？</a:t>
            </a:r>
            <a:endParaRPr lang="zh-CN" altLang="en-US" sz="2400">
              <a:effectLst/>
            </a:endParaRPr>
          </a:p>
        </p:txBody>
      </p:sp>
      <p:grpSp>
        <p:nvGrpSpPr>
          <p:cNvPr id="443401" name="Group 9">
            <a:extLst>
              <a:ext uri="{FF2B5EF4-FFF2-40B4-BE49-F238E27FC236}">
                <a16:creationId xmlns:a16="http://schemas.microsoft.com/office/drawing/2014/main" id="{983E0048-4FE5-4ECD-3D69-CF1D7C230470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216025"/>
            <a:ext cx="5294313" cy="1146175"/>
            <a:chOff x="192" y="1392"/>
            <a:chExt cx="3335" cy="722"/>
          </a:xfrm>
        </p:grpSpPr>
        <p:graphicFrame>
          <p:nvGraphicFramePr>
            <p:cNvPr id="443397" name="Object 5">
              <a:extLst>
                <a:ext uri="{FF2B5EF4-FFF2-40B4-BE49-F238E27FC236}">
                  <a16:creationId xmlns:a16="http://schemas.microsoft.com/office/drawing/2014/main" id="{E4D08325-6209-38F7-FC64-A0C3FAFCA4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6" y="1392"/>
            <a:ext cx="1271" cy="7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98400" imgH="393480" progId="Equation.DSMT4">
                    <p:embed/>
                  </p:oleObj>
                </mc:Choice>
                <mc:Fallback>
                  <p:oleObj name="Equation" r:id="rId2" imgW="698400" imgH="39348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1392"/>
                          <a:ext cx="1271" cy="7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3398" name="Rectangle 6">
              <a:extLst>
                <a:ext uri="{FF2B5EF4-FFF2-40B4-BE49-F238E27FC236}">
                  <a16:creationId xmlns:a16="http://schemas.microsoft.com/office/drawing/2014/main" id="{62309B18-C5FD-0EF3-3152-D68447A99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632"/>
              <a:ext cx="196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>
              <a:lvl1pPr marL="342900" indent="-342900" algn="l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tx2"/>
                </a:buClr>
                <a:buSzPct val="8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 2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tx2"/>
                </a:buClr>
                <a:buSzPct val="90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>
                  <a:effectLst/>
                </a:rPr>
                <a:t>两种消费模式</a:t>
              </a:r>
              <a:endParaRPr lang="zh-CN" altLang="en-US" sz="2400">
                <a:effectLst/>
              </a:endParaRPr>
            </a:p>
          </p:txBody>
        </p:sp>
      </p:grpSp>
      <p:graphicFrame>
        <p:nvGraphicFramePr>
          <p:cNvPr id="443399" name="Object 7">
            <a:extLst>
              <a:ext uri="{FF2B5EF4-FFF2-40B4-BE49-F238E27FC236}">
                <a16:creationId xmlns:a16="http://schemas.microsoft.com/office/drawing/2014/main" id="{BA68836F-407E-6710-91D4-31C6A28969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4913" y="4848225"/>
          <a:ext cx="370840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680" imgH="203040" progId="Equation.DSMT4">
                  <p:embed/>
                </p:oleObj>
              </mc:Choice>
              <mc:Fallback>
                <p:oleObj name="Equation" r:id="rId4" imgW="1282680" imgH="2030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4913" y="4848225"/>
                        <a:ext cx="3708400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3400" name="Rectangle 8">
            <a:extLst>
              <a:ext uri="{FF2B5EF4-FFF2-40B4-BE49-F238E27FC236}">
                <a16:creationId xmlns:a16="http://schemas.microsoft.com/office/drawing/2014/main" id="{C8C67F01-945D-09F0-1CCB-E0750B889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200400"/>
            <a:ext cx="88392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>
                <a:effectLst/>
              </a:rPr>
              <a:t>检验策略 </a:t>
            </a:r>
            <a:r>
              <a:rPr lang="en-US" altLang="zh-CN" sz="2400">
                <a:effectLst/>
              </a:rPr>
              <a:t>(Campbell,Mankiw,1989):</a:t>
            </a:r>
            <a:r>
              <a:rPr lang="zh-CN" altLang="en-US" sz="2400">
                <a:effectLst/>
              </a:rPr>
              <a:t>假定一部分人是</a:t>
            </a:r>
            <a:r>
              <a:rPr lang="zh-CN" altLang="en-US" sz="2400">
                <a:effectLst/>
                <a:latin typeface="Times New Roman" panose="02020603050405020304" pitchFamily="18" charset="0"/>
              </a:rPr>
              <a:t>“</a:t>
            </a:r>
            <a:r>
              <a:rPr lang="zh-CN" altLang="en-US" sz="2400">
                <a:effectLst/>
              </a:rPr>
              <a:t>月光族</a:t>
            </a:r>
            <a:r>
              <a:rPr lang="zh-CN" altLang="en-US" sz="2400">
                <a:effectLst/>
                <a:latin typeface="Times New Roman" panose="02020603050405020304" pitchFamily="18" charset="0"/>
              </a:rPr>
              <a:t>”</a:t>
            </a:r>
            <a:r>
              <a:rPr lang="zh-CN" altLang="en-US" sz="2400">
                <a:effectLst/>
              </a:rPr>
              <a:t>；另外一部分人按照持久收入消费。因此，整个经济体消费的变动可以表示为</a:t>
            </a:r>
            <a:endParaRPr lang="zh-CN" altLang="en-US" sz="2000">
              <a:effectLst/>
            </a:endParaRPr>
          </a:p>
        </p:txBody>
      </p:sp>
      <p:graphicFrame>
        <p:nvGraphicFramePr>
          <p:cNvPr id="443402" name="Object 10">
            <a:extLst>
              <a:ext uri="{FF2B5EF4-FFF2-40B4-BE49-F238E27FC236}">
                <a16:creationId xmlns:a16="http://schemas.microsoft.com/office/drawing/2014/main" id="{DE21B815-C29C-BD9C-8D96-71507DCCD5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6025" y="4572000"/>
          <a:ext cx="3267075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393480" progId="Equation.DSMT4">
                  <p:embed/>
                </p:oleObj>
              </mc:Choice>
              <mc:Fallback>
                <p:oleObj name="Equation" r:id="rId6" imgW="1130040" imgH="3934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6025" y="4572000"/>
                        <a:ext cx="3267075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3403" name="Oval 11">
            <a:extLst>
              <a:ext uri="{FF2B5EF4-FFF2-40B4-BE49-F238E27FC236}">
                <a16:creationId xmlns:a16="http://schemas.microsoft.com/office/drawing/2014/main" id="{778701B8-5027-BC07-DE9C-A2D0A75A3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953000"/>
            <a:ext cx="381000" cy="3810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43406" name="Group 14">
            <a:extLst>
              <a:ext uri="{FF2B5EF4-FFF2-40B4-BE49-F238E27FC236}">
                <a16:creationId xmlns:a16="http://schemas.microsoft.com/office/drawing/2014/main" id="{18BCFD52-249E-78C6-DCB4-36E2C1C8AA1E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5562600"/>
            <a:ext cx="7454900" cy="1220788"/>
            <a:chOff x="912" y="3504"/>
            <a:chExt cx="4696" cy="769"/>
          </a:xfrm>
        </p:grpSpPr>
        <p:graphicFrame>
          <p:nvGraphicFramePr>
            <p:cNvPr id="443404" name="Object 12">
              <a:extLst>
                <a:ext uri="{FF2B5EF4-FFF2-40B4-BE49-F238E27FC236}">
                  <a16:creationId xmlns:a16="http://schemas.microsoft.com/office/drawing/2014/main" id="{E0097399-323C-34C2-B740-7B32A043E4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0" y="3504"/>
            <a:ext cx="2728" cy="7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498320" imgH="419040" progId="Equation.DSMT4">
                    <p:embed/>
                  </p:oleObj>
                </mc:Choice>
                <mc:Fallback>
                  <p:oleObj name="Equation" r:id="rId8" imgW="1498320" imgH="41904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3504"/>
                          <a:ext cx="2728" cy="769"/>
                        </a:xfrm>
                        <a:prstGeom prst="rect">
                          <a:avLst/>
                        </a:prstGeom>
                        <a:noFill/>
                        <a:ln w="57150">
                          <a:solidFill>
                            <a:schemeClr val="tx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3405" name="Rectangle 13">
              <a:extLst>
                <a:ext uri="{FF2B5EF4-FFF2-40B4-BE49-F238E27FC236}">
                  <a16:creationId xmlns:a16="http://schemas.microsoft.com/office/drawing/2014/main" id="{582E34CB-36F6-1869-B04F-F2EB834FF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792"/>
              <a:ext cx="1920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>
              <a:lvl1pPr marL="342900" indent="-342900" algn="l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tx2"/>
                </a:buClr>
                <a:buSzPct val="8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chemeClr val="hlink"/>
                </a:buClr>
                <a:buSzPct val="95000"/>
                <a:buFont typeface="Wingdings 2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chemeClr val="tx2"/>
                </a:buClr>
                <a:buSzPct val="90000"/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 2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/>
              <a:r>
                <a:rPr lang="zh-CN" altLang="en-US" sz="2400">
                  <a:effectLst/>
                </a:rPr>
                <a:t>实证结果</a:t>
              </a:r>
              <a:endParaRPr lang="zh-CN" altLang="en-US" sz="2000">
                <a:effectLst/>
              </a:endParaRP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43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443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43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43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3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43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43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43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43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3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43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43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4" grpId="0" autoUpdateAnimBg="0"/>
      <p:bldP spid="443396" grpId="0" autoUpdateAnimBg="0"/>
      <p:bldP spid="44340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>
            <a:extLst>
              <a:ext uri="{FF2B5EF4-FFF2-40B4-BE49-F238E27FC236}">
                <a16:creationId xmlns:a16="http://schemas.microsoft.com/office/drawing/2014/main" id="{DA99B29F-8032-F427-9602-2290FB3FDA3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1.6 </a:t>
            </a:r>
            <a:r>
              <a:rPr lang="zh-CN" altLang="en-US" b="1">
                <a:solidFill>
                  <a:srgbClr val="CC0000"/>
                </a:solidFill>
              </a:rPr>
              <a:t>持久收入假说为什么解释能力不够强</a:t>
            </a:r>
          </a:p>
        </p:txBody>
      </p:sp>
      <p:sp>
        <p:nvSpPr>
          <p:cNvPr id="444419" name="Rectangle 3">
            <a:extLst>
              <a:ext uri="{FF2B5EF4-FFF2-40B4-BE49-F238E27FC236}">
                <a16:creationId xmlns:a16="http://schemas.microsoft.com/office/drawing/2014/main" id="{17D529A0-7A19-46AB-5F08-DCE01A84B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4420" name="Rectangle 4">
            <a:extLst>
              <a:ext uri="{FF2B5EF4-FFF2-40B4-BE49-F238E27FC236}">
                <a16:creationId xmlns:a16="http://schemas.microsoft.com/office/drawing/2014/main" id="{B48D7373-794D-E1C8-D29C-1477C47FA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67640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持久收入假说在理论上是精致的，为什么对现实的解释能力并不绝对收入假说强？</a:t>
            </a:r>
            <a:endParaRPr lang="zh-CN" altLang="en-US" sz="2400">
              <a:effectLst/>
            </a:endParaRPr>
          </a:p>
        </p:txBody>
      </p:sp>
      <p:sp>
        <p:nvSpPr>
          <p:cNvPr id="444425" name="Rectangle 9">
            <a:extLst>
              <a:ext uri="{FF2B5EF4-FFF2-40B4-BE49-F238E27FC236}">
                <a16:creationId xmlns:a16="http://schemas.microsoft.com/office/drawing/2014/main" id="{BC93A39F-E16D-C569-8E88-A4DF13B92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743200"/>
            <a:ext cx="853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>
                <a:effectLst/>
              </a:rPr>
              <a:t>流动性约束：当期收入低于持久收入水平时，无法按照持久收入水平来做消费决策。</a:t>
            </a:r>
            <a:r>
              <a:rPr lang="zh-CN" altLang="en-US" sz="2000">
                <a:solidFill>
                  <a:schemeClr val="tx2"/>
                </a:solidFill>
                <a:effectLst/>
              </a:rPr>
              <a:t>我们身边是否有这样的例子？</a:t>
            </a:r>
            <a:endParaRPr lang="zh-CN" altLang="en-US" sz="2000">
              <a:effectLst/>
            </a:endParaRPr>
          </a:p>
        </p:txBody>
      </p:sp>
      <p:sp>
        <p:nvSpPr>
          <p:cNvPr id="444431" name="Rectangle 15">
            <a:extLst>
              <a:ext uri="{FF2B5EF4-FFF2-40B4-BE49-F238E27FC236}">
                <a16:creationId xmlns:a16="http://schemas.microsoft.com/office/drawing/2014/main" id="{84AB2EE4-5186-CCD5-6C3C-D6BBCE83D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810000"/>
            <a:ext cx="8534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>
                <a:effectLst/>
              </a:rPr>
              <a:t>预防性储蓄：在生命周期</a:t>
            </a:r>
            <a:r>
              <a:rPr lang="en-US" altLang="zh-CN" sz="2400">
                <a:effectLst/>
              </a:rPr>
              <a:t>/</a:t>
            </a:r>
            <a:r>
              <a:rPr lang="zh-CN" altLang="en-US" sz="2400">
                <a:effectLst/>
              </a:rPr>
              <a:t>持久收入假说中，储蓄是什么？</a:t>
            </a:r>
            <a:endParaRPr lang="zh-CN" altLang="en-US" sz="2000">
              <a:effectLst/>
            </a:endParaRPr>
          </a:p>
        </p:txBody>
      </p:sp>
      <p:sp>
        <p:nvSpPr>
          <p:cNvPr id="444432" name="Rectangle 16">
            <a:extLst>
              <a:ext uri="{FF2B5EF4-FFF2-40B4-BE49-F238E27FC236}">
                <a16:creationId xmlns:a16="http://schemas.microsoft.com/office/drawing/2014/main" id="{A392785B-FAFA-89E8-B072-72868D82F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495800"/>
            <a:ext cx="853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/>
            <a:r>
              <a:rPr lang="zh-CN" altLang="en-US" sz="2000">
                <a:effectLst/>
              </a:rPr>
              <a:t>预防性储蓄：储蓄是满足将来意外（不决定性）的需要。</a:t>
            </a:r>
            <a:endParaRPr lang="zh-CN" altLang="en-US" sz="1800">
              <a:effectLst/>
            </a:endParaRPr>
          </a:p>
        </p:txBody>
      </p:sp>
      <p:sp>
        <p:nvSpPr>
          <p:cNvPr id="444433" name="Rectangle 17">
            <a:extLst>
              <a:ext uri="{FF2B5EF4-FFF2-40B4-BE49-F238E27FC236}">
                <a16:creationId xmlns:a16="http://schemas.microsoft.com/office/drawing/2014/main" id="{729EF4F2-2B05-4168-7DB1-2576FF06C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029200"/>
            <a:ext cx="8534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>
                <a:effectLst/>
              </a:rPr>
              <a:t>缺乏远见</a:t>
            </a:r>
            <a:endParaRPr lang="zh-CN" altLang="en-US" sz="2000">
              <a:effectLst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44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44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44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44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44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18" grpId="0" autoUpdateAnimBg="0"/>
      <p:bldP spid="444420" grpId="0" autoUpdateAnimBg="0"/>
      <p:bldP spid="444425" grpId="0" autoUpdateAnimBg="0"/>
      <p:bldP spid="444431" grpId="0" autoUpdateAnimBg="0"/>
      <p:bldP spid="444432" grpId="0" autoUpdateAnimBg="0"/>
      <p:bldP spid="44443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>
            <a:extLst>
              <a:ext uri="{FF2B5EF4-FFF2-40B4-BE49-F238E27FC236}">
                <a16:creationId xmlns:a16="http://schemas.microsoft.com/office/drawing/2014/main" id="{7821B903-2FB8-E3A5-F9FD-CF94C49FC0B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1.7 </a:t>
            </a:r>
            <a:r>
              <a:rPr lang="zh-CN" altLang="en-US" b="1">
                <a:solidFill>
                  <a:srgbClr val="CC0000"/>
                </a:solidFill>
              </a:rPr>
              <a:t>利率与消费（储蓄）</a:t>
            </a:r>
          </a:p>
        </p:txBody>
      </p:sp>
      <p:sp>
        <p:nvSpPr>
          <p:cNvPr id="445443" name="Rectangle 3">
            <a:extLst>
              <a:ext uri="{FF2B5EF4-FFF2-40B4-BE49-F238E27FC236}">
                <a16:creationId xmlns:a16="http://schemas.microsoft.com/office/drawing/2014/main" id="{5BE1767F-787F-D187-453D-BA564B43E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5444" name="Rectangle 4">
            <a:extLst>
              <a:ext uri="{FF2B5EF4-FFF2-40B4-BE49-F238E27FC236}">
                <a16:creationId xmlns:a16="http://schemas.microsoft.com/office/drawing/2014/main" id="{2616274C-8217-C0EA-914A-2441764E9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676400"/>
            <a:ext cx="8229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利率的上升增加储蓄，减少消费吗？</a:t>
            </a:r>
            <a:endParaRPr lang="zh-CN" altLang="en-US" sz="2400">
              <a:effectLst/>
            </a:endParaRPr>
          </a:p>
        </p:txBody>
      </p:sp>
      <p:sp>
        <p:nvSpPr>
          <p:cNvPr id="445445" name="Rectangle 5">
            <a:extLst>
              <a:ext uri="{FF2B5EF4-FFF2-40B4-BE49-F238E27FC236}">
                <a16:creationId xmlns:a16="http://schemas.microsoft.com/office/drawing/2014/main" id="{82611EBD-2F82-2365-C729-20013646A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86000"/>
            <a:ext cx="8534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>
                <a:effectLst/>
              </a:rPr>
              <a:t>回忆我们微观经济学里的收入效应和替代效应</a:t>
            </a:r>
            <a:endParaRPr lang="zh-CN" altLang="en-US" sz="2000">
              <a:effectLst/>
            </a:endParaRPr>
          </a:p>
        </p:txBody>
      </p:sp>
      <p:sp>
        <p:nvSpPr>
          <p:cNvPr id="445446" name="Rectangle 6">
            <a:extLst>
              <a:ext uri="{FF2B5EF4-FFF2-40B4-BE49-F238E27FC236}">
                <a16:creationId xmlns:a16="http://schemas.microsoft.com/office/drawing/2014/main" id="{07D6EE76-3E8B-F48A-7429-8828E515D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819400"/>
            <a:ext cx="8534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总储蓄＝政府储蓄</a:t>
            </a:r>
            <a:r>
              <a:rPr lang="en-US" altLang="zh-CN" sz="2800">
                <a:effectLst/>
              </a:rPr>
              <a:t>+</a:t>
            </a:r>
            <a:r>
              <a:rPr lang="zh-CN" altLang="en-US" sz="2800">
                <a:effectLst/>
              </a:rPr>
              <a:t>企业储蓄</a:t>
            </a:r>
            <a:r>
              <a:rPr lang="en-US" altLang="zh-CN" sz="2800">
                <a:effectLst/>
              </a:rPr>
              <a:t>+</a:t>
            </a:r>
            <a:r>
              <a:rPr lang="zh-CN" altLang="en-US" sz="2800">
                <a:effectLst/>
              </a:rPr>
              <a:t>个人储蓄</a:t>
            </a:r>
            <a:endParaRPr lang="zh-CN" altLang="en-US" sz="2400">
              <a:effectLst/>
            </a:endParaRPr>
          </a:p>
        </p:txBody>
      </p:sp>
      <p:pic>
        <p:nvPicPr>
          <p:cNvPr id="445449" name="Picture 9">
            <a:extLst>
              <a:ext uri="{FF2B5EF4-FFF2-40B4-BE49-F238E27FC236}">
                <a16:creationId xmlns:a16="http://schemas.microsoft.com/office/drawing/2014/main" id="{BB719AB3-0951-6C02-5FEB-38DDCF91A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517900"/>
            <a:ext cx="4191000" cy="303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45450" name="Object 10">
            <a:extLst>
              <a:ext uri="{FF2B5EF4-FFF2-40B4-BE49-F238E27FC236}">
                <a16:creationId xmlns:a16="http://schemas.microsoft.com/office/drawing/2014/main" id="{21344173-D7AD-45C4-E1EC-F2400A645C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3429000"/>
          <a:ext cx="4648200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6096305" imgH="4067556" progId="MSGraph.Chart.8">
                  <p:embed followColorScheme="full"/>
                </p:oleObj>
              </mc:Choice>
              <mc:Fallback>
                <p:oleObj name="Chart" r:id="rId3" imgW="6096305" imgH="4067556" progId="MSGraph.Chart.8">
                  <p:embed followColorScheme="full"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429000"/>
                        <a:ext cx="4648200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45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45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4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5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45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0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445450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0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445450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0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445450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0">
                                            <p:oleChartEl type="series" lvl="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445450">
                                            <p:oleChartEl type="series" lvl="3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0">
                                            <p:oleChartEl type="series" lvl="4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500"/>
                                        <p:tgtEl>
                                          <p:spTgt spid="445450">
                                            <p:oleChartEl type="series" lvl="4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2" grpId="0" autoUpdateAnimBg="0"/>
      <p:bldP spid="445444" grpId="0" autoUpdateAnimBg="0"/>
      <p:bldP spid="445445" grpId="0" autoUpdateAnimBg="0"/>
      <p:bldP spid="445446" grpId="0" autoUpdateAnimBg="0"/>
      <p:bldOleChart spid="445450" grpId="0" bld="series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>
            <a:extLst>
              <a:ext uri="{FF2B5EF4-FFF2-40B4-BE49-F238E27FC236}">
                <a16:creationId xmlns:a16="http://schemas.microsoft.com/office/drawing/2014/main" id="{3676A639-4D48-44AE-40CD-516A1B83484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1.7  </a:t>
            </a:r>
            <a:r>
              <a:rPr lang="zh-CN" altLang="en-US" b="1">
                <a:solidFill>
                  <a:srgbClr val="CC0000"/>
                </a:solidFill>
              </a:rPr>
              <a:t>储蓄的跨国比较</a:t>
            </a:r>
          </a:p>
        </p:txBody>
      </p:sp>
      <p:sp>
        <p:nvSpPr>
          <p:cNvPr id="449539" name="Rectangle 3">
            <a:extLst>
              <a:ext uri="{FF2B5EF4-FFF2-40B4-BE49-F238E27FC236}">
                <a16:creationId xmlns:a16="http://schemas.microsoft.com/office/drawing/2014/main" id="{E36C672D-0867-5E3A-FE50-9322A2D73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9540" name="Rectangle 4">
            <a:extLst>
              <a:ext uri="{FF2B5EF4-FFF2-40B4-BE49-F238E27FC236}">
                <a16:creationId xmlns:a16="http://schemas.microsoft.com/office/drawing/2014/main" id="{6656B3FB-0DF7-1ABC-B160-879A3E5E9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676400"/>
            <a:ext cx="8229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从全球范围看，经济体的储蓄率存在较大差异</a:t>
            </a:r>
            <a:endParaRPr lang="zh-CN" altLang="en-US" sz="2400">
              <a:effectLst/>
            </a:endParaRPr>
          </a:p>
        </p:txBody>
      </p:sp>
      <p:sp>
        <p:nvSpPr>
          <p:cNvPr id="449541" name="Rectangle 5">
            <a:extLst>
              <a:ext uri="{FF2B5EF4-FFF2-40B4-BE49-F238E27FC236}">
                <a16:creationId xmlns:a16="http://schemas.microsoft.com/office/drawing/2014/main" id="{98BA4E41-74BD-02CB-2650-629642480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667000"/>
            <a:ext cx="31242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400">
                <a:effectLst/>
              </a:rPr>
              <a:t>在上个世纪</a:t>
            </a:r>
            <a:r>
              <a:rPr lang="en-US" altLang="zh-CN" sz="2400">
                <a:effectLst/>
              </a:rPr>
              <a:t>80</a:t>
            </a:r>
            <a:r>
              <a:rPr lang="zh-CN" altLang="en-US" sz="2400">
                <a:effectLst/>
              </a:rPr>
              <a:t>年代，平均而言，新加坡、日本、韩国和马来西亚等经济体的储蓄率最高。</a:t>
            </a:r>
          </a:p>
          <a:p>
            <a:pPr lvl="1"/>
            <a:r>
              <a:rPr lang="zh-CN" altLang="en-US" sz="2400">
                <a:effectLst/>
              </a:rPr>
              <a:t>目前还没有公认的理论解释为什么存在这么大差异。</a:t>
            </a:r>
          </a:p>
        </p:txBody>
      </p:sp>
      <p:graphicFrame>
        <p:nvGraphicFramePr>
          <p:cNvPr id="449545" name="Object 9">
            <a:extLst>
              <a:ext uri="{FF2B5EF4-FFF2-40B4-BE49-F238E27FC236}">
                <a16:creationId xmlns:a16="http://schemas.microsoft.com/office/drawing/2014/main" id="{4ACCFE13-700B-131B-12CC-6D869C8A7A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2514600"/>
          <a:ext cx="54864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96305" imgH="4067556" progId="MSGraph.Chart.8">
                  <p:embed followColorScheme="full"/>
                </p:oleObj>
              </mc:Choice>
              <mc:Fallback>
                <p:oleObj name="Chart" r:id="rId2" imgW="6096305" imgH="4067556" progId="MSGraph.Chart.8">
                  <p:embed followColorScheme="full"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514600"/>
                        <a:ext cx="5486400" cy="406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49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9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5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49545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5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49545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49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38" grpId="0" autoUpdateAnimBg="0"/>
      <p:bldP spid="449540" grpId="0" autoUpdateAnimBg="0"/>
      <p:bldP spid="449541" grpId="0" autoUpdateAnimBg="0"/>
      <p:bldOleChart spid="449545" grpId="0" bld="series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2">
            <a:extLst>
              <a:ext uri="{FF2B5EF4-FFF2-40B4-BE49-F238E27FC236}">
                <a16:creationId xmlns:a16="http://schemas.microsoft.com/office/drawing/2014/main" id="{D115E00A-3B36-764D-1B30-EBFFBEB21CD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2.1 </a:t>
            </a:r>
            <a:r>
              <a:rPr lang="zh-CN" altLang="en-US" b="1">
                <a:solidFill>
                  <a:srgbClr val="CC0000"/>
                </a:solidFill>
              </a:rPr>
              <a:t>政府的消费（支出）</a:t>
            </a:r>
          </a:p>
        </p:txBody>
      </p:sp>
      <p:sp>
        <p:nvSpPr>
          <p:cNvPr id="446467" name="Rectangle 3">
            <a:extLst>
              <a:ext uri="{FF2B5EF4-FFF2-40B4-BE49-F238E27FC236}">
                <a16:creationId xmlns:a16="http://schemas.microsoft.com/office/drawing/2014/main" id="{2FBCBBAE-1F79-1D30-DECE-068CCF99A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6468" name="Rectangle 4">
            <a:extLst>
              <a:ext uri="{FF2B5EF4-FFF2-40B4-BE49-F238E27FC236}">
                <a16:creationId xmlns:a16="http://schemas.microsoft.com/office/drawing/2014/main" id="{29656B5C-D9F4-F63E-8BCD-A7B1E133F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447800"/>
            <a:ext cx="4495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政府的开支</a:t>
            </a:r>
          </a:p>
          <a:p>
            <a:pPr lvl="1"/>
            <a:r>
              <a:rPr lang="zh-CN" altLang="en-US" sz="2000">
                <a:effectLst/>
              </a:rPr>
              <a:t>采购商品和劳务的支出</a:t>
            </a:r>
          </a:p>
          <a:p>
            <a:pPr lvl="1"/>
            <a:r>
              <a:rPr lang="zh-CN" altLang="en-US" sz="2000">
                <a:effectLst/>
              </a:rPr>
              <a:t>转移支付</a:t>
            </a:r>
          </a:p>
        </p:txBody>
      </p:sp>
      <p:graphicFrame>
        <p:nvGraphicFramePr>
          <p:cNvPr id="446472" name="Object 8">
            <a:extLst>
              <a:ext uri="{FF2B5EF4-FFF2-40B4-BE49-F238E27FC236}">
                <a16:creationId xmlns:a16="http://schemas.microsoft.com/office/drawing/2014/main" id="{97ECA1C1-9AAD-D732-6636-9183380941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3505200"/>
          <a:ext cx="4124325" cy="276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86856" imgH="4077005" progId="MSGraph.Chart.8">
                  <p:embed followColorScheme="full"/>
                </p:oleObj>
              </mc:Choice>
              <mc:Fallback>
                <p:oleObj name="Chart" r:id="rId2" imgW="6086856" imgH="4077005" progId="MSGraph.Chart.8">
                  <p:embed followColorScheme="full"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3505200"/>
                        <a:ext cx="4124325" cy="276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6474" name="Object 10">
            <a:extLst>
              <a:ext uri="{FF2B5EF4-FFF2-40B4-BE49-F238E27FC236}">
                <a16:creationId xmlns:a16="http://schemas.microsoft.com/office/drawing/2014/main" id="{E47A112E-17A8-BEA5-0F0F-B966D49600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2257425"/>
          <a:ext cx="4724400" cy="406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6096305" imgH="4067556" progId="MSGraph.Chart.8">
                  <p:embed followColorScheme="full"/>
                </p:oleObj>
              </mc:Choice>
              <mc:Fallback>
                <p:oleObj name="Chart" r:id="rId4" imgW="6096305" imgH="4067556" progId="MSGraph.Chart.8">
                  <p:embed followColorScheme="full"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257425"/>
                        <a:ext cx="4724400" cy="406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4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2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46472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2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46472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2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46472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4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46474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4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46474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4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46474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4">
                                            <p:oleChartEl type="series" lvl="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446474">
                                            <p:oleChartEl type="series" lvl="3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4">
                                            <p:oleChartEl type="series" lvl="4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446474">
                                            <p:oleChartEl type="series" lvl="4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4">
                                            <p:oleChartEl type="series" lvl="5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446474">
                                            <p:oleChartEl type="series" lvl="5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4">
                                            <p:oleChartEl type="series" lvl="6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446474">
                                            <p:oleChartEl type="series" lvl="6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4">
                                            <p:oleChartEl type="series" lvl="7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446474">
                                            <p:oleChartEl type="series" lvl="7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4">
                                            <p:oleChartEl type="series" lvl="8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446474">
                                            <p:oleChartEl type="series" lvl="8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74">
                                            <p:oleChartEl type="series" lvl="9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446474">
                                            <p:oleChartEl type="series" lvl="9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466" grpId="0" autoUpdateAnimBg="0"/>
      <p:bldP spid="446468" grpId="0" autoUpdateAnimBg="0"/>
      <p:bldOleChart spid="446472" grpId="0" bld="series"/>
      <p:bldOleChart spid="446474" grpId="0" bld="series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>
            <a:extLst>
              <a:ext uri="{FF2B5EF4-FFF2-40B4-BE49-F238E27FC236}">
                <a16:creationId xmlns:a16="http://schemas.microsoft.com/office/drawing/2014/main" id="{CCAD42FC-36B4-1156-E4ED-608CBA66C5F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2.2 </a:t>
            </a:r>
            <a:r>
              <a:rPr lang="zh-CN" altLang="en-US" b="1">
                <a:solidFill>
                  <a:srgbClr val="CC0000"/>
                </a:solidFill>
              </a:rPr>
              <a:t>政府的收入</a:t>
            </a:r>
          </a:p>
        </p:txBody>
      </p:sp>
      <p:sp>
        <p:nvSpPr>
          <p:cNvPr id="447491" name="Rectangle 3">
            <a:extLst>
              <a:ext uri="{FF2B5EF4-FFF2-40B4-BE49-F238E27FC236}">
                <a16:creationId xmlns:a16="http://schemas.microsoft.com/office/drawing/2014/main" id="{138D7BE4-A42D-8CCF-3551-C5100BD2A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7493" name="Rectangle 5">
            <a:extLst>
              <a:ext uri="{FF2B5EF4-FFF2-40B4-BE49-F238E27FC236}">
                <a16:creationId xmlns:a16="http://schemas.microsoft.com/office/drawing/2014/main" id="{F1F2F7FE-8418-8CA4-C56F-27830B625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600200"/>
            <a:ext cx="4114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我国政府收入的来源</a:t>
            </a:r>
            <a:endParaRPr lang="zh-CN" altLang="en-US" sz="2400">
              <a:effectLst/>
            </a:endParaRPr>
          </a:p>
        </p:txBody>
      </p:sp>
      <p:graphicFrame>
        <p:nvGraphicFramePr>
          <p:cNvPr id="447494" name="Object 6">
            <a:extLst>
              <a:ext uri="{FF2B5EF4-FFF2-40B4-BE49-F238E27FC236}">
                <a16:creationId xmlns:a16="http://schemas.microsoft.com/office/drawing/2014/main" id="{72070881-D157-0CC8-A039-088317E55A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3352800"/>
          <a:ext cx="4124325" cy="276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6086856" imgH="4077005" progId="MSGraph.Chart.8">
                  <p:embed followColorScheme="full"/>
                </p:oleObj>
              </mc:Choice>
              <mc:Fallback>
                <p:oleObj name="Chart" r:id="rId2" imgW="6086856" imgH="4077005" progId="MSGraph.Chart.8">
                  <p:embed followColorScheme="full"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352800"/>
                        <a:ext cx="4124325" cy="276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7495" name="Object 7">
            <a:extLst>
              <a:ext uri="{FF2B5EF4-FFF2-40B4-BE49-F238E27FC236}">
                <a16:creationId xmlns:a16="http://schemas.microsoft.com/office/drawing/2014/main" id="{412A0F7A-BBCB-24DF-BE98-CFAF08DB0D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76725" y="2895600"/>
          <a:ext cx="4867275" cy="367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4" imgW="6086856" imgH="4077005" progId="MSGraph.Chart.8">
                  <p:embed followColorScheme="full"/>
                </p:oleObj>
              </mc:Choice>
              <mc:Fallback>
                <p:oleObj name="Chart" r:id="rId4" imgW="6086856" imgH="4077005" progId="MSGraph.Chart.8">
                  <p:embed followColorScheme="full"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6725" y="2895600"/>
                        <a:ext cx="4867275" cy="367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47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7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4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47494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4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47494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4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47494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47495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47495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47495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495">
                                            <p:oleChartEl type="series" lvl="3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447495">
                                            <p:oleChartEl type="series" lvl="3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490" grpId="0" autoUpdateAnimBg="0"/>
      <p:bldP spid="447493" grpId="0" autoUpdateAnimBg="0"/>
      <p:bldOleChart spid="447494" grpId="0" bld="series"/>
      <p:bldOleChart spid="447495" grpId="0" bld="series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>
            <a:extLst>
              <a:ext uri="{FF2B5EF4-FFF2-40B4-BE49-F238E27FC236}">
                <a16:creationId xmlns:a16="http://schemas.microsoft.com/office/drawing/2014/main" id="{72F73F50-4524-266B-23E3-B2528E5880A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2.2 </a:t>
            </a:r>
            <a:r>
              <a:rPr lang="zh-CN" altLang="en-US" b="1">
                <a:solidFill>
                  <a:srgbClr val="CC0000"/>
                </a:solidFill>
              </a:rPr>
              <a:t>政府的赤字</a:t>
            </a:r>
          </a:p>
        </p:txBody>
      </p:sp>
      <p:sp>
        <p:nvSpPr>
          <p:cNvPr id="448515" name="Rectangle 3">
            <a:extLst>
              <a:ext uri="{FF2B5EF4-FFF2-40B4-BE49-F238E27FC236}">
                <a16:creationId xmlns:a16="http://schemas.microsoft.com/office/drawing/2014/main" id="{A0CC1980-8E1D-531D-A542-EE8DE5FB4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8516" name="Rectangle 4">
            <a:extLst>
              <a:ext uri="{FF2B5EF4-FFF2-40B4-BE49-F238E27FC236}">
                <a16:creationId xmlns:a16="http://schemas.microsoft.com/office/drawing/2014/main" id="{A3AF51D4-E389-1D35-E5C0-B19E6A3DA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676400"/>
            <a:ext cx="76200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政府赤字＝基本赤字</a:t>
            </a:r>
            <a:r>
              <a:rPr lang="en-US" altLang="zh-CN" sz="2800">
                <a:effectLst/>
              </a:rPr>
              <a:t>+</a:t>
            </a:r>
            <a:r>
              <a:rPr lang="zh-CN" altLang="en-US" sz="2800">
                <a:effectLst/>
              </a:rPr>
              <a:t>利息支出</a:t>
            </a:r>
          </a:p>
          <a:p>
            <a:pPr lvl="1"/>
            <a:r>
              <a:rPr lang="zh-CN" altLang="en-US" sz="2000">
                <a:effectLst/>
              </a:rPr>
              <a:t>基本赤字：不包括利息在内的政府全部支出减去全部收入</a:t>
            </a:r>
          </a:p>
        </p:txBody>
      </p:sp>
      <p:sp>
        <p:nvSpPr>
          <p:cNvPr id="448517" name="Rectangle 5">
            <a:extLst>
              <a:ext uri="{FF2B5EF4-FFF2-40B4-BE49-F238E27FC236}">
                <a16:creationId xmlns:a16="http://schemas.microsoft.com/office/drawing/2014/main" id="{44C9E5E7-59A3-3320-E792-96BF8BD7F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343400"/>
            <a:ext cx="7315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通货膨胀对政府赤字有什么影响？</a:t>
            </a:r>
            <a:endParaRPr lang="zh-CN" altLang="en-US" sz="2400">
              <a:effectLst/>
            </a:endParaRPr>
          </a:p>
        </p:txBody>
      </p:sp>
      <p:sp>
        <p:nvSpPr>
          <p:cNvPr id="448518" name="Rectangle 6">
            <a:extLst>
              <a:ext uri="{FF2B5EF4-FFF2-40B4-BE49-F238E27FC236}">
                <a16:creationId xmlns:a16="http://schemas.microsoft.com/office/drawing/2014/main" id="{ED8BFBDC-E4D4-6B67-E285-0C1A7250E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895600"/>
            <a:ext cx="76200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effectLst/>
              </a:rPr>
              <a:t>政府赤字＝结构性赤字</a:t>
            </a:r>
            <a:r>
              <a:rPr lang="en-US" altLang="zh-CN" sz="2800">
                <a:effectLst/>
              </a:rPr>
              <a:t>+</a:t>
            </a:r>
            <a:r>
              <a:rPr lang="zh-CN" altLang="en-US" sz="2800">
                <a:effectLst/>
              </a:rPr>
              <a:t>周期性赤字</a:t>
            </a:r>
          </a:p>
          <a:p>
            <a:pPr lvl="1"/>
            <a:r>
              <a:rPr lang="zh-CN" altLang="en-US" sz="2000">
                <a:effectLst/>
              </a:rPr>
              <a:t>结构性赤字：经济体处于充分就业时的政府赤字。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48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8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4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48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4" grpId="0" autoUpdateAnimBg="0"/>
      <p:bldP spid="448516" grpId="0" autoUpdateAnimBg="0"/>
      <p:bldP spid="448517" grpId="0" autoUpdateAnimBg="0"/>
      <p:bldP spid="448518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>
            <a:extLst>
              <a:ext uri="{FF2B5EF4-FFF2-40B4-BE49-F238E27FC236}">
                <a16:creationId xmlns:a16="http://schemas.microsoft.com/office/drawing/2014/main" id="{92EE5ABE-A649-2AAB-A250-31FA98A886E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2.2 </a:t>
            </a:r>
            <a:r>
              <a:rPr lang="zh-CN" altLang="en-US" b="1">
                <a:solidFill>
                  <a:srgbClr val="CC0000"/>
                </a:solidFill>
              </a:rPr>
              <a:t>政府的规模</a:t>
            </a:r>
          </a:p>
        </p:txBody>
      </p:sp>
      <p:sp>
        <p:nvSpPr>
          <p:cNvPr id="450563" name="Rectangle 3">
            <a:extLst>
              <a:ext uri="{FF2B5EF4-FFF2-40B4-BE49-F238E27FC236}">
                <a16:creationId xmlns:a16="http://schemas.microsoft.com/office/drawing/2014/main" id="{46F12099-3E76-2A8D-2215-02A4E046C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0564" name="Rectangle 4">
            <a:extLst>
              <a:ext uri="{FF2B5EF4-FFF2-40B4-BE49-F238E27FC236}">
                <a16:creationId xmlns:a16="http://schemas.microsoft.com/office/drawing/2014/main" id="{DB21205B-0FBD-5BB3-70EA-FE7429241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143000"/>
            <a:ext cx="8763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effectLst/>
              </a:rPr>
              <a:t>近年来，政府在</a:t>
            </a:r>
            <a:r>
              <a:rPr lang="en-US" altLang="zh-CN">
                <a:effectLst/>
              </a:rPr>
              <a:t>GDP</a:t>
            </a:r>
            <a:r>
              <a:rPr lang="zh-CN" altLang="en-US">
                <a:effectLst/>
              </a:rPr>
              <a:t>中日益增长的份额是一个世界性潮流。</a:t>
            </a:r>
          </a:p>
        </p:txBody>
      </p:sp>
      <p:pic>
        <p:nvPicPr>
          <p:cNvPr id="450567" name="Picture 7">
            <a:extLst>
              <a:ext uri="{FF2B5EF4-FFF2-40B4-BE49-F238E27FC236}">
                <a16:creationId xmlns:a16="http://schemas.microsoft.com/office/drawing/2014/main" id="{46C3DB60-BB5F-D882-CFEB-D3C245556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0"/>
            <a:ext cx="46482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50568" name="Object 8">
            <a:extLst>
              <a:ext uri="{FF2B5EF4-FFF2-40B4-BE49-F238E27FC236}">
                <a16:creationId xmlns:a16="http://schemas.microsoft.com/office/drawing/2014/main" id="{B36A9495-8CDC-032D-B642-CC04A892A0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2514600"/>
          <a:ext cx="4343400" cy="337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6086856" imgH="4077005" progId="MSGraph.Chart.8">
                  <p:embed followColorScheme="full"/>
                </p:oleObj>
              </mc:Choice>
              <mc:Fallback>
                <p:oleObj name="Chart" r:id="rId3" imgW="6086856" imgH="4077005" progId="MSGraph.Chart.8">
                  <p:embed followColorScheme="full"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514600"/>
                        <a:ext cx="4343400" cy="337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69" name="Rectangle 9">
            <a:extLst>
              <a:ext uri="{FF2B5EF4-FFF2-40B4-BE49-F238E27FC236}">
                <a16:creationId xmlns:a16="http://schemas.microsoft.com/office/drawing/2014/main" id="{0B2C8A75-DD08-35CB-0FC4-105EC3CEF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172200"/>
            <a:ext cx="8763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>
                <a:effectLst/>
              </a:rPr>
              <a:t>政府的规模到底应该多大？仍然是没有答案。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50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0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05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05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8">
                                            <p:oleChartEl type="gridLegend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50568">
                                            <p:oleChartEl type="gridLegend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8">
                                            <p:oleChartEl type="series" lvl="1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450568">
                                            <p:oleChartEl type="series" lvl="1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8">
                                            <p:oleChartEl type="series" lvl="2"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450568">
                                            <p:oleChartEl type="series" lvl="2"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450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62" grpId="0" autoUpdateAnimBg="0"/>
      <p:bldP spid="450564" grpId="0" autoUpdateAnimBg="0"/>
      <p:bldOleChart spid="450568" grpId="0" bld="series"/>
      <p:bldP spid="45056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>
            <a:extLst>
              <a:ext uri="{FF2B5EF4-FFF2-40B4-BE49-F238E27FC236}">
                <a16:creationId xmlns:a16="http://schemas.microsoft.com/office/drawing/2014/main" id="{B739A6B6-84AD-D972-19B3-1C278E35ADF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3.0 Barro</a:t>
            </a:r>
            <a:r>
              <a:rPr lang="zh-CN" altLang="en-US" b="1">
                <a:solidFill>
                  <a:srgbClr val="CC0000"/>
                </a:solidFill>
              </a:rPr>
              <a:t>－</a:t>
            </a:r>
            <a:r>
              <a:rPr lang="en-US" altLang="zh-CN" b="1">
                <a:solidFill>
                  <a:srgbClr val="CC0000"/>
                </a:solidFill>
              </a:rPr>
              <a:t>Ricardo</a:t>
            </a:r>
            <a:r>
              <a:rPr lang="zh-CN" altLang="en-US" b="1">
                <a:solidFill>
                  <a:srgbClr val="CC0000"/>
                </a:solidFill>
              </a:rPr>
              <a:t>等价的提出</a:t>
            </a:r>
          </a:p>
        </p:txBody>
      </p:sp>
      <p:sp>
        <p:nvSpPr>
          <p:cNvPr id="451587" name="Rectangle 3">
            <a:extLst>
              <a:ext uri="{FF2B5EF4-FFF2-40B4-BE49-F238E27FC236}">
                <a16:creationId xmlns:a16="http://schemas.microsoft.com/office/drawing/2014/main" id="{34191E64-93B3-7638-22A7-0A58139D0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1588" name="Rectangle 4">
            <a:extLst>
              <a:ext uri="{FF2B5EF4-FFF2-40B4-BE49-F238E27FC236}">
                <a16:creationId xmlns:a16="http://schemas.microsoft.com/office/drawing/2014/main" id="{4DAAB286-F45E-9474-620D-1A0E4A35B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143000"/>
            <a:ext cx="8763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tx2"/>
                </a:solidFill>
                <a:effectLst/>
              </a:rPr>
              <a:t>政府发行的债券是财富吗？国债和税收有什么区别？</a:t>
            </a:r>
          </a:p>
        </p:txBody>
      </p:sp>
      <p:grpSp>
        <p:nvGrpSpPr>
          <p:cNvPr id="451594" name="Group 10">
            <a:extLst>
              <a:ext uri="{FF2B5EF4-FFF2-40B4-BE49-F238E27FC236}">
                <a16:creationId xmlns:a16="http://schemas.microsoft.com/office/drawing/2014/main" id="{4A6C4C2C-9BF8-9DB1-073B-C78497347700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352800"/>
            <a:ext cx="3802063" cy="3352800"/>
            <a:chOff x="384" y="1680"/>
            <a:chExt cx="2395" cy="2112"/>
          </a:xfrm>
        </p:grpSpPr>
        <p:pic>
          <p:nvPicPr>
            <p:cNvPr id="451592" name="Picture 8">
              <a:extLst>
                <a:ext uri="{FF2B5EF4-FFF2-40B4-BE49-F238E27FC236}">
                  <a16:creationId xmlns:a16="http://schemas.microsoft.com/office/drawing/2014/main" id="{CAF422C5-38CA-F835-961E-3BDE9E66E4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36" y="1680"/>
              <a:ext cx="1243" cy="21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1593" name="Rectangle 9">
              <a:extLst>
                <a:ext uri="{FF2B5EF4-FFF2-40B4-BE49-F238E27FC236}">
                  <a16:creationId xmlns:a16="http://schemas.microsoft.com/office/drawing/2014/main" id="{7D6E4532-9CDD-9B37-12B2-E9594E193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790"/>
              <a:ext cx="1008" cy="18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6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1772-1823</a:t>
              </a:r>
            </a:p>
            <a:p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前半生：成功的商人</a:t>
              </a:r>
            </a:p>
            <a:p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后半生：伟大的经济学家</a:t>
              </a:r>
            </a:p>
            <a:p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贸易理论</a:t>
              </a:r>
            </a:p>
            <a:p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流动价值论</a:t>
              </a:r>
            </a:p>
            <a:p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边际递减规律</a:t>
              </a:r>
            </a:p>
          </p:txBody>
        </p:sp>
      </p:grpSp>
      <p:grpSp>
        <p:nvGrpSpPr>
          <p:cNvPr id="451597" name="Group 13">
            <a:extLst>
              <a:ext uri="{FF2B5EF4-FFF2-40B4-BE49-F238E27FC236}">
                <a16:creationId xmlns:a16="http://schemas.microsoft.com/office/drawing/2014/main" id="{143F5401-CAA3-90F0-DB80-8A6217A891B4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3429000"/>
            <a:ext cx="4191000" cy="3327400"/>
            <a:chOff x="3120" y="1680"/>
            <a:chExt cx="2640" cy="2096"/>
          </a:xfrm>
        </p:grpSpPr>
        <p:pic>
          <p:nvPicPr>
            <p:cNvPr id="451595" name="Picture 11">
              <a:extLst>
                <a:ext uri="{FF2B5EF4-FFF2-40B4-BE49-F238E27FC236}">
                  <a16:creationId xmlns:a16="http://schemas.microsoft.com/office/drawing/2014/main" id="{0095DF3F-F2E3-F6E3-139E-480817E331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4" y="1680"/>
              <a:ext cx="1386" cy="20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1596" name="Rectangle 12">
              <a:extLst>
                <a:ext uri="{FF2B5EF4-FFF2-40B4-BE49-F238E27FC236}">
                  <a16:creationId xmlns:a16="http://schemas.microsoft.com/office/drawing/2014/main" id="{D277552A-1392-8BF8-1266-28083ACA4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728"/>
              <a:ext cx="1152" cy="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1944-</a:t>
              </a:r>
            </a:p>
            <a:p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苦候诺贝尔经济学奖的宏观经济学加</a:t>
              </a:r>
            </a:p>
            <a:p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非</a:t>
              </a: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Walras</a:t>
              </a:r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均衡理论</a:t>
              </a:r>
            </a:p>
            <a:p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李嘉图等价假说</a:t>
              </a:r>
            </a:p>
            <a:p>
              <a:r>
                <a:rPr lang="zh-CN" altLang="en-US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新增长理论（趋同分析）</a:t>
              </a:r>
            </a:p>
          </p:txBody>
        </p:sp>
      </p:grpSp>
      <p:sp>
        <p:nvSpPr>
          <p:cNvPr id="451598" name="Rectangle 14">
            <a:extLst>
              <a:ext uri="{FF2B5EF4-FFF2-40B4-BE49-F238E27FC236}">
                <a16:creationId xmlns:a16="http://schemas.microsoft.com/office/drawing/2014/main" id="{05E452D3-A7E2-203F-B8A3-03C20A88D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8763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effectLst/>
              </a:rPr>
              <a:t>李嘉图等价，是</a:t>
            </a:r>
            <a:r>
              <a:rPr lang="en-US" altLang="zh-CN">
                <a:effectLst/>
              </a:rPr>
              <a:t>Barro</a:t>
            </a:r>
            <a:r>
              <a:rPr lang="zh-CN" altLang="en-US">
                <a:effectLst/>
              </a:rPr>
              <a:t>（</a:t>
            </a:r>
            <a:r>
              <a:rPr lang="en-US" altLang="zh-CN">
                <a:effectLst/>
              </a:rPr>
              <a:t>1974</a:t>
            </a:r>
            <a:r>
              <a:rPr lang="zh-CN" altLang="en-US">
                <a:effectLst/>
              </a:rPr>
              <a:t>）提出的，是指政府债券非净财富。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5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1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1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51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51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51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86" grpId="0" autoUpdateAnimBg="0"/>
      <p:bldP spid="451588" grpId="0" autoUpdateAnimBg="0"/>
      <p:bldP spid="45159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2">
            <a:extLst>
              <a:ext uri="{FF2B5EF4-FFF2-40B4-BE49-F238E27FC236}">
                <a16:creationId xmlns:a16="http://schemas.microsoft.com/office/drawing/2014/main" id="{FE4C412C-227F-3DB7-2C8E-0C1245C5C9C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3.1 Barro</a:t>
            </a:r>
            <a:r>
              <a:rPr lang="zh-CN" altLang="en-US" b="1">
                <a:solidFill>
                  <a:srgbClr val="CC0000"/>
                </a:solidFill>
              </a:rPr>
              <a:t>－</a:t>
            </a:r>
            <a:r>
              <a:rPr lang="en-US" altLang="zh-CN" b="1">
                <a:solidFill>
                  <a:srgbClr val="CC0000"/>
                </a:solidFill>
              </a:rPr>
              <a:t>Ricardo</a:t>
            </a:r>
            <a:r>
              <a:rPr lang="zh-CN" altLang="en-US" b="1">
                <a:solidFill>
                  <a:srgbClr val="CC0000"/>
                </a:solidFill>
              </a:rPr>
              <a:t>等价的内涵</a:t>
            </a:r>
          </a:p>
        </p:txBody>
      </p:sp>
      <p:sp>
        <p:nvSpPr>
          <p:cNvPr id="452611" name="Rectangle 3">
            <a:extLst>
              <a:ext uri="{FF2B5EF4-FFF2-40B4-BE49-F238E27FC236}">
                <a16:creationId xmlns:a16="http://schemas.microsoft.com/office/drawing/2014/main" id="{2EA8EF1B-CE45-58B0-F59B-F57F915CD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2612" name="Rectangle 4">
            <a:extLst>
              <a:ext uri="{FF2B5EF4-FFF2-40B4-BE49-F238E27FC236}">
                <a16:creationId xmlns:a16="http://schemas.microsoft.com/office/drawing/2014/main" id="{35AE9978-B80D-C658-20A9-54BC13665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143000"/>
            <a:ext cx="495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tx2"/>
                </a:solidFill>
                <a:effectLst/>
              </a:rPr>
              <a:t>政府债券非净财富</a:t>
            </a:r>
          </a:p>
        </p:txBody>
      </p:sp>
      <p:sp>
        <p:nvSpPr>
          <p:cNvPr id="452619" name="Rectangle 11">
            <a:extLst>
              <a:ext uri="{FF2B5EF4-FFF2-40B4-BE49-F238E27FC236}">
                <a16:creationId xmlns:a16="http://schemas.microsoft.com/office/drawing/2014/main" id="{48419816-F30E-61D9-954E-A14DF02C0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905000"/>
            <a:ext cx="8763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>
                <a:effectLst/>
              </a:rPr>
              <a:t>背后逻辑</a:t>
            </a:r>
            <a:r>
              <a:rPr lang="zh-CN" altLang="en-US">
                <a:effectLst/>
                <a:sym typeface="Wingdings" panose="05000000000000000000" pitchFamily="2" charset="2"/>
              </a:rPr>
              <a:t>（预算约束没有发生变化）</a:t>
            </a:r>
            <a:r>
              <a:rPr lang="zh-CN" altLang="en-US">
                <a:effectLst/>
              </a:rPr>
              <a:t>理性的消费者把债券视为可预期的将来税收，因此消费不变，储蓄增加，恰好弥补赤字。</a:t>
            </a:r>
          </a:p>
        </p:txBody>
      </p:sp>
      <p:sp>
        <p:nvSpPr>
          <p:cNvPr id="452620" name="Rectangle 12">
            <a:extLst>
              <a:ext uri="{FF2B5EF4-FFF2-40B4-BE49-F238E27FC236}">
                <a16:creationId xmlns:a16="http://schemas.microsoft.com/office/drawing/2014/main" id="{543E0EF7-527D-4EFE-F988-1BCC68A5E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29000"/>
            <a:ext cx="4648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000">
                <a:effectLst/>
              </a:rPr>
              <a:t>考虑一个两代人的经济，父母给子女遗产；其预算约束线为</a:t>
            </a:r>
          </a:p>
        </p:txBody>
      </p:sp>
      <p:graphicFrame>
        <p:nvGraphicFramePr>
          <p:cNvPr id="452621" name="Object 13">
            <a:extLst>
              <a:ext uri="{FF2B5EF4-FFF2-40B4-BE49-F238E27FC236}">
                <a16:creationId xmlns:a16="http://schemas.microsoft.com/office/drawing/2014/main" id="{4E2BD980-1F77-09C3-9F4A-682513E5E0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3384550"/>
          <a:ext cx="44196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76160" imgH="393480" progId="Equation.DSMT4">
                  <p:embed/>
                </p:oleObj>
              </mc:Choice>
              <mc:Fallback>
                <p:oleObj name="Equation" r:id="rId2" imgW="1676160" imgH="3934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384550"/>
                        <a:ext cx="441960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2622" name="Rectangle 14">
            <a:extLst>
              <a:ext uri="{FF2B5EF4-FFF2-40B4-BE49-F238E27FC236}">
                <a16:creationId xmlns:a16="http://schemas.microsoft.com/office/drawing/2014/main" id="{B57227D0-60C1-C52C-5E5F-03663DEF2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876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038" rIns="0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2000">
                <a:effectLst/>
              </a:rPr>
              <a:t>现在假定政府对当代人不征税，借款（等于</a:t>
            </a:r>
            <a:r>
              <a:rPr lang="en-US" altLang="zh-CN" sz="2000">
                <a:effectLst/>
              </a:rPr>
              <a:t>T</a:t>
            </a:r>
            <a:r>
              <a:rPr lang="zh-CN" altLang="en-US" sz="2000">
                <a:effectLst/>
              </a:rPr>
              <a:t>），在下一代征税还债。这是预算约束线为</a:t>
            </a:r>
          </a:p>
        </p:txBody>
      </p:sp>
      <p:graphicFrame>
        <p:nvGraphicFramePr>
          <p:cNvPr id="452623" name="Object 15">
            <a:extLst>
              <a:ext uri="{FF2B5EF4-FFF2-40B4-BE49-F238E27FC236}">
                <a16:creationId xmlns:a16="http://schemas.microsoft.com/office/drawing/2014/main" id="{1D5D9917-2A1D-9BF1-F7DD-4F7EBE3CFE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5594350"/>
          <a:ext cx="572611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71520" imgH="393480" progId="Equation.DSMT4">
                  <p:embed/>
                </p:oleObj>
              </mc:Choice>
              <mc:Fallback>
                <p:oleObj name="Equation" r:id="rId4" imgW="2171520" imgH="39348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594350"/>
                        <a:ext cx="5726113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2624" name="Oval 16">
            <a:extLst>
              <a:ext uri="{FF2B5EF4-FFF2-40B4-BE49-F238E27FC236}">
                <a16:creationId xmlns:a16="http://schemas.microsoft.com/office/drawing/2014/main" id="{89A1EC78-94C7-D555-86A0-ABAD5F179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5562600"/>
            <a:ext cx="1295400" cy="5334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2625" name="Rectangle 17">
            <a:extLst>
              <a:ext uri="{FF2B5EF4-FFF2-40B4-BE49-F238E27FC236}">
                <a16:creationId xmlns:a16="http://schemas.microsoft.com/office/drawing/2014/main" id="{76403A2F-476A-E475-5A6E-6B6F30D42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5410200"/>
            <a:ext cx="21336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038" rIns="0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 sz="3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消费决策不变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52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2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2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52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52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52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452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526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526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452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5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610" grpId="0" autoUpdateAnimBg="0"/>
      <p:bldP spid="452612" grpId="0" autoUpdateAnimBg="0"/>
      <p:bldP spid="452619" grpId="0" autoUpdateAnimBg="0"/>
      <p:bldP spid="452620" grpId="0" autoUpdateAnimBg="0"/>
      <p:bldP spid="452622" grpId="0" autoUpdateAnimBg="0"/>
      <p:bldP spid="45262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>
            <a:extLst>
              <a:ext uri="{FF2B5EF4-FFF2-40B4-BE49-F238E27FC236}">
                <a16:creationId xmlns:a16="http://schemas.microsoft.com/office/drawing/2014/main" id="{EEEA60EB-6E3F-28B5-8ED3-60C3244256D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en-US" altLang="zh-CN" b="1">
                <a:solidFill>
                  <a:srgbClr val="CC0000"/>
                </a:solidFill>
              </a:rPr>
              <a:t>3.1 Barro</a:t>
            </a:r>
            <a:r>
              <a:rPr lang="zh-CN" altLang="en-US" b="1">
                <a:solidFill>
                  <a:srgbClr val="CC0000"/>
                </a:solidFill>
              </a:rPr>
              <a:t>－</a:t>
            </a:r>
            <a:r>
              <a:rPr lang="en-US" altLang="zh-CN" b="1">
                <a:solidFill>
                  <a:srgbClr val="CC0000"/>
                </a:solidFill>
              </a:rPr>
              <a:t>Ricardo</a:t>
            </a:r>
            <a:r>
              <a:rPr lang="zh-CN" altLang="en-US" b="1">
                <a:solidFill>
                  <a:srgbClr val="CC0000"/>
                </a:solidFill>
              </a:rPr>
              <a:t>等价的争议</a:t>
            </a:r>
          </a:p>
        </p:txBody>
      </p:sp>
      <p:sp>
        <p:nvSpPr>
          <p:cNvPr id="453635" name="Rectangle 3">
            <a:extLst>
              <a:ext uri="{FF2B5EF4-FFF2-40B4-BE49-F238E27FC236}">
                <a16:creationId xmlns:a16="http://schemas.microsoft.com/office/drawing/2014/main" id="{206319A1-7CE8-13B0-7CCD-29CFCB6AF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3636" name="Rectangle 4">
            <a:extLst>
              <a:ext uri="{FF2B5EF4-FFF2-40B4-BE49-F238E27FC236}">
                <a16:creationId xmlns:a16="http://schemas.microsoft.com/office/drawing/2014/main" id="{55D5BB03-3B5E-01B7-B5BA-6D61B894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143000"/>
            <a:ext cx="87630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tx2"/>
                </a:solidFill>
                <a:effectLst/>
              </a:rPr>
              <a:t>李嘉图等价假说引发了大量研究，也存在争论</a:t>
            </a:r>
          </a:p>
        </p:txBody>
      </p:sp>
      <p:sp>
        <p:nvSpPr>
          <p:cNvPr id="453637" name="Rectangle 5">
            <a:extLst>
              <a:ext uri="{FF2B5EF4-FFF2-40B4-BE49-F238E27FC236}">
                <a16:creationId xmlns:a16="http://schemas.microsoft.com/office/drawing/2014/main" id="{5BD8D257-3AEE-8186-BA56-8223CBE4C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057400"/>
            <a:ext cx="87630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r>
              <a:rPr lang="zh-CN" altLang="en-US">
                <a:effectLst/>
              </a:rPr>
              <a:t>人的生命是有限的，代际问题，跨代遗产是否有效？</a:t>
            </a:r>
          </a:p>
          <a:p>
            <a:pPr lvl="1"/>
            <a:r>
              <a:rPr lang="zh-CN" altLang="en-US">
                <a:effectLst/>
              </a:rPr>
              <a:t>缺乏远见</a:t>
            </a:r>
          </a:p>
          <a:p>
            <a:pPr lvl="1"/>
            <a:r>
              <a:rPr lang="zh-CN" altLang="en-US">
                <a:effectLst/>
              </a:rPr>
              <a:t>流动性约束问题</a:t>
            </a:r>
          </a:p>
        </p:txBody>
      </p:sp>
      <p:sp>
        <p:nvSpPr>
          <p:cNvPr id="453644" name="Rectangle 12">
            <a:extLst>
              <a:ext uri="{FF2B5EF4-FFF2-40B4-BE49-F238E27FC236}">
                <a16:creationId xmlns:a16="http://schemas.microsoft.com/office/drawing/2014/main" id="{9AC0545B-E95D-EE44-A2D1-D0DDE26A5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29200"/>
            <a:ext cx="876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endParaRPr lang="zh-CN" altLang="zh-CN">
              <a:effectLst/>
            </a:endParaRPr>
          </a:p>
        </p:txBody>
      </p:sp>
      <p:sp>
        <p:nvSpPr>
          <p:cNvPr id="453645" name="Rectangle 13">
            <a:extLst>
              <a:ext uri="{FF2B5EF4-FFF2-40B4-BE49-F238E27FC236}">
                <a16:creationId xmlns:a16="http://schemas.microsoft.com/office/drawing/2014/main" id="{68E2DD9C-4A20-AFC3-DC3E-AABBCE6DD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572000"/>
            <a:ext cx="876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effectLst/>
              </a:rPr>
              <a:t>问题还没有解决。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5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3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53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53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634" grpId="0" autoUpdateAnimBg="0"/>
      <p:bldP spid="453636" grpId="0" autoUpdateAnimBg="0"/>
      <p:bldP spid="453637" grpId="0" autoUpdateAnimBg="0"/>
      <p:bldP spid="453644" grpId="0" autoUpdateAnimBg="0"/>
      <p:bldP spid="45364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>
            <a:extLst>
              <a:ext uri="{FF2B5EF4-FFF2-40B4-BE49-F238E27FC236}">
                <a16:creationId xmlns:a16="http://schemas.microsoft.com/office/drawing/2014/main" id="{EB8AB27C-8635-BAA4-D6A9-2158B04861B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98450" y="76200"/>
            <a:ext cx="8540750" cy="1143000"/>
          </a:xfrm>
        </p:spPr>
        <p:txBody>
          <a:bodyPr/>
          <a:lstStyle/>
          <a:p>
            <a:r>
              <a:rPr lang="zh-CN" altLang="en-US" b="1">
                <a:solidFill>
                  <a:srgbClr val="CC0000"/>
                </a:solidFill>
              </a:rPr>
              <a:t>课后作业</a:t>
            </a:r>
          </a:p>
        </p:txBody>
      </p:sp>
      <p:sp>
        <p:nvSpPr>
          <p:cNvPr id="454659" name="Rectangle 3">
            <a:extLst>
              <a:ext uri="{FF2B5EF4-FFF2-40B4-BE49-F238E27FC236}">
                <a16:creationId xmlns:a16="http://schemas.microsoft.com/office/drawing/2014/main" id="{77A5C2DD-EB4C-0959-00BA-E385EF4BE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4661" name="Rectangle 5">
            <a:extLst>
              <a:ext uri="{FF2B5EF4-FFF2-40B4-BE49-F238E27FC236}">
                <a16:creationId xmlns:a16="http://schemas.microsoft.com/office/drawing/2014/main" id="{53CB42CC-B9DC-54AE-DF1F-74DE0D55F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057400"/>
            <a:ext cx="8763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effectLst/>
              </a:rPr>
              <a:t>第</a:t>
            </a:r>
            <a:r>
              <a:rPr lang="en-US" altLang="zh-CN">
                <a:effectLst/>
              </a:rPr>
              <a:t>322</a:t>
            </a:r>
            <a:r>
              <a:rPr lang="zh-CN" altLang="en-US">
                <a:effectLst/>
              </a:rPr>
              <a:t>页技术题中的</a:t>
            </a:r>
            <a:r>
              <a:rPr lang="en-US" altLang="zh-CN">
                <a:effectLst/>
              </a:rPr>
              <a:t>2</a:t>
            </a:r>
            <a:r>
              <a:rPr lang="zh-CN" altLang="en-US">
                <a:effectLst/>
              </a:rPr>
              <a:t>、</a:t>
            </a:r>
            <a:r>
              <a:rPr lang="en-US" altLang="zh-CN">
                <a:effectLst/>
              </a:rPr>
              <a:t>4</a:t>
            </a:r>
            <a:r>
              <a:rPr lang="zh-CN" altLang="en-US">
                <a:effectLst/>
              </a:rPr>
              <a:t>题</a:t>
            </a:r>
          </a:p>
          <a:p>
            <a:endParaRPr lang="zh-CN" altLang="en-US">
              <a:effectLst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>
              <a:effectLst/>
            </a:endParaRPr>
          </a:p>
        </p:txBody>
      </p:sp>
      <p:sp>
        <p:nvSpPr>
          <p:cNvPr id="454662" name="Rectangle 6">
            <a:extLst>
              <a:ext uri="{FF2B5EF4-FFF2-40B4-BE49-F238E27FC236}">
                <a16:creationId xmlns:a16="http://schemas.microsoft.com/office/drawing/2014/main" id="{4366D444-B2B8-DFC0-149D-BF807DCAE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29200"/>
            <a:ext cx="8763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 algn="l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hlink"/>
              </a:buClr>
              <a:buSzPct val="95000"/>
              <a:buFont typeface="Wingdings 2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tx2"/>
              </a:buClr>
              <a:buSzPct val="90000"/>
              <a:buFont typeface="Wingdings" panose="05000000000000000000" pitchFamily="2" charset="2"/>
              <a:buChar char="Ø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 2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/>
            <a:endParaRPr lang="zh-CN" altLang="zh-CN">
              <a:effectLst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454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4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4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4658" grpId="0" autoUpdateAnimBg="0"/>
      <p:bldP spid="454661" grpId="0" autoUpdateAnimBg="0"/>
      <p:bldP spid="454662" grpId="0" autoUpdateAnimBg="0"/>
    </p:bldLst>
  </p:timing>
</p:sld>
</file>

<file path=ppt/theme/theme1.xml><?xml version="1.0" encoding="utf-8"?>
<a:theme xmlns:a="http://schemas.openxmlformats.org/drawingml/2006/main" name="吉祥如意">
  <a:themeElements>
    <a:clrScheme name="吉祥如意 1">
      <a:dk1>
        <a:srgbClr val="000000"/>
      </a:dk1>
      <a:lt1>
        <a:srgbClr val="FFFFFF"/>
      </a:lt1>
      <a:dk2>
        <a:srgbClr val="E40000"/>
      </a:dk2>
      <a:lt2>
        <a:srgbClr val="DDDDDD"/>
      </a:lt2>
      <a:accent1>
        <a:srgbClr val="E1F4FF"/>
      </a:accent1>
      <a:accent2>
        <a:srgbClr val="FFE2C5"/>
      </a:accent2>
      <a:accent3>
        <a:srgbClr val="FFFFFF"/>
      </a:accent3>
      <a:accent4>
        <a:srgbClr val="000000"/>
      </a:accent4>
      <a:accent5>
        <a:srgbClr val="EEF8FF"/>
      </a:accent5>
      <a:accent6>
        <a:srgbClr val="E7CDB2"/>
      </a:accent6>
      <a:hlink>
        <a:srgbClr val="0066CC"/>
      </a:hlink>
      <a:folHlink>
        <a:srgbClr val="9F9FBF"/>
      </a:folHlink>
    </a:clrScheme>
    <a:fontScheme name="吉祥如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吉祥如意 1">
        <a:dk1>
          <a:srgbClr val="000000"/>
        </a:dk1>
        <a:lt1>
          <a:srgbClr val="FFFFFF"/>
        </a:lt1>
        <a:dk2>
          <a:srgbClr val="E40000"/>
        </a:dk2>
        <a:lt2>
          <a:srgbClr val="DDDDDD"/>
        </a:lt2>
        <a:accent1>
          <a:srgbClr val="E1F4FF"/>
        </a:accent1>
        <a:accent2>
          <a:srgbClr val="FFE2C5"/>
        </a:accent2>
        <a:accent3>
          <a:srgbClr val="FFFFFF"/>
        </a:accent3>
        <a:accent4>
          <a:srgbClr val="000000"/>
        </a:accent4>
        <a:accent5>
          <a:srgbClr val="EEF8FF"/>
        </a:accent5>
        <a:accent6>
          <a:srgbClr val="E7CDB2"/>
        </a:accent6>
        <a:hlink>
          <a:srgbClr val="0066CC"/>
        </a:hlink>
        <a:folHlink>
          <a:srgbClr val="9F9FB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2">
        <a:dk1>
          <a:srgbClr val="59582D"/>
        </a:dk1>
        <a:lt1>
          <a:srgbClr val="EAEAEA"/>
        </a:lt1>
        <a:dk2>
          <a:srgbClr val="666699"/>
        </a:dk2>
        <a:lt2>
          <a:srgbClr val="D9D9D9"/>
        </a:lt2>
        <a:accent1>
          <a:srgbClr val="CCECFF"/>
        </a:accent1>
        <a:accent2>
          <a:srgbClr val="B2D2C7"/>
        </a:accent2>
        <a:accent3>
          <a:srgbClr val="F3F3F3"/>
        </a:accent3>
        <a:accent4>
          <a:srgbClr val="4B4A25"/>
        </a:accent4>
        <a:accent5>
          <a:srgbClr val="E2F4FF"/>
        </a:accent5>
        <a:accent6>
          <a:srgbClr val="A1BEB4"/>
        </a:accent6>
        <a:hlink>
          <a:srgbClr val="993366"/>
        </a:hlink>
        <a:folHlink>
          <a:srgbClr val="92B9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3">
        <a:dk1>
          <a:srgbClr val="000099"/>
        </a:dk1>
        <a:lt1>
          <a:srgbClr val="FFFFCC"/>
        </a:lt1>
        <a:dk2>
          <a:srgbClr val="004000"/>
        </a:dk2>
        <a:lt2>
          <a:srgbClr val="FFD9B3"/>
        </a:lt2>
        <a:accent1>
          <a:srgbClr val="FFD9D9"/>
        </a:accent1>
        <a:accent2>
          <a:srgbClr val="DDDDDD"/>
        </a:accent2>
        <a:accent3>
          <a:srgbClr val="FFFFE2"/>
        </a:accent3>
        <a:accent4>
          <a:srgbClr val="000082"/>
        </a:accent4>
        <a:accent5>
          <a:srgbClr val="FFE9E9"/>
        </a:accent5>
        <a:accent6>
          <a:srgbClr val="C8C8C8"/>
        </a:accent6>
        <a:hlink>
          <a:srgbClr val="FF0000"/>
        </a:hlink>
        <a:folHlink>
          <a:srgbClr val="FFAB5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4">
        <a:dk1>
          <a:srgbClr val="000000"/>
        </a:dk1>
        <a:lt1>
          <a:srgbClr val="DCE8E2"/>
        </a:lt1>
        <a:dk2>
          <a:srgbClr val="0033CC"/>
        </a:dk2>
        <a:lt2>
          <a:srgbClr val="C4C4D8"/>
        </a:lt2>
        <a:accent1>
          <a:srgbClr val="FFFFFF"/>
        </a:accent1>
        <a:accent2>
          <a:srgbClr val="A9CFB1"/>
        </a:accent2>
        <a:accent3>
          <a:srgbClr val="EBF2EE"/>
        </a:accent3>
        <a:accent4>
          <a:srgbClr val="000000"/>
        </a:accent4>
        <a:accent5>
          <a:srgbClr val="FFFFFF"/>
        </a:accent5>
        <a:accent6>
          <a:srgbClr val="99BBA0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5">
        <a:dk1>
          <a:srgbClr val="606090"/>
        </a:dk1>
        <a:lt1>
          <a:srgbClr val="E5FFFF"/>
        </a:lt1>
        <a:dk2>
          <a:srgbClr val="0000CC"/>
        </a:dk2>
        <a:lt2>
          <a:srgbClr val="91DAFF"/>
        </a:lt2>
        <a:accent1>
          <a:srgbClr val="EAEAEA"/>
        </a:accent1>
        <a:accent2>
          <a:srgbClr val="FFE2C5"/>
        </a:accent2>
        <a:accent3>
          <a:srgbClr val="F0FFFF"/>
        </a:accent3>
        <a:accent4>
          <a:srgbClr val="51517A"/>
        </a:accent4>
        <a:accent5>
          <a:srgbClr val="F3F3F3"/>
        </a:accent5>
        <a:accent6>
          <a:srgbClr val="E7CDB2"/>
        </a:accent6>
        <a:hlink>
          <a:srgbClr val="000000"/>
        </a:hlink>
        <a:folHlink>
          <a:srgbClr val="3DB7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6">
        <a:dk1>
          <a:srgbClr val="CC0066"/>
        </a:dk1>
        <a:lt1>
          <a:srgbClr val="FFDDBB"/>
        </a:lt1>
        <a:dk2>
          <a:srgbClr val="000000"/>
        </a:dk2>
        <a:lt2>
          <a:srgbClr val="C0C0C0"/>
        </a:lt2>
        <a:accent1>
          <a:srgbClr val="FFFFCC"/>
        </a:accent1>
        <a:accent2>
          <a:srgbClr val="FFFFFF"/>
        </a:accent2>
        <a:accent3>
          <a:srgbClr val="FFEBDA"/>
        </a:accent3>
        <a:accent4>
          <a:srgbClr val="AE0056"/>
        </a:accent4>
        <a:accent5>
          <a:srgbClr val="FFFFE2"/>
        </a:accent5>
        <a:accent6>
          <a:srgbClr val="E7E7E7"/>
        </a:accent6>
        <a:hlink>
          <a:srgbClr val="0066CC"/>
        </a:hlink>
        <a:folHlink>
          <a:srgbClr val="8EB3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吉祥如意 7">
        <a:dk1>
          <a:srgbClr val="B60000"/>
        </a:dk1>
        <a:lt1>
          <a:srgbClr val="FFFF99"/>
        </a:lt1>
        <a:dk2>
          <a:srgbClr val="800000"/>
        </a:dk2>
        <a:lt2>
          <a:srgbClr val="FFFFFF"/>
        </a:lt2>
        <a:accent1>
          <a:srgbClr val="9888A4"/>
        </a:accent1>
        <a:accent2>
          <a:srgbClr val="A9335D"/>
        </a:accent2>
        <a:accent3>
          <a:srgbClr val="C0AAAA"/>
        </a:accent3>
        <a:accent4>
          <a:srgbClr val="DADA82"/>
        </a:accent4>
        <a:accent5>
          <a:srgbClr val="CAC3CF"/>
        </a:accent5>
        <a:accent6>
          <a:srgbClr val="992D53"/>
        </a:accent6>
        <a:hlink>
          <a:srgbClr val="CCECFF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吉祥如意 8">
        <a:dk1>
          <a:srgbClr val="808080"/>
        </a:dk1>
        <a:lt1>
          <a:srgbClr val="FFFFFF"/>
        </a:lt1>
        <a:dk2>
          <a:srgbClr val="1C1C1C"/>
        </a:dk2>
        <a:lt2>
          <a:srgbClr val="FFFF66"/>
        </a:lt2>
        <a:accent1>
          <a:srgbClr val="9898BA"/>
        </a:accent1>
        <a:accent2>
          <a:srgbClr val="777777"/>
        </a:accent2>
        <a:accent3>
          <a:srgbClr val="ABABAB"/>
        </a:accent3>
        <a:accent4>
          <a:srgbClr val="DADADA"/>
        </a:accent4>
        <a:accent5>
          <a:srgbClr val="CACAD9"/>
        </a:accent5>
        <a:accent6>
          <a:srgbClr val="6B6B6B"/>
        </a:accent6>
        <a:hlink>
          <a:srgbClr val="CCFF99"/>
        </a:hlink>
        <a:folHlink>
          <a:srgbClr val="E43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5643</TotalTime>
  <Words>1067</Words>
  <Application>Microsoft Office PowerPoint</Application>
  <PresentationFormat>全屏显示(4:3)</PresentationFormat>
  <Paragraphs>125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宋体</vt:lpstr>
      <vt:lpstr>Wingdings</vt:lpstr>
      <vt:lpstr>Wingdings 2</vt:lpstr>
      <vt:lpstr>华文楷体</vt:lpstr>
      <vt:lpstr>Times New Roman</vt:lpstr>
      <vt:lpstr>吉祥如意</vt:lpstr>
      <vt:lpstr>Microsoft Graph 2000 图表</vt:lpstr>
      <vt:lpstr>MathType 5.0 Equation</vt:lpstr>
      <vt:lpstr>中级宏观经济学</vt:lpstr>
      <vt:lpstr>课程简介</vt:lpstr>
      <vt:lpstr>主要内容</vt:lpstr>
      <vt:lpstr>1.1 一些典型实施</vt:lpstr>
      <vt:lpstr>1.1 一些典型实施</vt:lpstr>
      <vt:lpstr>1.1 一些典型实施</vt:lpstr>
      <vt:lpstr>1.1 一些典型实施</vt:lpstr>
      <vt:lpstr>1.2 绝对收入假说</vt:lpstr>
      <vt:lpstr>1.3 生命周期－持久收入假说提出</vt:lpstr>
      <vt:lpstr>1.3 生命周期-持久收入假说举例</vt:lpstr>
      <vt:lpstr>1.3 生命周期-持久收入假说举例</vt:lpstr>
      <vt:lpstr>1.3 生命周期－持久收入假说内涵</vt:lpstr>
      <vt:lpstr>1.4 生命周期－持久收入假说发展</vt:lpstr>
      <vt:lpstr>1.5 那种消费假说更符合实际？</vt:lpstr>
      <vt:lpstr>1.6 持久收入假说为什么解释能力不够强</vt:lpstr>
      <vt:lpstr>1.7 利率与消费（储蓄）</vt:lpstr>
      <vt:lpstr>1.7  储蓄的跨国比较</vt:lpstr>
      <vt:lpstr>2.1 政府的消费（支出）</vt:lpstr>
      <vt:lpstr>2.2 政府的收入</vt:lpstr>
      <vt:lpstr>2.2 政府的赤字</vt:lpstr>
      <vt:lpstr>2.2 政府的规模</vt:lpstr>
      <vt:lpstr>3.0 Barro－Ricardo等价的提出</vt:lpstr>
      <vt:lpstr>3.1 Barro－Ricardo等价的内涵</vt:lpstr>
      <vt:lpstr>3.1 Barro－Ricardo等价的争议</vt:lpstr>
      <vt:lpstr>课后作业</vt:lpstr>
    </vt:vector>
  </TitlesOfParts>
  <Company>MC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超然网络服务店 超然网络服务店</cp:lastModifiedBy>
  <cp:revision>549</cp:revision>
  <dcterms:created xsi:type="dcterms:W3CDTF">2004-10-12T17:05:21Z</dcterms:created>
  <dcterms:modified xsi:type="dcterms:W3CDTF">2023-10-24T11:39:21Z</dcterms:modified>
</cp:coreProperties>
</file>