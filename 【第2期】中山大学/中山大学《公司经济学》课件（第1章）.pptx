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18"/>
  </p:notesMasterIdLst>
  <p:handoutMasterIdLst>
    <p:handoutMasterId r:id="rId19"/>
  </p:handoutMasterIdLst>
  <p:sldIdLst>
    <p:sldId id="256" r:id="rId2"/>
    <p:sldId id="257" r:id="rId3"/>
    <p:sldId id="258" r:id="rId4"/>
    <p:sldId id="259" r:id="rId5"/>
    <p:sldId id="260" r:id="rId6"/>
    <p:sldId id="267" r:id="rId7"/>
    <p:sldId id="261" r:id="rId8"/>
    <p:sldId id="262" r:id="rId9"/>
    <p:sldId id="263" r:id="rId10"/>
    <p:sldId id="264" r:id="rId11"/>
    <p:sldId id="265" r:id="rId12"/>
    <p:sldId id="266" r:id="rId13"/>
    <p:sldId id="268" r:id="rId14"/>
    <p:sldId id="269" r:id="rId15"/>
    <p:sldId id="270" r:id="rId16"/>
    <p:sldId id="271" r:id="rId17"/>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99"/>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240" y="60"/>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p:cViewPr varScale="1">
        <p:scale>
          <a:sx n="37" d="100"/>
          <a:sy n="37" d="100"/>
        </p:scale>
        <p:origin x="-1090" y="-5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52897065-15A2-1025-0806-0CC404CED7B4}"/>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kumimoji="1" sz="1200"/>
            </a:lvl1pPr>
          </a:lstStyle>
          <a:p>
            <a:endParaRPr lang="zh-CN" altLang="en-US"/>
          </a:p>
        </p:txBody>
      </p:sp>
      <p:sp>
        <p:nvSpPr>
          <p:cNvPr id="5123" name="Rectangle 3">
            <a:extLst>
              <a:ext uri="{FF2B5EF4-FFF2-40B4-BE49-F238E27FC236}">
                <a16:creationId xmlns:a16="http://schemas.microsoft.com/office/drawing/2014/main" id="{3D9A6683-92C7-4BE8-3B11-1F5983013481}"/>
              </a:ext>
            </a:extLst>
          </p:cNvPr>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kumimoji="1" sz="1200"/>
            </a:lvl1pPr>
          </a:lstStyle>
          <a:p>
            <a:endParaRPr lang="zh-CN" altLang="en-US"/>
          </a:p>
        </p:txBody>
      </p:sp>
      <p:sp>
        <p:nvSpPr>
          <p:cNvPr id="5124" name="Rectangle 4">
            <a:extLst>
              <a:ext uri="{FF2B5EF4-FFF2-40B4-BE49-F238E27FC236}">
                <a16:creationId xmlns:a16="http://schemas.microsoft.com/office/drawing/2014/main" id="{66A753B3-AF7C-FD6C-EA5E-9D3A6D3C09E1}"/>
              </a:ext>
            </a:extLst>
          </p:cNvPr>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kumimoji="1" sz="1200"/>
            </a:lvl1pPr>
          </a:lstStyle>
          <a:p>
            <a:endParaRPr lang="zh-CN" altLang="en-US"/>
          </a:p>
        </p:txBody>
      </p:sp>
      <p:sp>
        <p:nvSpPr>
          <p:cNvPr id="5125" name="Rectangle 5">
            <a:extLst>
              <a:ext uri="{FF2B5EF4-FFF2-40B4-BE49-F238E27FC236}">
                <a16:creationId xmlns:a16="http://schemas.microsoft.com/office/drawing/2014/main" id="{B6EC9072-D678-59C5-B1EF-6A922ACA3F8F}"/>
              </a:ext>
            </a:extLst>
          </p:cNvPr>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kumimoji="1" sz="1200"/>
            </a:lvl1pPr>
          </a:lstStyle>
          <a:p>
            <a:fld id="{D377279C-982A-47AA-9136-E2AACC6A215C}" type="slidenum">
              <a:rPr lang="zh-CN" altLang="en-US"/>
              <a:pPr/>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2E8D8F9-E9EC-4FCD-73BD-81FA9BA2F6AD}"/>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kumimoji="1" sz="1200"/>
            </a:lvl1pPr>
          </a:lstStyle>
          <a:p>
            <a:endParaRPr lang="zh-CN" altLang="en-US"/>
          </a:p>
        </p:txBody>
      </p:sp>
      <p:sp>
        <p:nvSpPr>
          <p:cNvPr id="4099" name="Rectangle 3">
            <a:extLst>
              <a:ext uri="{FF2B5EF4-FFF2-40B4-BE49-F238E27FC236}">
                <a16:creationId xmlns:a16="http://schemas.microsoft.com/office/drawing/2014/main" id="{9182C64A-9E79-100A-02A6-EA15C5CCB861}"/>
              </a:ext>
            </a:extLst>
          </p:cNvPr>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kumimoji="1" sz="1200"/>
            </a:lvl1pPr>
          </a:lstStyle>
          <a:p>
            <a:endParaRPr lang="zh-CN" altLang="en-US"/>
          </a:p>
        </p:txBody>
      </p:sp>
      <p:sp>
        <p:nvSpPr>
          <p:cNvPr id="4100" name="Rectangle 4">
            <a:extLst>
              <a:ext uri="{FF2B5EF4-FFF2-40B4-BE49-F238E27FC236}">
                <a16:creationId xmlns:a16="http://schemas.microsoft.com/office/drawing/2014/main" id="{50B15260-260F-6322-B655-E6FD21D31F88}"/>
              </a:ext>
            </a:extLst>
          </p:cNvPr>
          <p:cNvSpPr>
            <a:spLocks noChangeArrowheads="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4101" name="Rectangle 5">
            <a:extLst>
              <a:ext uri="{FF2B5EF4-FFF2-40B4-BE49-F238E27FC236}">
                <a16:creationId xmlns:a16="http://schemas.microsoft.com/office/drawing/2014/main" id="{E5E8E649-366C-F081-65B7-325DA139232C}"/>
              </a:ext>
            </a:extLst>
          </p:cNvPr>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102" name="Rectangle 6">
            <a:extLst>
              <a:ext uri="{FF2B5EF4-FFF2-40B4-BE49-F238E27FC236}">
                <a16:creationId xmlns:a16="http://schemas.microsoft.com/office/drawing/2014/main" id="{D79608AD-5A28-46AD-A5E9-B1839C4D62F9}"/>
              </a:ext>
            </a:extLst>
          </p:cNvPr>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kumimoji="1" sz="1200"/>
            </a:lvl1pPr>
          </a:lstStyle>
          <a:p>
            <a:endParaRPr lang="zh-CN" altLang="en-US"/>
          </a:p>
        </p:txBody>
      </p:sp>
      <p:sp>
        <p:nvSpPr>
          <p:cNvPr id="4103" name="Rectangle 7">
            <a:extLst>
              <a:ext uri="{FF2B5EF4-FFF2-40B4-BE49-F238E27FC236}">
                <a16:creationId xmlns:a16="http://schemas.microsoft.com/office/drawing/2014/main" id="{D541B231-C666-F31C-43FC-899608CAEB6A}"/>
              </a:ext>
            </a:extLst>
          </p:cNvPr>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kumimoji="1" sz="1200"/>
            </a:lvl1pPr>
          </a:lstStyle>
          <a:p>
            <a:fld id="{94AB10D9-76CE-473E-8EEC-CBAD4F8A536A}" type="slidenum">
              <a:rPr lang="zh-CN" altLang="en-US"/>
              <a:pPr/>
              <a:t>‹#›</a:t>
            </a:fld>
            <a:endParaRPr lang="zh-CN"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25282D7B-7C91-51CD-FFFA-7EB510F7A993}"/>
              </a:ext>
            </a:extLst>
          </p:cNvPr>
          <p:cNvSpPr>
            <a:spLocks noChangeArrowheads="1"/>
          </p:cNvSpPr>
          <p:nvPr/>
        </p:nvSpPr>
        <p:spPr bwMode="auto">
          <a:xfrm>
            <a:off x="8809038" y="0"/>
            <a:ext cx="334962" cy="6858000"/>
          </a:xfrm>
          <a:prstGeom prst="rect">
            <a:avLst/>
          </a:prstGeom>
          <a:gradFill rotWithShape="0">
            <a:gsLst>
              <a:gs pos="0">
                <a:schemeClr val="accent2"/>
              </a:gs>
              <a:gs pos="50000">
                <a:schemeClr val="hlink"/>
              </a:gs>
              <a:gs pos="100000">
                <a:schemeClr val="accent2"/>
              </a:gs>
            </a:gsLst>
            <a:lin ang="0" scaled="1"/>
          </a:gra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eaLnBrk="1" hangingPunct="1"/>
            <a:endParaRPr kumimoji="1" lang="zh-CN" altLang="en-US"/>
          </a:p>
        </p:txBody>
      </p:sp>
      <p:sp>
        <p:nvSpPr>
          <p:cNvPr id="3075" name="Freeform 3">
            <a:extLst>
              <a:ext uri="{FF2B5EF4-FFF2-40B4-BE49-F238E27FC236}">
                <a16:creationId xmlns:a16="http://schemas.microsoft.com/office/drawing/2014/main" id="{824E14AD-8D35-8F48-D8F9-9D81778881A1}"/>
              </a:ext>
            </a:extLst>
          </p:cNvPr>
          <p:cNvSpPr>
            <a:spLocks/>
          </p:cNvSpPr>
          <p:nvPr/>
        </p:nvSpPr>
        <p:spPr bwMode="white">
          <a:xfrm>
            <a:off x="-9525" y="4489450"/>
            <a:ext cx="5754688" cy="2368550"/>
          </a:xfrm>
          <a:custGeom>
            <a:avLst/>
            <a:gdLst>
              <a:gd name="T0" fmla="*/ 0 w 3625"/>
              <a:gd name="T1" fmla="*/ 1491 h 1492"/>
              <a:gd name="T2" fmla="*/ 0 w 3625"/>
              <a:gd name="T3" fmla="*/ 0 h 1492"/>
              <a:gd name="T4" fmla="*/ 171 w 3625"/>
              <a:gd name="T5" fmla="*/ 3 h 1492"/>
              <a:gd name="T6" fmla="*/ 355 w 3625"/>
              <a:gd name="T7" fmla="*/ 9 h 1492"/>
              <a:gd name="T8" fmla="*/ 499 w 3625"/>
              <a:gd name="T9" fmla="*/ 21 h 1492"/>
              <a:gd name="T10" fmla="*/ 650 w 3625"/>
              <a:gd name="T11" fmla="*/ 36 h 1492"/>
              <a:gd name="T12" fmla="*/ 809 w 3625"/>
              <a:gd name="T13" fmla="*/ 54 h 1492"/>
              <a:gd name="T14" fmla="*/ 957 w 3625"/>
              <a:gd name="T15" fmla="*/ 78 h 1492"/>
              <a:gd name="T16" fmla="*/ 1119 w 3625"/>
              <a:gd name="T17" fmla="*/ 105 h 1492"/>
              <a:gd name="T18" fmla="*/ 1261 w 3625"/>
              <a:gd name="T19" fmla="*/ 133 h 1492"/>
              <a:gd name="T20" fmla="*/ 1441 w 3625"/>
              <a:gd name="T21" fmla="*/ 175 h 1492"/>
              <a:gd name="T22" fmla="*/ 1598 w 3625"/>
              <a:gd name="T23" fmla="*/ 217 h 1492"/>
              <a:gd name="T24" fmla="*/ 1763 w 3625"/>
              <a:gd name="T25" fmla="*/ 269 h 1492"/>
              <a:gd name="T26" fmla="*/ 1887 w 3625"/>
              <a:gd name="T27" fmla="*/ 308 h 1492"/>
              <a:gd name="T28" fmla="*/ 2085 w 3625"/>
              <a:gd name="T29" fmla="*/ 384 h 1492"/>
              <a:gd name="T30" fmla="*/ 2230 w 3625"/>
              <a:gd name="T31" fmla="*/ 444 h 1492"/>
              <a:gd name="T32" fmla="*/ 2456 w 3625"/>
              <a:gd name="T33" fmla="*/ 547 h 1492"/>
              <a:gd name="T34" fmla="*/ 2666 w 3625"/>
              <a:gd name="T35" fmla="*/ 662 h 1492"/>
              <a:gd name="T36" fmla="*/ 2859 w 3625"/>
              <a:gd name="T37" fmla="*/ 786 h 1492"/>
              <a:gd name="T38" fmla="*/ 3046 w 3625"/>
              <a:gd name="T39" fmla="*/ 920 h 1492"/>
              <a:gd name="T40" fmla="*/ 3193 w 3625"/>
              <a:gd name="T41" fmla="*/ 1038 h 1492"/>
              <a:gd name="T42" fmla="*/ 3332 w 3625"/>
              <a:gd name="T43" fmla="*/ 1168 h 1492"/>
              <a:gd name="T44" fmla="*/ 3440 w 3625"/>
              <a:gd name="T45" fmla="*/ 1280 h 1492"/>
              <a:gd name="T46" fmla="*/ 3524 w 3625"/>
              <a:gd name="T47" fmla="*/ 1380 h 1492"/>
              <a:gd name="T48" fmla="*/ 3624 w 3625"/>
              <a:gd name="T49" fmla="*/ 1491 h 1492"/>
              <a:gd name="T50" fmla="*/ 3608 w 3625"/>
              <a:gd name="T51" fmla="*/ 1491 h 1492"/>
              <a:gd name="T52" fmla="*/ 0 w 3625"/>
              <a:gd name="T53" fmla="*/ 1491 h 14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25" h="1492">
                <a:moveTo>
                  <a:pt x="0" y="1491"/>
                </a:moveTo>
                <a:lnTo>
                  <a:pt x="0" y="0"/>
                </a:lnTo>
                <a:lnTo>
                  <a:pt x="171" y="3"/>
                </a:lnTo>
                <a:lnTo>
                  <a:pt x="355" y="9"/>
                </a:lnTo>
                <a:lnTo>
                  <a:pt x="499" y="21"/>
                </a:lnTo>
                <a:lnTo>
                  <a:pt x="650" y="36"/>
                </a:lnTo>
                <a:lnTo>
                  <a:pt x="809" y="54"/>
                </a:lnTo>
                <a:lnTo>
                  <a:pt x="957" y="78"/>
                </a:lnTo>
                <a:lnTo>
                  <a:pt x="1119" y="105"/>
                </a:lnTo>
                <a:lnTo>
                  <a:pt x="1261" y="133"/>
                </a:lnTo>
                <a:lnTo>
                  <a:pt x="1441" y="175"/>
                </a:lnTo>
                <a:lnTo>
                  <a:pt x="1598" y="217"/>
                </a:lnTo>
                <a:lnTo>
                  <a:pt x="1763" y="269"/>
                </a:lnTo>
                <a:lnTo>
                  <a:pt x="1887" y="308"/>
                </a:lnTo>
                <a:lnTo>
                  <a:pt x="2085" y="384"/>
                </a:lnTo>
                <a:lnTo>
                  <a:pt x="2230" y="444"/>
                </a:lnTo>
                <a:lnTo>
                  <a:pt x="2456" y="547"/>
                </a:lnTo>
                <a:lnTo>
                  <a:pt x="2666" y="662"/>
                </a:lnTo>
                <a:lnTo>
                  <a:pt x="2859" y="786"/>
                </a:lnTo>
                <a:lnTo>
                  <a:pt x="3046" y="920"/>
                </a:lnTo>
                <a:lnTo>
                  <a:pt x="3193" y="1038"/>
                </a:lnTo>
                <a:lnTo>
                  <a:pt x="3332" y="1168"/>
                </a:lnTo>
                <a:lnTo>
                  <a:pt x="3440" y="1280"/>
                </a:lnTo>
                <a:lnTo>
                  <a:pt x="3524" y="1380"/>
                </a:lnTo>
                <a:lnTo>
                  <a:pt x="3624" y="1491"/>
                </a:lnTo>
                <a:lnTo>
                  <a:pt x="3608" y="1491"/>
                </a:lnTo>
                <a:lnTo>
                  <a:pt x="0" y="1491"/>
                </a:lnTo>
              </a:path>
            </a:pathLst>
          </a:custGeom>
          <a:gradFill rotWithShape="0">
            <a:gsLst>
              <a:gs pos="0">
                <a:schemeClr val="bg2"/>
              </a:gs>
              <a:gs pos="100000">
                <a:schemeClr val="bg1"/>
              </a:gs>
            </a:gsLst>
            <a:lin ang="5400000" scaled="1"/>
          </a:gradFill>
          <a:ln>
            <a:noFill/>
          </a:ln>
          <a:effectLst/>
          <a:extLst>
            <a:ext uri="{91240B29-F687-4F45-9708-019B960494DF}">
              <a14:hiddenLine xmlns:a14="http://schemas.microsoft.com/office/drawing/2010/main" w="9525" cap="flat" cmpd="sng">
                <a:solidFill>
                  <a:schemeClr val="tx1"/>
                </a:solidFill>
                <a:prstDash val="solid"/>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076" name="Freeform 4">
            <a:extLst>
              <a:ext uri="{FF2B5EF4-FFF2-40B4-BE49-F238E27FC236}">
                <a16:creationId xmlns:a16="http://schemas.microsoft.com/office/drawing/2014/main" id="{85745E03-B6BF-F7F7-4C64-B53E9F91E730}"/>
              </a:ext>
            </a:extLst>
          </p:cNvPr>
          <p:cNvSpPr>
            <a:spLocks/>
          </p:cNvSpPr>
          <p:nvPr/>
        </p:nvSpPr>
        <p:spPr bwMode="white">
          <a:xfrm>
            <a:off x="0" y="3817938"/>
            <a:ext cx="8164513" cy="3019425"/>
          </a:xfrm>
          <a:custGeom>
            <a:avLst/>
            <a:gdLst>
              <a:gd name="T0" fmla="*/ 2718 w 5143"/>
              <a:gd name="T1" fmla="*/ 405 h 1902"/>
              <a:gd name="T2" fmla="*/ 2466 w 5143"/>
              <a:gd name="T3" fmla="*/ 333 h 1902"/>
              <a:gd name="T4" fmla="*/ 2202 w 5143"/>
              <a:gd name="T5" fmla="*/ 261 h 1902"/>
              <a:gd name="T6" fmla="*/ 1929 w 5143"/>
              <a:gd name="T7" fmla="*/ 198 h 1902"/>
              <a:gd name="T8" fmla="*/ 1695 w 5143"/>
              <a:gd name="T9" fmla="*/ 153 h 1902"/>
              <a:gd name="T10" fmla="*/ 1434 w 5143"/>
              <a:gd name="T11" fmla="*/ 111 h 1902"/>
              <a:gd name="T12" fmla="*/ 1188 w 5143"/>
              <a:gd name="T13" fmla="*/ 75 h 1902"/>
              <a:gd name="T14" fmla="*/ 957 w 5143"/>
              <a:gd name="T15" fmla="*/ 48 h 1902"/>
              <a:gd name="T16" fmla="*/ 747 w 5143"/>
              <a:gd name="T17" fmla="*/ 30 h 1902"/>
              <a:gd name="T18" fmla="*/ 501 w 5143"/>
              <a:gd name="T19" fmla="*/ 15 h 1902"/>
              <a:gd name="T20" fmla="*/ 246 w 5143"/>
              <a:gd name="T21" fmla="*/ 3 h 1902"/>
              <a:gd name="T22" fmla="*/ 0 w 5143"/>
              <a:gd name="T23" fmla="*/ 0 h 1902"/>
              <a:gd name="T24" fmla="*/ 0 w 5143"/>
              <a:gd name="T25" fmla="*/ 275 h 1902"/>
              <a:gd name="T26" fmla="*/ 0 w 5143"/>
              <a:gd name="T27" fmla="*/ 345 h 1902"/>
              <a:gd name="T28" fmla="*/ 0 w 5143"/>
              <a:gd name="T29" fmla="*/ 275 h 1902"/>
              <a:gd name="T30" fmla="*/ 0 w 5143"/>
              <a:gd name="T31" fmla="*/ 342 h 1902"/>
              <a:gd name="T32" fmla="*/ 339 w 5143"/>
              <a:gd name="T33" fmla="*/ 351 h 1902"/>
              <a:gd name="T34" fmla="*/ 606 w 5143"/>
              <a:gd name="T35" fmla="*/ 372 h 1902"/>
              <a:gd name="T36" fmla="*/ 852 w 5143"/>
              <a:gd name="T37" fmla="*/ 399 h 1902"/>
              <a:gd name="T38" fmla="*/ 1068 w 5143"/>
              <a:gd name="T39" fmla="*/ 435 h 1902"/>
              <a:gd name="T40" fmla="*/ 1275 w 5143"/>
              <a:gd name="T41" fmla="*/ 474 h 1902"/>
              <a:gd name="T42" fmla="*/ 1545 w 5143"/>
              <a:gd name="T43" fmla="*/ 540 h 1902"/>
              <a:gd name="T44" fmla="*/ 1761 w 5143"/>
              <a:gd name="T45" fmla="*/ 603 h 1902"/>
              <a:gd name="T46" fmla="*/ 1971 w 5143"/>
              <a:gd name="T47" fmla="*/ 678 h 1902"/>
              <a:gd name="T48" fmla="*/ 2166 w 5143"/>
              <a:gd name="T49" fmla="*/ 747 h 1902"/>
              <a:gd name="T50" fmla="*/ 2397 w 5143"/>
              <a:gd name="T51" fmla="*/ 852 h 1902"/>
              <a:gd name="T52" fmla="*/ 2613 w 5143"/>
              <a:gd name="T53" fmla="*/ 960 h 1902"/>
              <a:gd name="T54" fmla="*/ 2832 w 5143"/>
              <a:gd name="T55" fmla="*/ 1095 h 1902"/>
              <a:gd name="T56" fmla="*/ 3012 w 5143"/>
              <a:gd name="T57" fmla="*/ 1212 h 1902"/>
              <a:gd name="T58" fmla="*/ 3186 w 5143"/>
              <a:gd name="T59" fmla="*/ 1347 h 1902"/>
              <a:gd name="T60" fmla="*/ 3351 w 5143"/>
              <a:gd name="T61" fmla="*/ 1497 h 1902"/>
              <a:gd name="T62" fmla="*/ 3480 w 5143"/>
              <a:gd name="T63" fmla="*/ 1629 h 1902"/>
              <a:gd name="T64" fmla="*/ 3612 w 5143"/>
              <a:gd name="T65" fmla="*/ 1785 h 1902"/>
              <a:gd name="T66" fmla="*/ 3699 w 5143"/>
              <a:gd name="T67" fmla="*/ 1901 h 1902"/>
              <a:gd name="T68" fmla="*/ 5142 w 5143"/>
              <a:gd name="T69" fmla="*/ 1901 h 1902"/>
              <a:gd name="T70" fmla="*/ 5076 w 5143"/>
              <a:gd name="T71" fmla="*/ 1827 h 1902"/>
              <a:gd name="T72" fmla="*/ 4968 w 5143"/>
              <a:gd name="T73" fmla="*/ 1707 h 1902"/>
              <a:gd name="T74" fmla="*/ 4797 w 5143"/>
              <a:gd name="T75" fmla="*/ 1539 h 1902"/>
              <a:gd name="T76" fmla="*/ 4617 w 5143"/>
              <a:gd name="T77" fmla="*/ 1383 h 1902"/>
              <a:gd name="T78" fmla="*/ 4410 w 5143"/>
              <a:gd name="T79" fmla="*/ 1221 h 1902"/>
              <a:gd name="T80" fmla="*/ 4185 w 5143"/>
              <a:gd name="T81" fmla="*/ 1071 h 1902"/>
              <a:gd name="T82" fmla="*/ 3960 w 5143"/>
              <a:gd name="T83" fmla="*/ 939 h 1902"/>
              <a:gd name="T84" fmla="*/ 3708 w 5143"/>
              <a:gd name="T85" fmla="*/ 801 h 1902"/>
              <a:gd name="T86" fmla="*/ 3492 w 5143"/>
              <a:gd name="T87" fmla="*/ 702 h 1902"/>
              <a:gd name="T88" fmla="*/ 3231 w 5143"/>
              <a:gd name="T89" fmla="*/ 588 h 1902"/>
              <a:gd name="T90" fmla="*/ 2964 w 5143"/>
              <a:gd name="T91" fmla="*/ 489 h 1902"/>
              <a:gd name="T92" fmla="*/ 2718 w 5143"/>
              <a:gd name="T93" fmla="*/ 405 h 19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143" h="1902">
                <a:moveTo>
                  <a:pt x="2718" y="405"/>
                </a:moveTo>
                <a:lnTo>
                  <a:pt x="2466" y="333"/>
                </a:lnTo>
                <a:lnTo>
                  <a:pt x="2202" y="261"/>
                </a:lnTo>
                <a:lnTo>
                  <a:pt x="1929" y="198"/>
                </a:lnTo>
                <a:lnTo>
                  <a:pt x="1695" y="153"/>
                </a:lnTo>
                <a:lnTo>
                  <a:pt x="1434" y="111"/>
                </a:lnTo>
                <a:lnTo>
                  <a:pt x="1188" y="75"/>
                </a:lnTo>
                <a:lnTo>
                  <a:pt x="957" y="48"/>
                </a:lnTo>
                <a:lnTo>
                  <a:pt x="747" y="30"/>
                </a:lnTo>
                <a:lnTo>
                  <a:pt x="501" y="15"/>
                </a:lnTo>
                <a:lnTo>
                  <a:pt x="246" y="3"/>
                </a:lnTo>
                <a:lnTo>
                  <a:pt x="0" y="0"/>
                </a:lnTo>
                <a:lnTo>
                  <a:pt x="0" y="275"/>
                </a:lnTo>
                <a:lnTo>
                  <a:pt x="0" y="345"/>
                </a:lnTo>
                <a:lnTo>
                  <a:pt x="0" y="275"/>
                </a:lnTo>
                <a:lnTo>
                  <a:pt x="0" y="342"/>
                </a:lnTo>
                <a:lnTo>
                  <a:pt x="339" y="351"/>
                </a:lnTo>
                <a:lnTo>
                  <a:pt x="606" y="372"/>
                </a:lnTo>
                <a:lnTo>
                  <a:pt x="852" y="399"/>
                </a:lnTo>
                <a:lnTo>
                  <a:pt x="1068" y="435"/>
                </a:lnTo>
                <a:lnTo>
                  <a:pt x="1275" y="474"/>
                </a:lnTo>
                <a:lnTo>
                  <a:pt x="1545" y="540"/>
                </a:lnTo>
                <a:lnTo>
                  <a:pt x="1761" y="603"/>
                </a:lnTo>
                <a:lnTo>
                  <a:pt x="1971" y="678"/>
                </a:lnTo>
                <a:lnTo>
                  <a:pt x="2166" y="747"/>
                </a:lnTo>
                <a:lnTo>
                  <a:pt x="2397" y="852"/>
                </a:lnTo>
                <a:lnTo>
                  <a:pt x="2613" y="960"/>
                </a:lnTo>
                <a:lnTo>
                  <a:pt x="2832" y="1095"/>
                </a:lnTo>
                <a:lnTo>
                  <a:pt x="3012" y="1212"/>
                </a:lnTo>
                <a:lnTo>
                  <a:pt x="3186" y="1347"/>
                </a:lnTo>
                <a:lnTo>
                  <a:pt x="3351" y="1497"/>
                </a:lnTo>
                <a:lnTo>
                  <a:pt x="3480" y="1629"/>
                </a:lnTo>
                <a:lnTo>
                  <a:pt x="3612" y="1785"/>
                </a:lnTo>
                <a:lnTo>
                  <a:pt x="3699" y="1901"/>
                </a:lnTo>
                <a:lnTo>
                  <a:pt x="5142" y="1901"/>
                </a:lnTo>
                <a:lnTo>
                  <a:pt x="5076" y="1827"/>
                </a:lnTo>
                <a:lnTo>
                  <a:pt x="4968" y="1707"/>
                </a:lnTo>
                <a:lnTo>
                  <a:pt x="4797" y="1539"/>
                </a:lnTo>
                <a:lnTo>
                  <a:pt x="4617" y="1383"/>
                </a:lnTo>
                <a:lnTo>
                  <a:pt x="4410" y="1221"/>
                </a:lnTo>
                <a:lnTo>
                  <a:pt x="4185" y="1071"/>
                </a:lnTo>
                <a:lnTo>
                  <a:pt x="3960" y="939"/>
                </a:lnTo>
                <a:lnTo>
                  <a:pt x="3708" y="801"/>
                </a:lnTo>
                <a:lnTo>
                  <a:pt x="3492" y="702"/>
                </a:lnTo>
                <a:lnTo>
                  <a:pt x="3231" y="588"/>
                </a:lnTo>
                <a:lnTo>
                  <a:pt x="2964" y="489"/>
                </a:lnTo>
                <a:lnTo>
                  <a:pt x="2718" y="405"/>
                </a:lnTo>
              </a:path>
            </a:pathLst>
          </a:cu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cap="flat" cmpd="sng">
                <a:solidFill>
                  <a:schemeClr val="tx1"/>
                </a:solidFill>
                <a:prstDash val="solid"/>
                <a:round/>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77" name="Freeform 5">
            <a:extLst>
              <a:ext uri="{FF2B5EF4-FFF2-40B4-BE49-F238E27FC236}">
                <a16:creationId xmlns:a16="http://schemas.microsoft.com/office/drawing/2014/main" id="{E7AB9048-A4CA-09F9-3F83-3CDB7CEECC57}"/>
              </a:ext>
            </a:extLst>
          </p:cNvPr>
          <p:cNvSpPr>
            <a:spLocks/>
          </p:cNvSpPr>
          <p:nvPr/>
        </p:nvSpPr>
        <p:spPr bwMode="white">
          <a:xfrm>
            <a:off x="0" y="3146425"/>
            <a:ext cx="9144000" cy="3690938"/>
          </a:xfrm>
          <a:custGeom>
            <a:avLst/>
            <a:gdLst>
              <a:gd name="T0" fmla="*/ 0 w 5760"/>
              <a:gd name="T1" fmla="*/ 0 h 2325"/>
              <a:gd name="T2" fmla="*/ 0 w 5760"/>
              <a:gd name="T3" fmla="*/ 339 h 2325"/>
              <a:gd name="T4" fmla="*/ 558 w 5760"/>
              <a:gd name="T5" fmla="*/ 357 h 2325"/>
              <a:gd name="T6" fmla="*/ 807 w 5760"/>
              <a:gd name="T7" fmla="*/ 375 h 2325"/>
              <a:gd name="T8" fmla="*/ 1056 w 5760"/>
              <a:gd name="T9" fmla="*/ 399 h 2325"/>
              <a:gd name="T10" fmla="*/ 1272 w 5760"/>
              <a:gd name="T11" fmla="*/ 426 h 2325"/>
              <a:gd name="T12" fmla="*/ 1539 w 5760"/>
              <a:gd name="T13" fmla="*/ 465 h 2325"/>
              <a:gd name="T14" fmla="*/ 1791 w 5760"/>
              <a:gd name="T15" fmla="*/ 510 h 2325"/>
              <a:gd name="T16" fmla="*/ 2076 w 5760"/>
              <a:gd name="T17" fmla="*/ 570 h 2325"/>
              <a:gd name="T18" fmla="*/ 2334 w 5760"/>
              <a:gd name="T19" fmla="*/ 630 h 2325"/>
              <a:gd name="T20" fmla="*/ 2544 w 5760"/>
              <a:gd name="T21" fmla="*/ 687 h 2325"/>
              <a:gd name="T22" fmla="*/ 2775 w 5760"/>
              <a:gd name="T23" fmla="*/ 759 h 2325"/>
              <a:gd name="T24" fmla="*/ 3003 w 5760"/>
              <a:gd name="T25" fmla="*/ 837 h 2325"/>
              <a:gd name="T26" fmla="*/ 3231 w 5760"/>
              <a:gd name="T27" fmla="*/ 924 h 2325"/>
              <a:gd name="T28" fmla="*/ 3438 w 5760"/>
              <a:gd name="T29" fmla="*/ 1005 h 2325"/>
              <a:gd name="T30" fmla="*/ 3663 w 5760"/>
              <a:gd name="T31" fmla="*/ 1110 h 2325"/>
              <a:gd name="T32" fmla="*/ 3903 w 5760"/>
              <a:gd name="T33" fmla="*/ 1233 h 2325"/>
              <a:gd name="T34" fmla="*/ 4149 w 5760"/>
              <a:gd name="T35" fmla="*/ 1374 h 2325"/>
              <a:gd name="T36" fmla="*/ 4353 w 5760"/>
              <a:gd name="T37" fmla="*/ 1506 h 2325"/>
              <a:gd name="T38" fmla="*/ 4491 w 5760"/>
              <a:gd name="T39" fmla="*/ 1602 h 2325"/>
              <a:gd name="T40" fmla="*/ 4668 w 5760"/>
              <a:gd name="T41" fmla="*/ 1740 h 2325"/>
              <a:gd name="T42" fmla="*/ 4824 w 5760"/>
              <a:gd name="T43" fmla="*/ 1875 h 2325"/>
              <a:gd name="T44" fmla="*/ 4968 w 5760"/>
              <a:gd name="T45" fmla="*/ 2016 h 2325"/>
              <a:gd name="T46" fmla="*/ 5100 w 5760"/>
              <a:gd name="T47" fmla="*/ 2154 h 2325"/>
              <a:gd name="T48" fmla="*/ 5238 w 5760"/>
              <a:gd name="T49" fmla="*/ 2324 h 2325"/>
              <a:gd name="T50" fmla="*/ 5759 w 5760"/>
              <a:gd name="T51" fmla="*/ 2324 h 2325"/>
              <a:gd name="T52" fmla="*/ 5759 w 5760"/>
              <a:gd name="T53" fmla="*/ 1245 h 2325"/>
              <a:gd name="T54" fmla="*/ 5580 w 5760"/>
              <a:gd name="T55" fmla="*/ 1119 h 2325"/>
              <a:gd name="T56" fmla="*/ 5400 w 5760"/>
              <a:gd name="T57" fmla="*/ 1020 h 2325"/>
              <a:gd name="T58" fmla="*/ 5205 w 5760"/>
              <a:gd name="T59" fmla="*/ 918 h 2325"/>
              <a:gd name="T60" fmla="*/ 5031 w 5760"/>
              <a:gd name="T61" fmla="*/ 837 h 2325"/>
              <a:gd name="T62" fmla="*/ 4866 w 5760"/>
              <a:gd name="T63" fmla="*/ 771 h 2325"/>
              <a:gd name="T64" fmla="*/ 4710 w 5760"/>
              <a:gd name="T65" fmla="*/ 711 h 2325"/>
              <a:gd name="T66" fmla="*/ 4545 w 5760"/>
              <a:gd name="T67" fmla="*/ 651 h 2325"/>
              <a:gd name="T68" fmla="*/ 4386 w 5760"/>
              <a:gd name="T69" fmla="*/ 600 h 2325"/>
              <a:gd name="T70" fmla="*/ 4248 w 5760"/>
              <a:gd name="T71" fmla="*/ 552 h 2325"/>
              <a:gd name="T72" fmla="*/ 3993 w 5760"/>
              <a:gd name="T73" fmla="*/ 483 h 2325"/>
              <a:gd name="T74" fmla="*/ 3777 w 5760"/>
              <a:gd name="T75" fmla="*/ 423 h 2325"/>
              <a:gd name="T76" fmla="*/ 3564 w 5760"/>
              <a:gd name="T77" fmla="*/ 375 h 2325"/>
              <a:gd name="T78" fmla="*/ 3282 w 5760"/>
              <a:gd name="T79" fmla="*/ 312 h 2325"/>
              <a:gd name="T80" fmla="*/ 3003 w 5760"/>
              <a:gd name="T81" fmla="*/ 261 h 2325"/>
              <a:gd name="T82" fmla="*/ 2733 w 5760"/>
              <a:gd name="T83" fmla="*/ 213 h 2325"/>
              <a:gd name="T84" fmla="*/ 2451 w 5760"/>
              <a:gd name="T85" fmla="*/ 171 h 2325"/>
              <a:gd name="T86" fmla="*/ 2211 w 5760"/>
              <a:gd name="T87" fmla="*/ 138 h 2325"/>
              <a:gd name="T88" fmla="*/ 1974 w 5760"/>
              <a:gd name="T89" fmla="*/ 108 h 2325"/>
              <a:gd name="T90" fmla="*/ 1665 w 5760"/>
              <a:gd name="T91" fmla="*/ 81 h 2325"/>
              <a:gd name="T92" fmla="*/ 1437 w 5760"/>
              <a:gd name="T93" fmla="*/ 60 h 2325"/>
              <a:gd name="T94" fmla="*/ 1125 w 5760"/>
              <a:gd name="T95" fmla="*/ 36 h 2325"/>
              <a:gd name="T96" fmla="*/ 828 w 5760"/>
              <a:gd name="T97" fmla="*/ 21 h 2325"/>
              <a:gd name="T98" fmla="*/ 558 w 5760"/>
              <a:gd name="T99" fmla="*/ 12 h 2325"/>
              <a:gd name="T100" fmla="*/ 282 w 5760"/>
              <a:gd name="T101" fmla="*/ 3 h 2325"/>
              <a:gd name="T102" fmla="*/ 0 w 5760"/>
              <a:gd name="T103" fmla="*/ 0 h 2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760" h="2325">
                <a:moveTo>
                  <a:pt x="0" y="0"/>
                </a:moveTo>
                <a:lnTo>
                  <a:pt x="0" y="339"/>
                </a:lnTo>
                <a:lnTo>
                  <a:pt x="558" y="357"/>
                </a:lnTo>
                <a:lnTo>
                  <a:pt x="807" y="375"/>
                </a:lnTo>
                <a:lnTo>
                  <a:pt x="1056" y="399"/>
                </a:lnTo>
                <a:lnTo>
                  <a:pt x="1272" y="426"/>
                </a:lnTo>
                <a:lnTo>
                  <a:pt x="1539" y="465"/>
                </a:lnTo>
                <a:lnTo>
                  <a:pt x="1791" y="510"/>
                </a:lnTo>
                <a:lnTo>
                  <a:pt x="2076" y="570"/>
                </a:lnTo>
                <a:lnTo>
                  <a:pt x="2334" y="630"/>
                </a:lnTo>
                <a:lnTo>
                  <a:pt x="2544" y="687"/>
                </a:lnTo>
                <a:lnTo>
                  <a:pt x="2775" y="759"/>
                </a:lnTo>
                <a:lnTo>
                  <a:pt x="3003" y="837"/>
                </a:lnTo>
                <a:lnTo>
                  <a:pt x="3231" y="924"/>
                </a:lnTo>
                <a:lnTo>
                  <a:pt x="3438" y="1005"/>
                </a:lnTo>
                <a:lnTo>
                  <a:pt x="3663" y="1110"/>
                </a:lnTo>
                <a:lnTo>
                  <a:pt x="3903" y="1233"/>
                </a:lnTo>
                <a:lnTo>
                  <a:pt x="4149" y="1374"/>
                </a:lnTo>
                <a:lnTo>
                  <a:pt x="4353" y="1506"/>
                </a:lnTo>
                <a:lnTo>
                  <a:pt x="4491" y="1602"/>
                </a:lnTo>
                <a:lnTo>
                  <a:pt x="4668" y="1740"/>
                </a:lnTo>
                <a:lnTo>
                  <a:pt x="4824" y="1875"/>
                </a:lnTo>
                <a:lnTo>
                  <a:pt x="4968" y="2016"/>
                </a:lnTo>
                <a:lnTo>
                  <a:pt x="5100" y="2154"/>
                </a:lnTo>
                <a:lnTo>
                  <a:pt x="5238" y="2324"/>
                </a:lnTo>
                <a:lnTo>
                  <a:pt x="5759" y="2324"/>
                </a:lnTo>
                <a:lnTo>
                  <a:pt x="5759" y="1245"/>
                </a:lnTo>
                <a:lnTo>
                  <a:pt x="5580" y="1119"/>
                </a:lnTo>
                <a:lnTo>
                  <a:pt x="5400" y="1020"/>
                </a:lnTo>
                <a:lnTo>
                  <a:pt x="5205" y="918"/>
                </a:lnTo>
                <a:lnTo>
                  <a:pt x="5031" y="837"/>
                </a:lnTo>
                <a:lnTo>
                  <a:pt x="4866" y="771"/>
                </a:lnTo>
                <a:lnTo>
                  <a:pt x="4710" y="711"/>
                </a:lnTo>
                <a:lnTo>
                  <a:pt x="4545" y="651"/>
                </a:lnTo>
                <a:lnTo>
                  <a:pt x="4386" y="600"/>
                </a:lnTo>
                <a:lnTo>
                  <a:pt x="4248" y="552"/>
                </a:lnTo>
                <a:lnTo>
                  <a:pt x="3993" y="483"/>
                </a:lnTo>
                <a:lnTo>
                  <a:pt x="3777" y="423"/>
                </a:lnTo>
                <a:lnTo>
                  <a:pt x="3564" y="375"/>
                </a:lnTo>
                <a:lnTo>
                  <a:pt x="3282" y="312"/>
                </a:lnTo>
                <a:lnTo>
                  <a:pt x="3003" y="261"/>
                </a:lnTo>
                <a:lnTo>
                  <a:pt x="2733" y="213"/>
                </a:lnTo>
                <a:lnTo>
                  <a:pt x="2451" y="171"/>
                </a:lnTo>
                <a:lnTo>
                  <a:pt x="2211" y="138"/>
                </a:lnTo>
                <a:lnTo>
                  <a:pt x="1974" y="108"/>
                </a:lnTo>
                <a:lnTo>
                  <a:pt x="1665" y="81"/>
                </a:lnTo>
                <a:lnTo>
                  <a:pt x="1437" y="60"/>
                </a:lnTo>
                <a:lnTo>
                  <a:pt x="1125" y="36"/>
                </a:lnTo>
                <a:lnTo>
                  <a:pt x="828" y="21"/>
                </a:lnTo>
                <a:lnTo>
                  <a:pt x="558" y="12"/>
                </a:lnTo>
                <a:lnTo>
                  <a:pt x="282" y="3"/>
                </a:lnTo>
                <a:lnTo>
                  <a:pt x="0" y="0"/>
                </a:lnTo>
              </a:path>
            </a:pathLst>
          </a:cu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cap="flat" cmpd="sng">
                <a:solidFill>
                  <a:schemeClr val="tx1"/>
                </a:solidFill>
                <a:prstDash val="solid"/>
                <a:round/>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78" name="Freeform 6">
            <a:extLst>
              <a:ext uri="{FF2B5EF4-FFF2-40B4-BE49-F238E27FC236}">
                <a16:creationId xmlns:a16="http://schemas.microsoft.com/office/drawing/2014/main" id="{D9BA5D36-BF18-FB74-A567-32ABBD9C82DA}"/>
              </a:ext>
            </a:extLst>
          </p:cNvPr>
          <p:cNvSpPr>
            <a:spLocks/>
          </p:cNvSpPr>
          <p:nvPr/>
        </p:nvSpPr>
        <p:spPr bwMode="white">
          <a:xfrm>
            <a:off x="0" y="2460625"/>
            <a:ext cx="9144000" cy="2497138"/>
          </a:xfrm>
          <a:custGeom>
            <a:avLst/>
            <a:gdLst>
              <a:gd name="T0" fmla="*/ 0 w 5760"/>
              <a:gd name="T1" fmla="*/ 0 h 1573"/>
              <a:gd name="T2" fmla="*/ 0 w 5760"/>
              <a:gd name="T3" fmla="*/ 351 h 1573"/>
              <a:gd name="T4" fmla="*/ 282 w 5760"/>
              <a:gd name="T5" fmla="*/ 357 h 1573"/>
              <a:gd name="T6" fmla="*/ 627 w 5760"/>
              <a:gd name="T7" fmla="*/ 363 h 1573"/>
              <a:gd name="T8" fmla="*/ 960 w 5760"/>
              <a:gd name="T9" fmla="*/ 375 h 1573"/>
              <a:gd name="T10" fmla="*/ 1218 w 5760"/>
              <a:gd name="T11" fmla="*/ 393 h 1573"/>
              <a:gd name="T12" fmla="*/ 1470 w 5760"/>
              <a:gd name="T13" fmla="*/ 411 h 1573"/>
              <a:gd name="T14" fmla="*/ 1746 w 5760"/>
              <a:gd name="T15" fmla="*/ 435 h 1573"/>
              <a:gd name="T16" fmla="*/ 2022 w 5760"/>
              <a:gd name="T17" fmla="*/ 462 h 1573"/>
              <a:gd name="T18" fmla="*/ 2340 w 5760"/>
              <a:gd name="T19" fmla="*/ 504 h 1573"/>
              <a:gd name="T20" fmla="*/ 2664 w 5760"/>
              <a:gd name="T21" fmla="*/ 549 h 1573"/>
              <a:gd name="T22" fmla="*/ 2952 w 5760"/>
              <a:gd name="T23" fmla="*/ 597 h 1573"/>
              <a:gd name="T24" fmla="*/ 3225 w 5760"/>
              <a:gd name="T25" fmla="*/ 648 h 1573"/>
              <a:gd name="T26" fmla="*/ 3513 w 5760"/>
              <a:gd name="T27" fmla="*/ 708 h 1573"/>
              <a:gd name="T28" fmla="*/ 3693 w 5760"/>
              <a:gd name="T29" fmla="*/ 750 h 1573"/>
              <a:gd name="T30" fmla="*/ 3936 w 5760"/>
              <a:gd name="T31" fmla="*/ 810 h 1573"/>
              <a:gd name="T32" fmla="*/ 4095 w 5760"/>
              <a:gd name="T33" fmla="*/ 855 h 1573"/>
              <a:gd name="T34" fmla="*/ 4281 w 5760"/>
              <a:gd name="T35" fmla="*/ 909 h 1573"/>
              <a:gd name="T36" fmla="*/ 4503 w 5760"/>
              <a:gd name="T37" fmla="*/ 981 h 1573"/>
              <a:gd name="T38" fmla="*/ 4704 w 5760"/>
              <a:gd name="T39" fmla="*/ 1053 h 1573"/>
              <a:gd name="T40" fmla="*/ 4911 w 5760"/>
              <a:gd name="T41" fmla="*/ 1131 h 1573"/>
              <a:gd name="T42" fmla="*/ 5073 w 5760"/>
              <a:gd name="T43" fmla="*/ 1197 h 1573"/>
              <a:gd name="T44" fmla="*/ 5256 w 5760"/>
              <a:gd name="T45" fmla="*/ 1281 h 1573"/>
              <a:gd name="T46" fmla="*/ 5475 w 5760"/>
              <a:gd name="T47" fmla="*/ 1401 h 1573"/>
              <a:gd name="T48" fmla="*/ 5628 w 5760"/>
              <a:gd name="T49" fmla="*/ 1482 h 1573"/>
              <a:gd name="T50" fmla="*/ 5759 w 5760"/>
              <a:gd name="T51" fmla="*/ 1572 h 1573"/>
              <a:gd name="T52" fmla="*/ 5759 w 5760"/>
              <a:gd name="T53" fmla="*/ 633 h 1573"/>
              <a:gd name="T54" fmla="*/ 5493 w 5760"/>
              <a:gd name="T55" fmla="*/ 570 h 1573"/>
              <a:gd name="T56" fmla="*/ 5214 w 5760"/>
              <a:gd name="T57" fmla="*/ 501 h 1573"/>
              <a:gd name="T58" fmla="*/ 4950 w 5760"/>
              <a:gd name="T59" fmla="*/ 444 h 1573"/>
              <a:gd name="T60" fmla="*/ 4701 w 5760"/>
              <a:gd name="T61" fmla="*/ 396 h 1573"/>
              <a:gd name="T62" fmla="*/ 4425 w 5760"/>
              <a:gd name="T63" fmla="*/ 348 h 1573"/>
              <a:gd name="T64" fmla="*/ 4110 w 5760"/>
              <a:gd name="T65" fmla="*/ 294 h 1573"/>
              <a:gd name="T66" fmla="*/ 3813 w 5760"/>
              <a:gd name="T67" fmla="*/ 252 h 1573"/>
              <a:gd name="T68" fmla="*/ 3549 w 5760"/>
              <a:gd name="T69" fmla="*/ 213 h 1573"/>
              <a:gd name="T70" fmla="*/ 3261 w 5760"/>
              <a:gd name="T71" fmla="*/ 183 h 1573"/>
              <a:gd name="T72" fmla="*/ 3015 w 5760"/>
              <a:gd name="T73" fmla="*/ 153 h 1573"/>
              <a:gd name="T74" fmla="*/ 2757 w 5760"/>
              <a:gd name="T75" fmla="*/ 129 h 1573"/>
              <a:gd name="T76" fmla="*/ 2520 w 5760"/>
              <a:gd name="T77" fmla="*/ 105 h 1573"/>
              <a:gd name="T78" fmla="*/ 2301 w 5760"/>
              <a:gd name="T79" fmla="*/ 87 h 1573"/>
              <a:gd name="T80" fmla="*/ 2013 w 5760"/>
              <a:gd name="T81" fmla="*/ 66 h 1573"/>
              <a:gd name="T82" fmla="*/ 1731 w 5760"/>
              <a:gd name="T83" fmla="*/ 48 h 1573"/>
              <a:gd name="T84" fmla="*/ 1524 w 5760"/>
              <a:gd name="T85" fmla="*/ 39 h 1573"/>
              <a:gd name="T86" fmla="*/ 1260 w 5760"/>
              <a:gd name="T87" fmla="*/ 27 h 1573"/>
              <a:gd name="T88" fmla="*/ 966 w 5760"/>
              <a:gd name="T89" fmla="*/ 15 h 1573"/>
              <a:gd name="T90" fmla="*/ 714 w 5760"/>
              <a:gd name="T91" fmla="*/ 12 h 1573"/>
              <a:gd name="T92" fmla="*/ 510 w 5760"/>
              <a:gd name="T93" fmla="*/ 6 h 1573"/>
              <a:gd name="T94" fmla="*/ 243 w 5760"/>
              <a:gd name="T95" fmla="*/ 0 h 1573"/>
              <a:gd name="T96" fmla="*/ 0 w 5760"/>
              <a:gd name="T97" fmla="*/ 0 h 1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760" h="1573">
                <a:moveTo>
                  <a:pt x="0" y="0"/>
                </a:moveTo>
                <a:lnTo>
                  <a:pt x="0" y="351"/>
                </a:lnTo>
                <a:lnTo>
                  <a:pt x="282" y="357"/>
                </a:lnTo>
                <a:lnTo>
                  <a:pt x="627" y="363"/>
                </a:lnTo>
                <a:lnTo>
                  <a:pt x="960" y="375"/>
                </a:lnTo>
                <a:lnTo>
                  <a:pt x="1218" y="393"/>
                </a:lnTo>
                <a:lnTo>
                  <a:pt x="1470" y="411"/>
                </a:lnTo>
                <a:lnTo>
                  <a:pt x="1746" y="435"/>
                </a:lnTo>
                <a:lnTo>
                  <a:pt x="2022" y="462"/>
                </a:lnTo>
                <a:lnTo>
                  <a:pt x="2340" y="504"/>
                </a:lnTo>
                <a:lnTo>
                  <a:pt x="2664" y="549"/>
                </a:lnTo>
                <a:lnTo>
                  <a:pt x="2952" y="597"/>
                </a:lnTo>
                <a:lnTo>
                  <a:pt x="3225" y="648"/>
                </a:lnTo>
                <a:lnTo>
                  <a:pt x="3513" y="708"/>
                </a:lnTo>
                <a:lnTo>
                  <a:pt x="3693" y="750"/>
                </a:lnTo>
                <a:lnTo>
                  <a:pt x="3936" y="810"/>
                </a:lnTo>
                <a:lnTo>
                  <a:pt x="4095" y="855"/>
                </a:lnTo>
                <a:lnTo>
                  <a:pt x="4281" y="909"/>
                </a:lnTo>
                <a:lnTo>
                  <a:pt x="4503" y="981"/>
                </a:lnTo>
                <a:lnTo>
                  <a:pt x="4704" y="1053"/>
                </a:lnTo>
                <a:lnTo>
                  <a:pt x="4911" y="1131"/>
                </a:lnTo>
                <a:lnTo>
                  <a:pt x="5073" y="1197"/>
                </a:lnTo>
                <a:lnTo>
                  <a:pt x="5256" y="1281"/>
                </a:lnTo>
                <a:lnTo>
                  <a:pt x="5475" y="1401"/>
                </a:lnTo>
                <a:lnTo>
                  <a:pt x="5628" y="1482"/>
                </a:lnTo>
                <a:lnTo>
                  <a:pt x="5759" y="1572"/>
                </a:lnTo>
                <a:lnTo>
                  <a:pt x="5759" y="633"/>
                </a:lnTo>
                <a:lnTo>
                  <a:pt x="5493" y="570"/>
                </a:lnTo>
                <a:lnTo>
                  <a:pt x="5214" y="501"/>
                </a:lnTo>
                <a:lnTo>
                  <a:pt x="4950" y="444"/>
                </a:lnTo>
                <a:lnTo>
                  <a:pt x="4701" y="396"/>
                </a:lnTo>
                <a:lnTo>
                  <a:pt x="4425" y="348"/>
                </a:lnTo>
                <a:lnTo>
                  <a:pt x="4110" y="294"/>
                </a:lnTo>
                <a:lnTo>
                  <a:pt x="3813" y="252"/>
                </a:lnTo>
                <a:lnTo>
                  <a:pt x="3549" y="213"/>
                </a:lnTo>
                <a:lnTo>
                  <a:pt x="3261" y="183"/>
                </a:lnTo>
                <a:lnTo>
                  <a:pt x="3015" y="153"/>
                </a:lnTo>
                <a:lnTo>
                  <a:pt x="2757" y="129"/>
                </a:lnTo>
                <a:lnTo>
                  <a:pt x="2520" y="105"/>
                </a:lnTo>
                <a:lnTo>
                  <a:pt x="2301" y="87"/>
                </a:lnTo>
                <a:lnTo>
                  <a:pt x="2013" y="66"/>
                </a:lnTo>
                <a:lnTo>
                  <a:pt x="1731" y="48"/>
                </a:lnTo>
                <a:lnTo>
                  <a:pt x="1524" y="39"/>
                </a:lnTo>
                <a:lnTo>
                  <a:pt x="1260" y="27"/>
                </a:lnTo>
                <a:lnTo>
                  <a:pt x="966" y="15"/>
                </a:lnTo>
                <a:lnTo>
                  <a:pt x="714" y="12"/>
                </a:lnTo>
                <a:lnTo>
                  <a:pt x="510" y="6"/>
                </a:lnTo>
                <a:lnTo>
                  <a:pt x="243" y="0"/>
                </a:lnTo>
                <a:lnTo>
                  <a:pt x="0" y="0"/>
                </a:lnTo>
              </a:path>
            </a:pathLst>
          </a:cu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cap="flat" cmpd="sng">
                <a:solidFill>
                  <a:schemeClr val="tx1"/>
                </a:solidFill>
                <a:prstDash val="solid"/>
                <a:round/>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79" name="Freeform 7">
            <a:extLst>
              <a:ext uri="{FF2B5EF4-FFF2-40B4-BE49-F238E27FC236}">
                <a16:creationId xmlns:a16="http://schemas.microsoft.com/office/drawing/2014/main" id="{DEB70A36-8C07-31EB-0CDA-7339EC9AF35B}"/>
              </a:ext>
            </a:extLst>
          </p:cNvPr>
          <p:cNvSpPr>
            <a:spLocks/>
          </p:cNvSpPr>
          <p:nvPr/>
        </p:nvSpPr>
        <p:spPr bwMode="white">
          <a:xfrm>
            <a:off x="0" y="1793875"/>
            <a:ext cx="9144000" cy="1539875"/>
          </a:xfrm>
          <a:custGeom>
            <a:avLst/>
            <a:gdLst>
              <a:gd name="T0" fmla="*/ 0 w 5760"/>
              <a:gd name="T1" fmla="*/ 0 h 970"/>
              <a:gd name="T2" fmla="*/ 0 w 5760"/>
              <a:gd name="T3" fmla="*/ 339 h 970"/>
              <a:gd name="T4" fmla="*/ 318 w 5760"/>
              <a:gd name="T5" fmla="*/ 342 h 970"/>
              <a:gd name="T6" fmla="*/ 591 w 5760"/>
              <a:gd name="T7" fmla="*/ 348 h 970"/>
              <a:gd name="T8" fmla="*/ 846 w 5760"/>
              <a:gd name="T9" fmla="*/ 354 h 970"/>
              <a:gd name="T10" fmla="*/ 1074 w 5760"/>
              <a:gd name="T11" fmla="*/ 360 h 970"/>
              <a:gd name="T12" fmla="*/ 1314 w 5760"/>
              <a:gd name="T13" fmla="*/ 366 h 970"/>
              <a:gd name="T14" fmla="*/ 1599 w 5760"/>
              <a:gd name="T15" fmla="*/ 381 h 970"/>
              <a:gd name="T16" fmla="*/ 1911 w 5760"/>
              <a:gd name="T17" fmla="*/ 399 h 970"/>
              <a:gd name="T18" fmla="*/ 2241 w 5760"/>
              <a:gd name="T19" fmla="*/ 420 h 970"/>
              <a:gd name="T20" fmla="*/ 2619 w 5760"/>
              <a:gd name="T21" fmla="*/ 453 h 970"/>
              <a:gd name="T22" fmla="*/ 2889 w 5760"/>
              <a:gd name="T23" fmla="*/ 477 h 970"/>
              <a:gd name="T24" fmla="*/ 3177 w 5760"/>
              <a:gd name="T25" fmla="*/ 507 h 970"/>
              <a:gd name="T26" fmla="*/ 3498 w 5760"/>
              <a:gd name="T27" fmla="*/ 543 h 970"/>
              <a:gd name="T28" fmla="*/ 3813 w 5760"/>
              <a:gd name="T29" fmla="*/ 585 h 970"/>
              <a:gd name="T30" fmla="*/ 4044 w 5760"/>
              <a:gd name="T31" fmla="*/ 618 h 970"/>
              <a:gd name="T32" fmla="*/ 4365 w 5760"/>
              <a:gd name="T33" fmla="*/ 669 h 970"/>
              <a:gd name="T34" fmla="*/ 4683 w 5760"/>
              <a:gd name="T35" fmla="*/ 726 h 970"/>
              <a:gd name="T36" fmla="*/ 4980 w 5760"/>
              <a:gd name="T37" fmla="*/ 786 h 970"/>
              <a:gd name="T38" fmla="*/ 5268 w 5760"/>
              <a:gd name="T39" fmla="*/ 846 h 970"/>
              <a:gd name="T40" fmla="*/ 5646 w 5760"/>
              <a:gd name="T41" fmla="*/ 942 h 970"/>
              <a:gd name="T42" fmla="*/ 5759 w 5760"/>
              <a:gd name="T43" fmla="*/ 969 h 970"/>
              <a:gd name="T44" fmla="*/ 5759 w 5760"/>
              <a:gd name="T45" fmla="*/ 0 h 970"/>
              <a:gd name="T46" fmla="*/ 0 w 5760"/>
              <a:gd name="T47" fmla="*/ 0 h 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760" h="970">
                <a:moveTo>
                  <a:pt x="0" y="0"/>
                </a:moveTo>
                <a:lnTo>
                  <a:pt x="0" y="339"/>
                </a:lnTo>
                <a:lnTo>
                  <a:pt x="318" y="342"/>
                </a:lnTo>
                <a:lnTo>
                  <a:pt x="591" y="348"/>
                </a:lnTo>
                <a:lnTo>
                  <a:pt x="846" y="354"/>
                </a:lnTo>
                <a:lnTo>
                  <a:pt x="1074" y="360"/>
                </a:lnTo>
                <a:lnTo>
                  <a:pt x="1314" y="366"/>
                </a:lnTo>
                <a:lnTo>
                  <a:pt x="1599" y="381"/>
                </a:lnTo>
                <a:lnTo>
                  <a:pt x="1911" y="399"/>
                </a:lnTo>
                <a:lnTo>
                  <a:pt x="2241" y="420"/>
                </a:lnTo>
                <a:lnTo>
                  <a:pt x="2619" y="453"/>
                </a:lnTo>
                <a:lnTo>
                  <a:pt x="2889" y="477"/>
                </a:lnTo>
                <a:lnTo>
                  <a:pt x="3177" y="507"/>
                </a:lnTo>
                <a:lnTo>
                  <a:pt x="3498" y="543"/>
                </a:lnTo>
                <a:lnTo>
                  <a:pt x="3813" y="585"/>
                </a:lnTo>
                <a:lnTo>
                  <a:pt x="4044" y="618"/>
                </a:lnTo>
                <a:lnTo>
                  <a:pt x="4365" y="669"/>
                </a:lnTo>
                <a:lnTo>
                  <a:pt x="4683" y="726"/>
                </a:lnTo>
                <a:lnTo>
                  <a:pt x="4980" y="786"/>
                </a:lnTo>
                <a:lnTo>
                  <a:pt x="5268" y="846"/>
                </a:lnTo>
                <a:lnTo>
                  <a:pt x="5646" y="942"/>
                </a:lnTo>
                <a:lnTo>
                  <a:pt x="5759" y="969"/>
                </a:lnTo>
                <a:lnTo>
                  <a:pt x="5759" y="0"/>
                </a:lnTo>
                <a:lnTo>
                  <a:pt x="0" y="0"/>
                </a:lnTo>
              </a:path>
            </a:pathLst>
          </a:cu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cap="flat" cmpd="sng">
                <a:solidFill>
                  <a:schemeClr val="tx1"/>
                </a:solidFill>
                <a:prstDash val="solid"/>
                <a:round/>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0" name="Freeform 8">
            <a:extLst>
              <a:ext uri="{FF2B5EF4-FFF2-40B4-BE49-F238E27FC236}">
                <a16:creationId xmlns:a16="http://schemas.microsoft.com/office/drawing/2014/main" id="{9D85BE8A-5BF6-3BE9-888D-0ECA26C6F7D5}"/>
              </a:ext>
            </a:extLst>
          </p:cNvPr>
          <p:cNvSpPr>
            <a:spLocks/>
          </p:cNvSpPr>
          <p:nvPr/>
        </p:nvSpPr>
        <p:spPr bwMode="white">
          <a:xfrm>
            <a:off x="0" y="-20638"/>
            <a:ext cx="9144000" cy="1682751"/>
          </a:xfrm>
          <a:custGeom>
            <a:avLst/>
            <a:gdLst>
              <a:gd name="T0" fmla="*/ 0 w 5760"/>
              <a:gd name="T1" fmla="*/ 753 h 1060"/>
              <a:gd name="T2" fmla="*/ 0 w 5760"/>
              <a:gd name="T3" fmla="*/ 1059 h 1060"/>
              <a:gd name="T4" fmla="*/ 5759 w 5760"/>
              <a:gd name="T5" fmla="*/ 1059 h 1060"/>
              <a:gd name="T6" fmla="*/ 5759 w 5760"/>
              <a:gd name="T7" fmla="*/ 0 h 1060"/>
              <a:gd name="T8" fmla="*/ 5430 w 5760"/>
              <a:gd name="T9" fmla="*/ 0 h 1060"/>
              <a:gd name="T10" fmla="*/ 5298 w 5760"/>
              <a:gd name="T11" fmla="*/ 84 h 1060"/>
              <a:gd name="T12" fmla="*/ 5136 w 5760"/>
              <a:gd name="T13" fmla="*/ 159 h 1060"/>
              <a:gd name="T14" fmla="*/ 4968 w 5760"/>
              <a:gd name="T15" fmla="*/ 222 h 1060"/>
              <a:gd name="T16" fmla="*/ 4812 w 5760"/>
              <a:gd name="T17" fmla="*/ 267 h 1060"/>
              <a:gd name="T18" fmla="*/ 4626 w 5760"/>
              <a:gd name="T19" fmla="*/ 324 h 1060"/>
              <a:gd name="T20" fmla="*/ 4440 w 5760"/>
              <a:gd name="T21" fmla="*/ 366 h 1060"/>
              <a:gd name="T22" fmla="*/ 4230 w 5760"/>
              <a:gd name="T23" fmla="*/ 414 h 1060"/>
              <a:gd name="T24" fmla="*/ 3939 w 5760"/>
              <a:gd name="T25" fmla="*/ 468 h 1060"/>
              <a:gd name="T26" fmla="*/ 3711 w 5760"/>
              <a:gd name="T27" fmla="*/ 504 h 1060"/>
              <a:gd name="T28" fmla="*/ 3441 w 5760"/>
              <a:gd name="T29" fmla="*/ 543 h 1060"/>
              <a:gd name="T30" fmla="*/ 3189 w 5760"/>
              <a:gd name="T31" fmla="*/ 579 h 1060"/>
              <a:gd name="T32" fmla="*/ 2925 w 5760"/>
              <a:gd name="T33" fmla="*/ 606 h 1060"/>
              <a:gd name="T34" fmla="*/ 2679 w 5760"/>
              <a:gd name="T35" fmla="*/ 633 h 1060"/>
              <a:gd name="T36" fmla="*/ 2418 w 5760"/>
              <a:gd name="T37" fmla="*/ 654 h 1060"/>
              <a:gd name="T38" fmla="*/ 2142 w 5760"/>
              <a:gd name="T39" fmla="*/ 675 h 1060"/>
              <a:gd name="T40" fmla="*/ 1896 w 5760"/>
              <a:gd name="T41" fmla="*/ 693 h 1060"/>
              <a:gd name="T42" fmla="*/ 1647 w 5760"/>
              <a:gd name="T43" fmla="*/ 708 h 1060"/>
              <a:gd name="T44" fmla="*/ 1404 w 5760"/>
              <a:gd name="T45" fmla="*/ 720 h 1060"/>
              <a:gd name="T46" fmla="*/ 1170 w 5760"/>
              <a:gd name="T47" fmla="*/ 732 h 1060"/>
              <a:gd name="T48" fmla="*/ 906 w 5760"/>
              <a:gd name="T49" fmla="*/ 738 h 1060"/>
              <a:gd name="T50" fmla="*/ 534 w 5760"/>
              <a:gd name="T51" fmla="*/ 747 h 1060"/>
              <a:gd name="T52" fmla="*/ 201 w 5760"/>
              <a:gd name="T53" fmla="*/ 753 h 1060"/>
              <a:gd name="T54" fmla="*/ 0 w 5760"/>
              <a:gd name="T55" fmla="*/ 753 h 10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760" h="1060">
                <a:moveTo>
                  <a:pt x="0" y="753"/>
                </a:moveTo>
                <a:lnTo>
                  <a:pt x="0" y="1059"/>
                </a:lnTo>
                <a:lnTo>
                  <a:pt x="5759" y="1059"/>
                </a:lnTo>
                <a:lnTo>
                  <a:pt x="5759" y="0"/>
                </a:lnTo>
                <a:lnTo>
                  <a:pt x="5430" y="0"/>
                </a:lnTo>
                <a:lnTo>
                  <a:pt x="5298" y="84"/>
                </a:lnTo>
                <a:lnTo>
                  <a:pt x="5136" y="159"/>
                </a:lnTo>
                <a:lnTo>
                  <a:pt x="4968" y="222"/>
                </a:lnTo>
                <a:lnTo>
                  <a:pt x="4812" y="267"/>
                </a:lnTo>
                <a:lnTo>
                  <a:pt x="4626" y="324"/>
                </a:lnTo>
                <a:lnTo>
                  <a:pt x="4440" y="366"/>
                </a:lnTo>
                <a:lnTo>
                  <a:pt x="4230" y="414"/>
                </a:lnTo>
                <a:lnTo>
                  <a:pt x="3939" y="468"/>
                </a:lnTo>
                <a:lnTo>
                  <a:pt x="3711" y="504"/>
                </a:lnTo>
                <a:lnTo>
                  <a:pt x="3441" y="543"/>
                </a:lnTo>
                <a:lnTo>
                  <a:pt x="3189" y="579"/>
                </a:lnTo>
                <a:lnTo>
                  <a:pt x="2925" y="606"/>
                </a:lnTo>
                <a:lnTo>
                  <a:pt x="2679" y="633"/>
                </a:lnTo>
                <a:lnTo>
                  <a:pt x="2418" y="654"/>
                </a:lnTo>
                <a:lnTo>
                  <a:pt x="2142" y="675"/>
                </a:lnTo>
                <a:lnTo>
                  <a:pt x="1896" y="693"/>
                </a:lnTo>
                <a:lnTo>
                  <a:pt x="1647" y="708"/>
                </a:lnTo>
                <a:lnTo>
                  <a:pt x="1404" y="720"/>
                </a:lnTo>
                <a:lnTo>
                  <a:pt x="1170" y="732"/>
                </a:lnTo>
                <a:lnTo>
                  <a:pt x="906" y="738"/>
                </a:lnTo>
                <a:lnTo>
                  <a:pt x="534" y="747"/>
                </a:lnTo>
                <a:lnTo>
                  <a:pt x="201" y="753"/>
                </a:lnTo>
                <a:lnTo>
                  <a:pt x="0" y="753"/>
                </a:lnTo>
              </a:path>
            </a:pathLst>
          </a:cu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cap="flat" cmpd="sng">
                <a:solidFill>
                  <a:schemeClr val="tx1"/>
                </a:solidFill>
                <a:prstDash val="solid"/>
                <a:round/>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1" name="Freeform 9">
            <a:extLst>
              <a:ext uri="{FF2B5EF4-FFF2-40B4-BE49-F238E27FC236}">
                <a16:creationId xmlns:a16="http://schemas.microsoft.com/office/drawing/2014/main" id="{1F3771F5-A0AE-DFB6-530D-2249D115AD85}"/>
              </a:ext>
            </a:extLst>
          </p:cNvPr>
          <p:cNvSpPr>
            <a:spLocks/>
          </p:cNvSpPr>
          <p:nvPr/>
        </p:nvSpPr>
        <p:spPr bwMode="white">
          <a:xfrm>
            <a:off x="0" y="-20638"/>
            <a:ext cx="8388350" cy="1068388"/>
          </a:xfrm>
          <a:custGeom>
            <a:avLst/>
            <a:gdLst>
              <a:gd name="T0" fmla="*/ 0 w 5284"/>
              <a:gd name="T1" fmla="*/ 366 h 673"/>
              <a:gd name="T2" fmla="*/ 0 w 5284"/>
              <a:gd name="T3" fmla="*/ 672 h 673"/>
              <a:gd name="T4" fmla="*/ 303 w 5284"/>
              <a:gd name="T5" fmla="*/ 672 h 673"/>
              <a:gd name="T6" fmla="*/ 723 w 5284"/>
              <a:gd name="T7" fmla="*/ 663 h 673"/>
              <a:gd name="T8" fmla="*/ 1020 w 5284"/>
              <a:gd name="T9" fmla="*/ 654 h 673"/>
              <a:gd name="T10" fmla="*/ 1302 w 5284"/>
              <a:gd name="T11" fmla="*/ 642 h 673"/>
              <a:gd name="T12" fmla="*/ 1554 w 5284"/>
              <a:gd name="T13" fmla="*/ 630 h 673"/>
              <a:gd name="T14" fmla="*/ 1779 w 5284"/>
              <a:gd name="T15" fmla="*/ 615 h 673"/>
              <a:gd name="T16" fmla="*/ 1962 w 5284"/>
              <a:gd name="T17" fmla="*/ 606 h 673"/>
              <a:gd name="T18" fmla="*/ 2193 w 5284"/>
              <a:gd name="T19" fmla="*/ 588 h 673"/>
              <a:gd name="T20" fmla="*/ 2448 w 5284"/>
              <a:gd name="T21" fmla="*/ 570 h 673"/>
              <a:gd name="T22" fmla="*/ 2700 w 5284"/>
              <a:gd name="T23" fmla="*/ 546 h 673"/>
              <a:gd name="T24" fmla="*/ 2904 w 5284"/>
              <a:gd name="T25" fmla="*/ 528 h 673"/>
              <a:gd name="T26" fmla="*/ 3138 w 5284"/>
              <a:gd name="T27" fmla="*/ 498 h 673"/>
              <a:gd name="T28" fmla="*/ 3324 w 5284"/>
              <a:gd name="T29" fmla="*/ 474 h 673"/>
              <a:gd name="T30" fmla="*/ 3534 w 5284"/>
              <a:gd name="T31" fmla="*/ 447 h 673"/>
              <a:gd name="T32" fmla="*/ 3735 w 5284"/>
              <a:gd name="T33" fmla="*/ 420 h 673"/>
              <a:gd name="T34" fmla="*/ 3933 w 5284"/>
              <a:gd name="T35" fmla="*/ 384 h 673"/>
              <a:gd name="T36" fmla="*/ 4116 w 5284"/>
              <a:gd name="T37" fmla="*/ 351 h 673"/>
              <a:gd name="T38" fmla="*/ 4266 w 5284"/>
              <a:gd name="T39" fmla="*/ 318 h 673"/>
              <a:gd name="T40" fmla="*/ 4446 w 5284"/>
              <a:gd name="T41" fmla="*/ 279 h 673"/>
              <a:gd name="T42" fmla="*/ 4620 w 5284"/>
              <a:gd name="T43" fmla="*/ 237 h 673"/>
              <a:gd name="T44" fmla="*/ 4779 w 5284"/>
              <a:gd name="T45" fmla="*/ 192 h 673"/>
              <a:gd name="T46" fmla="*/ 4920 w 5284"/>
              <a:gd name="T47" fmla="*/ 147 h 673"/>
              <a:gd name="T48" fmla="*/ 5085 w 5284"/>
              <a:gd name="T49" fmla="*/ 90 h 673"/>
              <a:gd name="T50" fmla="*/ 5193 w 5284"/>
              <a:gd name="T51" fmla="*/ 42 h 673"/>
              <a:gd name="T52" fmla="*/ 5283 w 5284"/>
              <a:gd name="T53" fmla="*/ 0 h 673"/>
              <a:gd name="T54" fmla="*/ 3201 w 5284"/>
              <a:gd name="T55" fmla="*/ 0 h 673"/>
              <a:gd name="T56" fmla="*/ 2982 w 5284"/>
              <a:gd name="T57" fmla="*/ 57 h 673"/>
              <a:gd name="T58" fmla="*/ 2775 w 5284"/>
              <a:gd name="T59" fmla="*/ 108 h 673"/>
              <a:gd name="T60" fmla="*/ 2562 w 5284"/>
              <a:gd name="T61" fmla="*/ 150 h 673"/>
              <a:gd name="T62" fmla="*/ 2397 w 5284"/>
              <a:gd name="T63" fmla="*/ 183 h 673"/>
              <a:gd name="T64" fmla="*/ 2205 w 5284"/>
              <a:gd name="T65" fmla="*/ 213 h 673"/>
              <a:gd name="T66" fmla="*/ 2001 w 5284"/>
              <a:gd name="T67" fmla="*/ 243 h 673"/>
              <a:gd name="T68" fmla="*/ 1776 w 5284"/>
              <a:gd name="T69" fmla="*/ 273 h 673"/>
              <a:gd name="T70" fmla="*/ 1536 w 5284"/>
              <a:gd name="T71" fmla="*/ 297 h 673"/>
              <a:gd name="T72" fmla="*/ 1344 w 5284"/>
              <a:gd name="T73" fmla="*/ 312 h 673"/>
              <a:gd name="T74" fmla="*/ 1134 w 5284"/>
              <a:gd name="T75" fmla="*/ 330 h 673"/>
              <a:gd name="T76" fmla="*/ 921 w 5284"/>
              <a:gd name="T77" fmla="*/ 342 h 673"/>
              <a:gd name="T78" fmla="*/ 696 w 5284"/>
              <a:gd name="T79" fmla="*/ 354 h 673"/>
              <a:gd name="T80" fmla="*/ 501 w 5284"/>
              <a:gd name="T81" fmla="*/ 360 h 673"/>
              <a:gd name="T82" fmla="*/ 279 w 5284"/>
              <a:gd name="T83" fmla="*/ 366 h 673"/>
              <a:gd name="T84" fmla="*/ 99 w 5284"/>
              <a:gd name="T85" fmla="*/ 369 h 673"/>
              <a:gd name="T86" fmla="*/ 0 w 5284"/>
              <a:gd name="T87" fmla="*/ 366 h 6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284" h="673">
                <a:moveTo>
                  <a:pt x="0" y="366"/>
                </a:moveTo>
                <a:lnTo>
                  <a:pt x="0" y="672"/>
                </a:lnTo>
                <a:lnTo>
                  <a:pt x="303" y="672"/>
                </a:lnTo>
                <a:lnTo>
                  <a:pt x="723" y="663"/>
                </a:lnTo>
                <a:lnTo>
                  <a:pt x="1020" y="654"/>
                </a:lnTo>
                <a:lnTo>
                  <a:pt x="1302" y="642"/>
                </a:lnTo>
                <a:lnTo>
                  <a:pt x="1554" y="630"/>
                </a:lnTo>
                <a:lnTo>
                  <a:pt x="1779" y="615"/>
                </a:lnTo>
                <a:lnTo>
                  <a:pt x="1962" y="606"/>
                </a:lnTo>
                <a:lnTo>
                  <a:pt x="2193" y="588"/>
                </a:lnTo>
                <a:lnTo>
                  <a:pt x="2448" y="570"/>
                </a:lnTo>
                <a:lnTo>
                  <a:pt x="2700" y="546"/>
                </a:lnTo>
                <a:lnTo>
                  <a:pt x="2904" y="528"/>
                </a:lnTo>
                <a:lnTo>
                  <a:pt x="3138" y="498"/>
                </a:lnTo>
                <a:lnTo>
                  <a:pt x="3324" y="474"/>
                </a:lnTo>
                <a:lnTo>
                  <a:pt x="3534" y="447"/>
                </a:lnTo>
                <a:lnTo>
                  <a:pt x="3735" y="420"/>
                </a:lnTo>
                <a:lnTo>
                  <a:pt x="3933" y="384"/>
                </a:lnTo>
                <a:lnTo>
                  <a:pt x="4116" y="351"/>
                </a:lnTo>
                <a:lnTo>
                  <a:pt x="4266" y="318"/>
                </a:lnTo>
                <a:lnTo>
                  <a:pt x="4446" y="279"/>
                </a:lnTo>
                <a:lnTo>
                  <a:pt x="4620" y="237"/>
                </a:lnTo>
                <a:lnTo>
                  <a:pt x="4779" y="192"/>
                </a:lnTo>
                <a:lnTo>
                  <a:pt x="4920" y="147"/>
                </a:lnTo>
                <a:lnTo>
                  <a:pt x="5085" y="90"/>
                </a:lnTo>
                <a:lnTo>
                  <a:pt x="5193" y="42"/>
                </a:lnTo>
                <a:lnTo>
                  <a:pt x="5283" y="0"/>
                </a:lnTo>
                <a:lnTo>
                  <a:pt x="3201" y="0"/>
                </a:lnTo>
                <a:lnTo>
                  <a:pt x="2982" y="57"/>
                </a:lnTo>
                <a:lnTo>
                  <a:pt x="2775" y="108"/>
                </a:lnTo>
                <a:lnTo>
                  <a:pt x="2562" y="150"/>
                </a:lnTo>
                <a:lnTo>
                  <a:pt x="2397" y="183"/>
                </a:lnTo>
                <a:lnTo>
                  <a:pt x="2205" y="213"/>
                </a:lnTo>
                <a:lnTo>
                  <a:pt x="2001" y="243"/>
                </a:lnTo>
                <a:lnTo>
                  <a:pt x="1776" y="273"/>
                </a:lnTo>
                <a:lnTo>
                  <a:pt x="1536" y="297"/>
                </a:lnTo>
                <a:lnTo>
                  <a:pt x="1344" y="312"/>
                </a:lnTo>
                <a:lnTo>
                  <a:pt x="1134" y="330"/>
                </a:lnTo>
                <a:lnTo>
                  <a:pt x="921" y="342"/>
                </a:lnTo>
                <a:lnTo>
                  <a:pt x="696" y="354"/>
                </a:lnTo>
                <a:lnTo>
                  <a:pt x="501" y="360"/>
                </a:lnTo>
                <a:lnTo>
                  <a:pt x="279" y="366"/>
                </a:lnTo>
                <a:lnTo>
                  <a:pt x="99" y="369"/>
                </a:lnTo>
                <a:lnTo>
                  <a:pt x="0" y="366"/>
                </a:lnTo>
              </a:path>
            </a:pathLst>
          </a:cu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cap="flat" cmpd="sng">
                <a:solidFill>
                  <a:schemeClr val="tx1"/>
                </a:solidFill>
                <a:prstDash val="solid"/>
                <a:round/>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2" name="Freeform 10">
            <a:extLst>
              <a:ext uri="{FF2B5EF4-FFF2-40B4-BE49-F238E27FC236}">
                <a16:creationId xmlns:a16="http://schemas.microsoft.com/office/drawing/2014/main" id="{E07EAEF7-8A75-6078-5269-997D2427FDDE}"/>
              </a:ext>
            </a:extLst>
          </p:cNvPr>
          <p:cNvSpPr>
            <a:spLocks/>
          </p:cNvSpPr>
          <p:nvPr/>
        </p:nvSpPr>
        <p:spPr bwMode="white">
          <a:xfrm>
            <a:off x="0" y="-20638"/>
            <a:ext cx="4578350" cy="454026"/>
          </a:xfrm>
          <a:custGeom>
            <a:avLst/>
            <a:gdLst>
              <a:gd name="T0" fmla="*/ 0 w 2884"/>
              <a:gd name="T1" fmla="*/ 0 h 286"/>
              <a:gd name="T2" fmla="*/ 0 w 2884"/>
              <a:gd name="T3" fmla="*/ 285 h 286"/>
              <a:gd name="T4" fmla="*/ 192 w 2884"/>
              <a:gd name="T5" fmla="*/ 285 h 286"/>
              <a:gd name="T6" fmla="*/ 384 w 2884"/>
              <a:gd name="T7" fmla="*/ 282 h 286"/>
              <a:gd name="T8" fmla="*/ 579 w 2884"/>
              <a:gd name="T9" fmla="*/ 276 h 286"/>
              <a:gd name="T10" fmla="*/ 789 w 2884"/>
              <a:gd name="T11" fmla="*/ 267 h 286"/>
              <a:gd name="T12" fmla="*/ 999 w 2884"/>
              <a:gd name="T13" fmla="*/ 258 h 286"/>
              <a:gd name="T14" fmla="*/ 1161 w 2884"/>
              <a:gd name="T15" fmla="*/ 246 h 286"/>
              <a:gd name="T16" fmla="*/ 1302 w 2884"/>
              <a:gd name="T17" fmla="*/ 234 h 286"/>
              <a:gd name="T18" fmla="*/ 1458 w 2884"/>
              <a:gd name="T19" fmla="*/ 222 h 286"/>
              <a:gd name="T20" fmla="*/ 1665 w 2884"/>
              <a:gd name="T21" fmla="*/ 201 h 286"/>
              <a:gd name="T22" fmla="*/ 1992 w 2884"/>
              <a:gd name="T23" fmla="*/ 159 h 286"/>
              <a:gd name="T24" fmla="*/ 2301 w 2884"/>
              <a:gd name="T25" fmla="*/ 117 h 286"/>
              <a:gd name="T26" fmla="*/ 2604 w 2884"/>
              <a:gd name="T27" fmla="*/ 60 h 286"/>
              <a:gd name="T28" fmla="*/ 2883 w 2884"/>
              <a:gd name="T29" fmla="*/ 0 h 286"/>
              <a:gd name="T30" fmla="*/ 0 w 2884"/>
              <a:gd name="T31" fmla="*/ 0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84" h="286">
                <a:moveTo>
                  <a:pt x="0" y="0"/>
                </a:moveTo>
                <a:lnTo>
                  <a:pt x="0" y="285"/>
                </a:lnTo>
                <a:lnTo>
                  <a:pt x="192" y="285"/>
                </a:lnTo>
                <a:lnTo>
                  <a:pt x="384" y="282"/>
                </a:lnTo>
                <a:lnTo>
                  <a:pt x="579" y="276"/>
                </a:lnTo>
                <a:lnTo>
                  <a:pt x="789" y="267"/>
                </a:lnTo>
                <a:lnTo>
                  <a:pt x="999" y="258"/>
                </a:lnTo>
                <a:lnTo>
                  <a:pt x="1161" y="246"/>
                </a:lnTo>
                <a:lnTo>
                  <a:pt x="1302" y="234"/>
                </a:lnTo>
                <a:lnTo>
                  <a:pt x="1458" y="222"/>
                </a:lnTo>
                <a:lnTo>
                  <a:pt x="1665" y="201"/>
                </a:lnTo>
                <a:lnTo>
                  <a:pt x="1992" y="159"/>
                </a:lnTo>
                <a:lnTo>
                  <a:pt x="2301" y="117"/>
                </a:lnTo>
                <a:lnTo>
                  <a:pt x="2604" y="60"/>
                </a:lnTo>
                <a:lnTo>
                  <a:pt x="2883" y="0"/>
                </a:lnTo>
                <a:lnTo>
                  <a:pt x="0" y="0"/>
                </a:lnTo>
              </a:path>
            </a:pathLst>
          </a:cu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83" name="Rectangle 11">
            <a:extLst>
              <a:ext uri="{FF2B5EF4-FFF2-40B4-BE49-F238E27FC236}">
                <a16:creationId xmlns:a16="http://schemas.microsoft.com/office/drawing/2014/main" id="{1FEAB22B-D2DD-2D9D-8158-87CF993EFC96}"/>
              </a:ext>
            </a:extLst>
          </p:cNvPr>
          <p:cNvSpPr>
            <a:spLocks noGrp="1" noChangeArrowheads="1"/>
          </p:cNvSpPr>
          <p:nvPr>
            <p:ph type="ctrTitle"/>
          </p:nvPr>
        </p:nvSpPr>
        <p:spPr>
          <a:xfrm>
            <a:off x="685800" y="2286000"/>
            <a:ext cx="7772400" cy="1143000"/>
          </a:xfrm>
        </p:spPr>
        <p:txBody>
          <a:bodyPr/>
          <a:lstStyle>
            <a:lvl1pPr algn="l">
              <a:defRPr sz="4800">
                <a:solidFill>
                  <a:schemeClr val="tx1"/>
                </a:solidFill>
              </a:defRPr>
            </a:lvl1pPr>
          </a:lstStyle>
          <a:p>
            <a:pPr lvl="0"/>
            <a:r>
              <a:rPr lang="zh-CN" altLang="en-US" noProof="0"/>
              <a:t>单击此处编辑母版标题样式</a:t>
            </a:r>
            <a:endParaRPr lang="zh-CN" altLang="zh-CN" noProof="0"/>
          </a:p>
        </p:txBody>
      </p:sp>
      <p:sp>
        <p:nvSpPr>
          <p:cNvPr id="3084" name="Rectangle 12">
            <a:extLst>
              <a:ext uri="{FF2B5EF4-FFF2-40B4-BE49-F238E27FC236}">
                <a16:creationId xmlns:a16="http://schemas.microsoft.com/office/drawing/2014/main" id="{D42B7B97-F135-FB9A-5A50-709571407521}"/>
              </a:ext>
            </a:extLst>
          </p:cNvPr>
          <p:cNvSpPr>
            <a:spLocks noGrp="1" noChangeArrowheads="1"/>
          </p:cNvSpPr>
          <p:nvPr>
            <p:ph type="subTitle" idx="1"/>
          </p:nvPr>
        </p:nvSpPr>
        <p:spPr>
          <a:xfrm>
            <a:off x="1371600" y="3886200"/>
            <a:ext cx="6400800" cy="1752600"/>
          </a:xfrm>
        </p:spPr>
        <p:txBody>
          <a:bodyPr/>
          <a:lstStyle>
            <a:lvl1pPr marL="0" indent="0">
              <a:spcBef>
                <a:spcPct val="0"/>
              </a:spcBef>
              <a:buFontTx/>
              <a:buNone/>
              <a:defRPr sz="2400"/>
            </a:lvl1pPr>
          </a:lstStyle>
          <a:p>
            <a:pPr lvl="0"/>
            <a:r>
              <a:rPr lang="zh-CN" altLang="en-US" noProof="0"/>
              <a:t>单击此处编辑母版副标题样式</a:t>
            </a:r>
          </a:p>
        </p:txBody>
      </p:sp>
      <p:sp>
        <p:nvSpPr>
          <p:cNvPr id="3085" name="Rectangle 13">
            <a:extLst>
              <a:ext uri="{FF2B5EF4-FFF2-40B4-BE49-F238E27FC236}">
                <a16:creationId xmlns:a16="http://schemas.microsoft.com/office/drawing/2014/main" id="{C7EFDAAA-E016-4D8E-33F0-FFC09E3F0E4F}"/>
              </a:ext>
            </a:extLst>
          </p:cNvPr>
          <p:cNvSpPr>
            <a:spLocks noGrp="1" noChangeArrowheads="1"/>
          </p:cNvSpPr>
          <p:nvPr>
            <p:ph type="dt" sz="half" idx="2"/>
          </p:nvPr>
        </p:nvSpPr>
        <p:spPr/>
        <p:txBody>
          <a:bodyPr/>
          <a:lstStyle>
            <a:lvl1pPr>
              <a:defRPr/>
            </a:lvl1pPr>
          </a:lstStyle>
          <a:p>
            <a:endParaRPr lang="zh-CN" altLang="en-US"/>
          </a:p>
        </p:txBody>
      </p:sp>
      <p:sp>
        <p:nvSpPr>
          <p:cNvPr id="3086" name="Rectangle 14">
            <a:extLst>
              <a:ext uri="{FF2B5EF4-FFF2-40B4-BE49-F238E27FC236}">
                <a16:creationId xmlns:a16="http://schemas.microsoft.com/office/drawing/2014/main" id="{49CB458D-0EAB-7652-BCED-562571D83FB5}"/>
              </a:ext>
            </a:extLst>
          </p:cNvPr>
          <p:cNvSpPr>
            <a:spLocks noGrp="1" noChangeArrowheads="1"/>
          </p:cNvSpPr>
          <p:nvPr>
            <p:ph type="ftr" sz="quarter" idx="3"/>
          </p:nvPr>
        </p:nvSpPr>
        <p:spPr/>
        <p:txBody>
          <a:bodyPr/>
          <a:lstStyle>
            <a:lvl1pPr>
              <a:defRPr/>
            </a:lvl1pPr>
          </a:lstStyle>
          <a:p>
            <a:endParaRPr lang="zh-CN" altLang="en-US"/>
          </a:p>
        </p:txBody>
      </p:sp>
      <p:sp>
        <p:nvSpPr>
          <p:cNvPr id="3087" name="Rectangle 15">
            <a:extLst>
              <a:ext uri="{FF2B5EF4-FFF2-40B4-BE49-F238E27FC236}">
                <a16:creationId xmlns:a16="http://schemas.microsoft.com/office/drawing/2014/main" id="{4FD4AE66-A32A-DC61-EC59-DD155B80DA5C}"/>
              </a:ext>
            </a:extLst>
          </p:cNvPr>
          <p:cNvSpPr>
            <a:spLocks noGrp="1" noChangeArrowheads="1"/>
          </p:cNvSpPr>
          <p:nvPr>
            <p:ph type="sldNum" sz="quarter" idx="4"/>
          </p:nvPr>
        </p:nvSpPr>
        <p:spPr/>
        <p:txBody>
          <a:bodyPr/>
          <a:lstStyle>
            <a:lvl1pPr>
              <a:defRPr/>
            </a:lvl1pPr>
          </a:lstStyle>
          <a:p>
            <a:fld id="{E8ECCB45-4427-42CD-960C-50BFF2041B2C}" type="slidenum">
              <a:rPr lang="zh-CN" altLang="en-US"/>
              <a:pPr/>
              <a:t>‹#›</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1000"/>
                                  </p:stCondLst>
                                  <p:childTnLst>
                                    <p:set>
                                      <p:cBhvr>
                                        <p:cTn id="6" dur="1" fill="hold">
                                          <p:stCondLst>
                                            <p:cond delay="0"/>
                                          </p:stCondLst>
                                        </p:cTn>
                                        <p:tgtEl>
                                          <p:spTgt spid="3074"/>
                                        </p:tgtEl>
                                        <p:attrNameLst>
                                          <p:attrName>style.visibility</p:attrName>
                                        </p:attrNameLst>
                                      </p:cBhvr>
                                      <p:to>
                                        <p:strVal val="visible"/>
                                      </p:to>
                                    </p:set>
                                    <p:anim calcmode="lin" valueType="num">
                                      <p:cBhvr additive="base">
                                        <p:cTn id="7" dur="500" fill="hold"/>
                                        <p:tgtEl>
                                          <p:spTgt spid="3074"/>
                                        </p:tgtEl>
                                        <p:attrNameLst>
                                          <p:attrName>ppt_x</p:attrName>
                                        </p:attrNameLst>
                                      </p:cBhvr>
                                      <p:tavLst>
                                        <p:tav tm="0">
                                          <p:val>
                                            <p:strVal val="0-#ppt_w/2"/>
                                          </p:val>
                                        </p:tav>
                                        <p:tav tm="100000">
                                          <p:val>
                                            <p:strVal val="#ppt_x"/>
                                          </p:val>
                                        </p:tav>
                                      </p:tavLst>
                                    </p:anim>
                                    <p:anim calcmode="lin" valueType="num">
                                      <p:cBhvr additive="base">
                                        <p:cTn id="8" dur="500" fill="hold"/>
                                        <p:tgtEl>
                                          <p:spTgt spid="3074"/>
                                        </p:tgtEl>
                                        <p:attrNameLst>
                                          <p:attrName>ppt_y</p:attrName>
                                        </p:attrNameLst>
                                      </p:cBhvr>
                                      <p:tavLst>
                                        <p:tav tm="0">
                                          <p:val>
                                            <p:strVal val="#ppt_y"/>
                                          </p:val>
                                        </p:tav>
                                        <p:tav tm="100000">
                                          <p:val>
                                            <p:strVal val="#ppt_y"/>
                                          </p:val>
                                        </p:tav>
                                      </p:tavLst>
                                    </p:anim>
                                  </p:childTnLst>
                                  <p:subTnLst>
                                    <p:set>
                                      <p:cBhvr override="childStyle">
                                        <p:cTn dur="1" fill="hold" display="0" masterRel="sameClick" afterEffect="1">
                                          <p:stCondLst>
                                            <p:cond evt="end" delay="0">
                                              <p:tn val="5"/>
                                            </p:cond>
                                          </p:stCondLst>
                                        </p:cTn>
                                        <p:tgtEl>
                                          <p:spTgt spid="3074"/>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4" grpId="0" animBg="1" autoUpdateAnimBg="0"/>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EC8010-B3D8-EA30-B2D0-712A43E198F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9E3D6F1-FDD4-41C5-B569-F0A0C94DF70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384A849-1B44-C95F-4E79-DAC9389AC9D9}"/>
              </a:ext>
            </a:extLst>
          </p:cNvPr>
          <p:cNvSpPr>
            <a:spLocks noGrp="1"/>
          </p:cNvSpPr>
          <p:nvPr>
            <p:ph type="dt" sz="half" idx="10"/>
          </p:nvPr>
        </p:nvSpPr>
        <p:spPr/>
        <p:txBody>
          <a:bodyPr/>
          <a:lstStyle>
            <a:lvl1pPr>
              <a:defRPr/>
            </a:lvl1pPr>
          </a:lstStyle>
          <a:p>
            <a:endParaRPr lang="zh-CN" altLang="en-US"/>
          </a:p>
        </p:txBody>
      </p:sp>
      <p:sp>
        <p:nvSpPr>
          <p:cNvPr id="5" name="页脚占位符 4">
            <a:extLst>
              <a:ext uri="{FF2B5EF4-FFF2-40B4-BE49-F238E27FC236}">
                <a16:creationId xmlns:a16="http://schemas.microsoft.com/office/drawing/2014/main" id="{693FFFFD-D4FB-A0F2-4617-1F58B0E78948}"/>
              </a:ext>
            </a:extLst>
          </p:cNvPr>
          <p:cNvSpPr>
            <a:spLocks noGrp="1"/>
          </p:cNvSpPr>
          <p:nvPr>
            <p:ph type="ftr" sz="quarter" idx="11"/>
          </p:nvPr>
        </p:nvSpPr>
        <p:spPr/>
        <p:txBody>
          <a:bodyPr/>
          <a:lstStyle>
            <a:lvl1pPr>
              <a:defRPr/>
            </a:lvl1pPr>
          </a:lstStyle>
          <a:p>
            <a:endParaRPr lang="zh-CN" altLang="en-US"/>
          </a:p>
        </p:txBody>
      </p:sp>
      <p:sp>
        <p:nvSpPr>
          <p:cNvPr id="6" name="灯片编号占位符 5">
            <a:extLst>
              <a:ext uri="{FF2B5EF4-FFF2-40B4-BE49-F238E27FC236}">
                <a16:creationId xmlns:a16="http://schemas.microsoft.com/office/drawing/2014/main" id="{0FC31050-4318-4CEF-AD7F-18A2E1456E60}"/>
              </a:ext>
            </a:extLst>
          </p:cNvPr>
          <p:cNvSpPr>
            <a:spLocks noGrp="1"/>
          </p:cNvSpPr>
          <p:nvPr>
            <p:ph type="sldNum" sz="quarter" idx="12"/>
          </p:nvPr>
        </p:nvSpPr>
        <p:spPr/>
        <p:txBody>
          <a:bodyPr/>
          <a:lstStyle>
            <a:lvl1pPr>
              <a:defRPr/>
            </a:lvl1pPr>
          </a:lstStyle>
          <a:p>
            <a:fld id="{F2FCFAA8-FA50-43FE-A3E1-C0E6267A0C72}" type="slidenum">
              <a:rPr lang="zh-CN" altLang="en-US"/>
              <a:pPr/>
              <a:t>‹#›</a:t>
            </a:fld>
            <a:endParaRPr lang="zh-CN" altLang="en-US"/>
          </a:p>
        </p:txBody>
      </p:sp>
    </p:spTree>
    <p:extLst>
      <p:ext uri="{BB962C8B-B14F-4D97-AF65-F5344CB8AC3E}">
        <p14:creationId xmlns:p14="http://schemas.microsoft.com/office/powerpoint/2010/main" val="4293985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D9FE74-C458-A74F-1D60-ED752EAB97EF}"/>
              </a:ext>
            </a:extLst>
          </p:cNvPr>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4A0581F7-3EC8-6D42-6DD0-7BB6BAB800E8}"/>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10B0675C-02DC-8475-D6C4-E4B184E7AB36}"/>
              </a:ext>
            </a:extLst>
          </p:cNvPr>
          <p:cNvSpPr>
            <a:spLocks noGrp="1"/>
          </p:cNvSpPr>
          <p:nvPr>
            <p:ph type="dt" sz="half" idx="10"/>
          </p:nvPr>
        </p:nvSpPr>
        <p:spPr/>
        <p:txBody>
          <a:bodyPr/>
          <a:lstStyle>
            <a:lvl1pPr>
              <a:defRPr/>
            </a:lvl1pPr>
          </a:lstStyle>
          <a:p>
            <a:endParaRPr lang="zh-CN" altLang="en-US"/>
          </a:p>
        </p:txBody>
      </p:sp>
      <p:sp>
        <p:nvSpPr>
          <p:cNvPr id="5" name="页脚占位符 4">
            <a:extLst>
              <a:ext uri="{FF2B5EF4-FFF2-40B4-BE49-F238E27FC236}">
                <a16:creationId xmlns:a16="http://schemas.microsoft.com/office/drawing/2014/main" id="{40160855-36FF-2E54-3FAA-EDD313609226}"/>
              </a:ext>
            </a:extLst>
          </p:cNvPr>
          <p:cNvSpPr>
            <a:spLocks noGrp="1"/>
          </p:cNvSpPr>
          <p:nvPr>
            <p:ph type="ftr" sz="quarter" idx="11"/>
          </p:nvPr>
        </p:nvSpPr>
        <p:spPr/>
        <p:txBody>
          <a:bodyPr/>
          <a:lstStyle>
            <a:lvl1pPr>
              <a:defRPr/>
            </a:lvl1pPr>
          </a:lstStyle>
          <a:p>
            <a:endParaRPr lang="zh-CN" altLang="en-US"/>
          </a:p>
        </p:txBody>
      </p:sp>
      <p:sp>
        <p:nvSpPr>
          <p:cNvPr id="6" name="灯片编号占位符 5">
            <a:extLst>
              <a:ext uri="{FF2B5EF4-FFF2-40B4-BE49-F238E27FC236}">
                <a16:creationId xmlns:a16="http://schemas.microsoft.com/office/drawing/2014/main" id="{BBD5BDBA-9F85-C85C-3124-3B322B2DFD33}"/>
              </a:ext>
            </a:extLst>
          </p:cNvPr>
          <p:cNvSpPr>
            <a:spLocks noGrp="1"/>
          </p:cNvSpPr>
          <p:nvPr>
            <p:ph type="sldNum" sz="quarter" idx="12"/>
          </p:nvPr>
        </p:nvSpPr>
        <p:spPr/>
        <p:txBody>
          <a:bodyPr/>
          <a:lstStyle>
            <a:lvl1pPr>
              <a:defRPr/>
            </a:lvl1pPr>
          </a:lstStyle>
          <a:p>
            <a:fld id="{53C43938-CDE7-4145-8A5B-F2280930FFE6}" type="slidenum">
              <a:rPr lang="zh-CN" altLang="en-US"/>
              <a:pPr/>
              <a:t>‹#›</a:t>
            </a:fld>
            <a:endParaRPr lang="zh-CN" altLang="en-US"/>
          </a:p>
        </p:txBody>
      </p:sp>
    </p:spTree>
    <p:extLst>
      <p:ext uri="{BB962C8B-B14F-4D97-AF65-F5344CB8AC3E}">
        <p14:creationId xmlns:p14="http://schemas.microsoft.com/office/powerpoint/2010/main" val="994233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1F1E12-2968-033E-106F-AB9F85D1C67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FB24440-31EE-7C9C-5E5B-905AB0AFC532}"/>
              </a:ext>
            </a:extLst>
          </p:cNvPr>
          <p:cNvSpPr>
            <a:spLocks noGrp="1"/>
          </p:cNvSpPr>
          <p:nvPr>
            <p:ph sz="half" idx="1"/>
          </p:nvPr>
        </p:nvSpPr>
        <p:spPr>
          <a:xfrm>
            <a:off x="685800" y="1981200"/>
            <a:ext cx="3810000" cy="4114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1DCCC75C-D110-0B3C-B4D2-4347FB7656D0}"/>
              </a:ext>
            </a:extLst>
          </p:cNvPr>
          <p:cNvSpPr>
            <a:spLocks noGrp="1"/>
          </p:cNvSpPr>
          <p:nvPr>
            <p:ph sz="half" idx="2"/>
          </p:nvPr>
        </p:nvSpPr>
        <p:spPr>
          <a:xfrm>
            <a:off x="4648200" y="1981200"/>
            <a:ext cx="3810000" cy="4114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60632851-980B-A079-D3E0-1C4274574AE5}"/>
              </a:ext>
            </a:extLst>
          </p:cNvPr>
          <p:cNvSpPr>
            <a:spLocks noGrp="1"/>
          </p:cNvSpPr>
          <p:nvPr>
            <p:ph type="dt" sz="half" idx="10"/>
          </p:nvPr>
        </p:nvSpPr>
        <p:spPr/>
        <p:txBody>
          <a:bodyPr/>
          <a:lstStyle>
            <a:lvl1pPr>
              <a:defRPr/>
            </a:lvl1pPr>
          </a:lstStyle>
          <a:p>
            <a:endParaRPr lang="zh-CN" altLang="en-US"/>
          </a:p>
        </p:txBody>
      </p:sp>
      <p:sp>
        <p:nvSpPr>
          <p:cNvPr id="6" name="页脚占位符 5">
            <a:extLst>
              <a:ext uri="{FF2B5EF4-FFF2-40B4-BE49-F238E27FC236}">
                <a16:creationId xmlns:a16="http://schemas.microsoft.com/office/drawing/2014/main" id="{81EED32E-246B-94AB-B760-4C6E8E7EF97D}"/>
              </a:ext>
            </a:extLst>
          </p:cNvPr>
          <p:cNvSpPr>
            <a:spLocks noGrp="1"/>
          </p:cNvSpPr>
          <p:nvPr>
            <p:ph type="ftr" sz="quarter" idx="11"/>
          </p:nvPr>
        </p:nvSpPr>
        <p:spPr/>
        <p:txBody>
          <a:bodyPr/>
          <a:lstStyle>
            <a:lvl1pPr>
              <a:defRPr/>
            </a:lvl1pPr>
          </a:lstStyle>
          <a:p>
            <a:endParaRPr lang="zh-CN" altLang="en-US"/>
          </a:p>
        </p:txBody>
      </p:sp>
      <p:sp>
        <p:nvSpPr>
          <p:cNvPr id="7" name="灯片编号占位符 6">
            <a:extLst>
              <a:ext uri="{FF2B5EF4-FFF2-40B4-BE49-F238E27FC236}">
                <a16:creationId xmlns:a16="http://schemas.microsoft.com/office/drawing/2014/main" id="{2D0F4F17-8812-AFD7-6BB3-03E51E4C87B6}"/>
              </a:ext>
            </a:extLst>
          </p:cNvPr>
          <p:cNvSpPr>
            <a:spLocks noGrp="1"/>
          </p:cNvSpPr>
          <p:nvPr>
            <p:ph type="sldNum" sz="quarter" idx="12"/>
          </p:nvPr>
        </p:nvSpPr>
        <p:spPr/>
        <p:txBody>
          <a:bodyPr/>
          <a:lstStyle>
            <a:lvl1pPr>
              <a:defRPr/>
            </a:lvl1pPr>
          </a:lstStyle>
          <a:p>
            <a:fld id="{07335193-9A37-4E66-B555-11BEEE3FB7E7}" type="slidenum">
              <a:rPr lang="zh-CN" altLang="en-US"/>
              <a:pPr/>
              <a:t>‹#›</a:t>
            </a:fld>
            <a:endParaRPr lang="zh-CN" altLang="en-US"/>
          </a:p>
        </p:txBody>
      </p:sp>
    </p:spTree>
    <p:extLst>
      <p:ext uri="{BB962C8B-B14F-4D97-AF65-F5344CB8AC3E}">
        <p14:creationId xmlns:p14="http://schemas.microsoft.com/office/powerpoint/2010/main" val="11233578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F4F8BA-8C47-E714-0DA1-47EA4A58897A}"/>
              </a:ext>
            </a:extLst>
          </p:cNvPr>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D90D035B-9B71-175F-361C-083B74E39558}"/>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06DF522D-3E38-01F7-BBD3-4BC1D7557F52}"/>
              </a:ext>
            </a:extLst>
          </p:cNvPr>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1935AA11-09E7-A5E7-D935-3531ACB31847}"/>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8DE8F39B-8950-83D2-4764-86A24613C678}"/>
              </a:ext>
            </a:extLst>
          </p:cNvPr>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69B9377B-2BE2-2987-E523-48CFDF8EE154}"/>
              </a:ext>
            </a:extLst>
          </p:cNvPr>
          <p:cNvSpPr>
            <a:spLocks noGrp="1"/>
          </p:cNvSpPr>
          <p:nvPr>
            <p:ph type="dt" sz="half" idx="10"/>
          </p:nvPr>
        </p:nvSpPr>
        <p:spPr/>
        <p:txBody>
          <a:bodyPr/>
          <a:lstStyle>
            <a:lvl1pPr>
              <a:defRPr/>
            </a:lvl1pPr>
          </a:lstStyle>
          <a:p>
            <a:endParaRPr lang="zh-CN" altLang="en-US"/>
          </a:p>
        </p:txBody>
      </p:sp>
      <p:sp>
        <p:nvSpPr>
          <p:cNvPr id="8" name="页脚占位符 7">
            <a:extLst>
              <a:ext uri="{FF2B5EF4-FFF2-40B4-BE49-F238E27FC236}">
                <a16:creationId xmlns:a16="http://schemas.microsoft.com/office/drawing/2014/main" id="{BC9708C8-89EC-B8F6-BE24-A59C7C2E3AD1}"/>
              </a:ext>
            </a:extLst>
          </p:cNvPr>
          <p:cNvSpPr>
            <a:spLocks noGrp="1"/>
          </p:cNvSpPr>
          <p:nvPr>
            <p:ph type="ftr" sz="quarter" idx="11"/>
          </p:nvPr>
        </p:nvSpPr>
        <p:spPr/>
        <p:txBody>
          <a:bodyPr/>
          <a:lstStyle>
            <a:lvl1pPr>
              <a:defRPr/>
            </a:lvl1pPr>
          </a:lstStyle>
          <a:p>
            <a:endParaRPr lang="zh-CN" altLang="en-US"/>
          </a:p>
        </p:txBody>
      </p:sp>
      <p:sp>
        <p:nvSpPr>
          <p:cNvPr id="9" name="灯片编号占位符 8">
            <a:extLst>
              <a:ext uri="{FF2B5EF4-FFF2-40B4-BE49-F238E27FC236}">
                <a16:creationId xmlns:a16="http://schemas.microsoft.com/office/drawing/2014/main" id="{E542001C-5535-F2B9-CEA9-9B44DA2F78A6}"/>
              </a:ext>
            </a:extLst>
          </p:cNvPr>
          <p:cNvSpPr>
            <a:spLocks noGrp="1"/>
          </p:cNvSpPr>
          <p:nvPr>
            <p:ph type="sldNum" sz="quarter" idx="12"/>
          </p:nvPr>
        </p:nvSpPr>
        <p:spPr/>
        <p:txBody>
          <a:bodyPr/>
          <a:lstStyle>
            <a:lvl1pPr>
              <a:defRPr/>
            </a:lvl1pPr>
          </a:lstStyle>
          <a:p>
            <a:fld id="{3C070481-74FE-4C37-8F8E-E835C4AC556F}" type="slidenum">
              <a:rPr lang="zh-CN" altLang="en-US"/>
              <a:pPr/>
              <a:t>‹#›</a:t>
            </a:fld>
            <a:endParaRPr lang="zh-CN" altLang="en-US"/>
          </a:p>
        </p:txBody>
      </p:sp>
    </p:spTree>
    <p:extLst>
      <p:ext uri="{BB962C8B-B14F-4D97-AF65-F5344CB8AC3E}">
        <p14:creationId xmlns:p14="http://schemas.microsoft.com/office/powerpoint/2010/main" val="35981877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7276F8-0301-36A5-9A40-07F5A3C4590F}"/>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30D65AD-6083-F754-61E0-42F73E583F52}"/>
              </a:ext>
            </a:extLst>
          </p:cNvPr>
          <p:cNvSpPr>
            <a:spLocks noGrp="1"/>
          </p:cNvSpPr>
          <p:nvPr>
            <p:ph type="dt" sz="half" idx="10"/>
          </p:nvPr>
        </p:nvSpPr>
        <p:spPr/>
        <p:txBody>
          <a:bodyPr/>
          <a:lstStyle>
            <a:lvl1pPr>
              <a:defRPr/>
            </a:lvl1pPr>
          </a:lstStyle>
          <a:p>
            <a:endParaRPr lang="zh-CN" altLang="en-US"/>
          </a:p>
        </p:txBody>
      </p:sp>
      <p:sp>
        <p:nvSpPr>
          <p:cNvPr id="4" name="页脚占位符 3">
            <a:extLst>
              <a:ext uri="{FF2B5EF4-FFF2-40B4-BE49-F238E27FC236}">
                <a16:creationId xmlns:a16="http://schemas.microsoft.com/office/drawing/2014/main" id="{74543C35-3CEC-C605-7BD3-905CC3D774ED}"/>
              </a:ext>
            </a:extLst>
          </p:cNvPr>
          <p:cNvSpPr>
            <a:spLocks noGrp="1"/>
          </p:cNvSpPr>
          <p:nvPr>
            <p:ph type="ftr" sz="quarter" idx="11"/>
          </p:nvPr>
        </p:nvSpPr>
        <p:spPr/>
        <p:txBody>
          <a:bodyPr/>
          <a:lstStyle>
            <a:lvl1pPr>
              <a:defRPr/>
            </a:lvl1pPr>
          </a:lstStyle>
          <a:p>
            <a:endParaRPr lang="zh-CN" altLang="en-US"/>
          </a:p>
        </p:txBody>
      </p:sp>
      <p:sp>
        <p:nvSpPr>
          <p:cNvPr id="5" name="灯片编号占位符 4">
            <a:extLst>
              <a:ext uri="{FF2B5EF4-FFF2-40B4-BE49-F238E27FC236}">
                <a16:creationId xmlns:a16="http://schemas.microsoft.com/office/drawing/2014/main" id="{831CD8F5-76AF-99E3-3E66-13E495488556}"/>
              </a:ext>
            </a:extLst>
          </p:cNvPr>
          <p:cNvSpPr>
            <a:spLocks noGrp="1"/>
          </p:cNvSpPr>
          <p:nvPr>
            <p:ph type="sldNum" sz="quarter" idx="12"/>
          </p:nvPr>
        </p:nvSpPr>
        <p:spPr/>
        <p:txBody>
          <a:bodyPr/>
          <a:lstStyle>
            <a:lvl1pPr>
              <a:defRPr/>
            </a:lvl1pPr>
          </a:lstStyle>
          <a:p>
            <a:fld id="{EB2DA609-AF99-4574-9BDC-194EF783939B}" type="slidenum">
              <a:rPr lang="zh-CN" altLang="en-US"/>
              <a:pPr/>
              <a:t>‹#›</a:t>
            </a:fld>
            <a:endParaRPr lang="zh-CN" altLang="en-US"/>
          </a:p>
        </p:txBody>
      </p:sp>
    </p:spTree>
    <p:extLst>
      <p:ext uri="{BB962C8B-B14F-4D97-AF65-F5344CB8AC3E}">
        <p14:creationId xmlns:p14="http://schemas.microsoft.com/office/powerpoint/2010/main" val="4208014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E262D37D-172A-5E60-4049-16FF610D037B}"/>
              </a:ext>
            </a:extLst>
          </p:cNvPr>
          <p:cNvSpPr>
            <a:spLocks noGrp="1"/>
          </p:cNvSpPr>
          <p:nvPr>
            <p:ph type="dt" sz="half" idx="10"/>
          </p:nvPr>
        </p:nvSpPr>
        <p:spPr/>
        <p:txBody>
          <a:bodyPr/>
          <a:lstStyle>
            <a:lvl1pPr>
              <a:defRPr/>
            </a:lvl1pPr>
          </a:lstStyle>
          <a:p>
            <a:endParaRPr lang="zh-CN" altLang="en-US"/>
          </a:p>
        </p:txBody>
      </p:sp>
      <p:sp>
        <p:nvSpPr>
          <p:cNvPr id="3" name="页脚占位符 2">
            <a:extLst>
              <a:ext uri="{FF2B5EF4-FFF2-40B4-BE49-F238E27FC236}">
                <a16:creationId xmlns:a16="http://schemas.microsoft.com/office/drawing/2014/main" id="{608ACDD0-1024-C522-EA15-C4FD0F4227CB}"/>
              </a:ext>
            </a:extLst>
          </p:cNvPr>
          <p:cNvSpPr>
            <a:spLocks noGrp="1"/>
          </p:cNvSpPr>
          <p:nvPr>
            <p:ph type="ftr" sz="quarter" idx="11"/>
          </p:nvPr>
        </p:nvSpPr>
        <p:spPr/>
        <p:txBody>
          <a:bodyPr/>
          <a:lstStyle>
            <a:lvl1pPr>
              <a:defRPr/>
            </a:lvl1pPr>
          </a:lstStyle>
          <a:p>
            <a:endParaRPr lang="zh-CN" altLang="en-US"/>
          </a:p>
        </p:txBody>
      </p:sp>
      <p:sp>
        <p:nvSpPr>
          <p:cNvPr id="4" name="灯片编号占位符 3">
            <a:extLst>
              <a:ext uri="{FF2B5EF4-FFF2-40B4-BE49-F238E27FC236}">
                <a16:creationId xmlns:a16="http://schemas.microsoft.com/office/drawing/2014/main" id="{16733C8E-1A2D-4BCF-D100-D5371E754C26}"/>
              </a:ext>
            </a:extLst>
          </p:cNvPr>
          <p:cNvSpPr>
            <a:spLocks noGrp="1"/>
          </p:cNvSpPr>
          <p:nvPr>
            <p:ph type="sldNum" sz="quarter" idx="12"/>
          </p:nvPr>
        </p:nvSpPr>
        <p:spPr/>
        <p:txBody>
          <a:bodyPr/>
          <a:lstStyle>
            <a:lvl1pPr>
              <a:defRPr/>
            </a:lvl1pPr>
          </a:lstStyle>
          <a:p>
            <a:fld id="{6684D8E9-D4AC-471A-A495-8294F641B9EF}" type="slidenum">
              <a:rPr lang="zh-CN" altLang="en-US"/>
              <a:pPr/>
              <a:t>‹#›</a:t>
            </a:fld>
            <a:endParaRPr lang="zh-CN" altLang="en-US"/>
          </a:p>
        </p:txBody>
      </p:sp>
    </p:spTree>
    <p:extLst>
      <p:ext uri="{BB962C8B-B14F-4D97-AF65-F5344CB8AC3E}">
        <p14:creationId xmlns:p14="http://schemas.microsoft.com/office/powerpoint/2010/main" val="6566920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FBA8E3-E6B6-7BCD-E194-DAC837C7B0B4}"/>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EE893F87-BFC0-B5F5-BDDA-19E33FBB6839}"/>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CBC9C142-4501-0323-D564-B93279678E44}"/>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43FB121-3AB6-5CBF-7419-E10864E4B29C}"/>
              </a:ext>
            </a:extLst>
          </p:cNvPr>
          <p:cNvSpPr>
            <a:spLocks noGrp="1"/>
          </p:cNvSpPr>
          <p:nvPr>
            <p:ph type="dt" sz="half" idx="10"/>
          </p:nvPr>
        </p:nvSpPr>
        <p:spPr/>
        <p:txBody>
          <a:bodyPr/>
          <a:lstStyle>
            <a:lvl1pPr>
              <a:defRPr/>
            </a:lvl1pPr>
          </a:lstStyle>
          <a:p>
            <a:endParaRPr lang="zh-CN" altLang="en-US"/>
          </a:p>
        </p:txBody>
      </p:sp>
      <p:sp>
        <p:nvSpPr>
          <p:cNvPr id="6" name="页脚占位符 5">
            <a:extLst>
              <a:ext uri="{FF2B5EF4-FFF2-40B4-BE49-F238E27FC236}">
                <a16:creationId xmlns:a16="http://schemas.microsoft.com/office/drawing/2014/main" id="{DEDCE77B-5A0D-9115-A4A2-810639E3140D}"/>
              </a:ext>
            </a:extLst>
          </p:cNvPr>
          <p:cNvSpPr>
            <a:spLocks noGrp="1"/>
          </p:cNvSpPr>
          <p:nvPr>
            <p:ph type="ftr" sz="quarter" idx="11"/>
          </p:nvPr>
        </p:nvSpPr>
        <p:spPr/>
        <p:txBody>
          <a:bodyPr/>
          <a:lstStyle>
            <a:lvl1pPr>
              <a:defRPr/>
            </a:lvl1pPr>
          </a:lstStyle>
          <a:p>
            <a:endParaRPr lang="zh-CN" altLang="en-US"/>
          </a:p>
        </p:txBody>
      </p:sp>
      <p:sp>
        <p:nvSpPr>
          <p:cNvPr id="7" name="灯片编号占位符 6">
            <a:extLst>
              <a:ext uri="{FF2B5EF4-FFF2-40B4-BE49-F238E27FC236}">
                <a16:creationId xmlns:a16="http://schemas.microsoft.com/office/drawing/2014/main" id="{0FD849F8-C931-A01B-5E42-0FD8FB9EC09C}"/>
              </a:ext>
            </a:extLst>
          </p:cNvPr>
          <p:cNvSpPr>
            <a:spLocks noGrp="1"/>
          </p:cNvSpPr>
          <p:nvPr>
            <p:ph type="sldNum" sz="quarter" idx="12"/>
          </p:nvPr>
        </p:nvSpPr>
        <p:spPr/>
        <p:txBody>
          <a:bodyPr/>
          <a:lstStyle>
            <a:lvl1pPr>
              <a:defRPr/>
            </a:lvl1pPr>
          </a:lstStyle>
          <a:p>
            <a:fld id="{19D3978D-2F6B-415A-AEE5-6AC6FFCD9D91}" type="slidenum">
              <a:rPr lang="zh-CN" altLang="en-US"/>
              <a:pPr/>
              <a:t>‹#›</a:t>
            </a:fld>
            <a:endParaRPr lang="zh-CN" altLang="en-US"/>
          </a:p>
        </p:txBody>
      </p:sp>
    </p:spTree>
    <p:extLst>
      <p:ext uri="{BB962C8B-B14F-4D97-AF65-F5344CB8AC3E}">
        <p14:creationId xmlns:p14="http://schemas.microsoft.com/office/powerpoint/2010/main" val="39683343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0CACA4-48CB-36BB-687B-C9665EE5688A}"/>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655389A1-8225-646D-6C53-F19E15F8E83C}"/>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A013C908-8FCB-E2B8-4CF6-E6004D378D39}"/>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2D97504-39CA-B971-F689-5564CFE5D52C}"/>
              </a:ext>
            </a:extLst>
          </p:cNvPr>
          <p:cNvSpPr>
            <a:spLocks noGrp="1"/>
          </p:cNvSpPr>
          <p:nvPr>
            <p:ph type="dt" sz="half" idx="10"/>
          </p:nvPr>
        </p:nvSpPr>
        <p:spPr/>
        <p:txBody>
          <a:bodyPr/>
          <a:lstStyle>
            <a:lvl1pPr>
              <a:defRPr/>
            </a:lvl1pPr>
          </a:lstStyle>
          <a:p>
            <a:endParaRPr lang="zh-CN" altLang="en-US"/>
          </a:p>
        </p:txBody>
      </p:sp>
      <p:sp>
        <p:nvSpPr>
          <p:cNvPr id="6" name="页脚占位符 5">
            <a:extLst>
              <a:ext uri="{FF2B5EF4-FFF2-40B4-BE49-F238E27FC236}">
                <a16:creationId xmlns:a16="http://schemas.microsoft.com/office/drawing/2014/main" id="{3F0B1B86-D223-9B36-3B91-C9CE2E597E04}"/>
              </a:ext>
            </a:extLst>
          </p:cNvPr>
          <p:cNvSpPr>
            <a:spLocks noGrp="1"/>
          </p:cNvSpPr>
          <p:nvPr>
            <p:ph type="ftr" sz="quarter" idx="11"/>
          </p:nvPr>
        </p:nvSpPr>
        <p:spPr/>
        <p:txBody>
          <a:bodyPr/>
          <a:lstStyle>
            <a:lvl1pPr>
              <a:defRPr/>
            </a:lvl1pPr>
          </a:lstStyle>
          <a:p>
            <a:endParaRPr lang="zh-CN" altLang="en-US"/>
          </a:p>
        </p:txBody>
      </p:sp>
      <p:sp>
        <p:nvSpPr>
          <p:cNvPr id="7" name="灯片编号占位符 6">
            <a:extLst>
              <a:ext uri="{FF2B5EF4-FFF2-40B4-BE49-F238E27FC236}">
                <a16:creationId xmlns:a16="http://schemas.microsoft.com/office/drawing/2014/main" id="{C1DA711E-7F12-5221-729C-BB9DB18FCAFC}"/>
              </a:ext>
            </a:extLst>
          </p:cNvPr>
          <p:cNvSpPr>
            <a:spLocks noGrp="1"/>
          </p:cNvSpPr>
          <p:nvPr>
            <p:ph type="sldNum" sz="quarter" idx="12"/>
          </p:nvPr>
        </p:nvSpPr>
        <p:spPr/>
        <p:txBody>
          <a:bodyPr/>
          <a:lstStyle>
            <a:lvl1pPr>
              <a:defRPr/>
            </a:lvl1pPr>
          </a:lstStyle>
          <a:p>
            <a:fld id="{C0ADB2A6-53BD-4CF0-81EB-BE2A4413A0C5}" type="slidenum">
              <a:rPr lang="zh-CN" altLang="en-US"/>
              <a:pPr/>
              <a:t>‹#›</a:t>
            </a:fld>
            <a:endParaRPr lang="zh-CN" altLang="en-US"/>
          </a:p>
        </p:txBody>
      </p:sp>
    </p:spTree>
    <p:extLst>
      <p:ext uri="{BB962C8B-B14F-4D97-AF65-F5344CB8AC3E}">
        <p14:creationId xmlns:p14="http://schemas.microsoft.com/office/powerpoint/2010/main" val="10700023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3F698A-CDE8-42F6-0C1F-D80ACF33FDFB}"/>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058E9DB4-3CF0-7BE3-3108-E103FD26AA6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E27E5B2-0508-D312-354C-08BCF2F9B669}"/>
              </a:ext>
            </a:extLst>
          </p:cNvPr>
          <p:cNvSpPr>
            <a:spLocks noGrp="1"/>
          </p:cNvSpPr>
          <p:nvPr>
            <p:ph type="dt" sz="half" idx="10"/>
          </p:nvPr>
        </p:nvSpPr>
        <p:spPr/>
        <p:txBody>
          <a:bodyPr/>
          <a:lstStyle>
            <a:lvl1pPr>
              <a:defRPr/>
            </a:lvl1pPr>
          </a:lstStyle>
          <a:p>
            <a:endParaRPr lang="zh-CN" altLang="en-US"/>
          </a:p>
        </p:txBody>
      </p:sp>
      <p:sp>
        <p:nvSpPr>
          <p:cNvPr id="5" name="页脚占位符 4">
            <a:extLst>
              <a:ext uri="{FF2B5EF4-FFF2-40B4-BE49-F238E27FC236}">
                <a16:creationId xmlns:a16="http://schemas.microsoft.com/office/drawing/2014/main" id="{158CCC7A-CAFD-476B-1E88-D7A715276E6D}"/>
              </a:ext>
            </a:extLst>
          </p:cNvPr>
          <p:cNvSpPr>
            <a:spLocks noGrp="1"/>
          </p:cNvSpPr>
          <p:nvPr>
            <p:ph type="ftr" sz="quarter" idx="11"/>
          </p:nvPr>
        </p:nvSpPr>
        <p:spPr/>
        <p:txBody>
          <a:bodyPr/>
          <a:lstStyle>
            <a:lvl1pPr>
              <a:defRPr/>
            </a:lvl1pPr>
          </a:lstStyle>
          <a:p>
            <a:endParaRPr lang="zh-CN" altLang="en-US"/>
          </a:p>
        </p:txBody>
      </p:sp>
      <p:sp>
        <p:nvSpPr>
          <p:cNvPr id="6" name="灯片编号占位符 5">
            <a:extLst>
              <a:ext uri="{FF2B5EF4-FFF2-40B4-BE49-F238E27FC236}">
                <a16:creationId xmlns:a16="http://schemas.microsoft.com/office/drawing/2014/main" id="{CF8845CF-CD1D-C511-B5BC-2E3E09B2F40C}"/>
              </a:ext>
            </a:extLst>
          </p:cNvPr>
          <p:cNvSpPr>
            <a:spLocks noGrp="1"/>
          </p:cNvSpPr>
          <p:nvPr>
            <p:ph type="sldNum" sz="quarter" idx="12"/>
          </p:nvPr>
        </p:nvSpPr>
        <p:spPr/>
        <p:txBody>
          <a:bodyPr/>
          <a:lstStyle>
            <a:lvl1pPr>
              <a:defRPr/>
            </a:lvl1pPr>
          </a:lstStyle>
          <a:p>
            <a:fld id="{AEC7950E-D97E-49D9-839A-715451D6FD03}" type="slidenum">
              <a:rPr lang="zh-CN" altLang="en-US"/>
              <a:pPr/>
              <a:t>‹#›</a:t>
            </a:fld>
            <a:endParaRPr lang="zh-CN" altLang="en-US"/>
          </a:p>
        </p:txBody>
      </p:sp>
    </p:spTree>
    <p:extLst>
      <p:ext uri="{BB962C8B-B14F-4D97-AF65-F5344CB8AC3E}">
        <p14:creationId xmlns:p14="http://schemas.microsoft.com/office/powerpoint/2010/main" val="32148279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7E6FCD8E-83B3-AE51-C461-2D0EBB38EDA3}"/>
              </a:ext>
            </a:extLst>
          </p:cNvPr>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31A1D5C6-19F7-10A9-AFD9-F6D424A11BAB}"/>
              </a:ext>
            </a:extLst>
          </p:cNvPr>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4374F59-E9FB-10E3-37D6-8CC1BCDAF7EA}"/>
              </a:ext>
            </a:extLst>
          </p:cNvPr>
          <p:cNvSpPr>
            <a:spLocks noGrp="1"/>
          </p:cNvSpPr>
          <p:nvPr>
            <p:ph type="dt" sz="half" idx="10"/>
          </p:nvPr>
        </p:nvSpPr>
        <p:spPr/>
        <p:txBody>
          <a:bodyPr/>
          <a:lstStyle>
            <a:lvl1pPr>
              <a:defRPr/>
            </a:lvl1pPr>
          </a:lstStyle>
          <a:p>
            <a:endParaRPr lang="zh-CN" altLang="en-US"/>
          </a:p>
        </p:txBody>
      </p:sp>
      <p:sp>
        <p:nvSpPr>
          <p:cNvPr id="5" name="页脚占位符 4">
            <a:extLst>
              <a:ext uri="{FF2B5EF4-FFF2-40B4-BE49-F238E27FC236}">
                <a16:creationId xmlns:a16="http://schemas.microsoft.com/office/drawing/2014/main" id="{2FC00EA0-62CD-9444-B232-EB848D997C2C}"/>
              </a:ext>
            </a:extLst>
          </p:cNvPr>
          <p:cNvSpPr>
            <a:spLocks noGrp="1"/>
          </p:cNvSpPr>
          <p:nvPr>
            <p:ph type="ftr" sz="quarter" idx="11"/>
          </p:nvPr>
        </p:nvSpPr>
        <p:spPr/>
        <p:txBody>
          <a:bodyPr/>
          <a:lstStyle>
            <a:lvl1pPr>
              <a:defRPr/>
            </a:lvl1pPr>
          </a:lstStyle>
          <a:p>
            <a:endParaRPr lang="zh-CN" altLang="en-US"/>
          </a:p>
        </p:txBody>
      </p:sp>
      <p:sp>
        <p:nvSpPr>
          <p:cNvPr id="6" name="灯片编号占位符 5">
            <a:extLst>
              <a:ext uri="{FF2B5EF4-FFF2-40B4-BE49-F238E27FC236}">
                <a16:creationId xmlns:a16="http://schemas.microsoft.com/office/drawing/2014/main" id="{F12ED092-6733-A728-ADEF-C9C8DA6E16C9}"/>
              </a:ext>
            </a:extLst>
          </p:cNvPr>
          <p:cNvSpPr>
            <a:spLocks noGrp="1"/>
          </p:cNvSpPr>
          <p:nvPr>
            <p:ph type="sldNum" sz="quarter" idx="12"/>
          </p:nvPr>
        </p:nvSpPr>
        <p:spPr/>
        <p:txBody>
          <a:bodyPr/>
          <a:lstStyle>
            <a:lvl1pPr>
              <a:defRPr/>
            </a:lvl1pPr>
          </a:lstStyle>
          <a:p>
            <a:fld id="{384720F7-4E33-43D7-913D-1E1B36A8E785}" type="slidenum">
              <a:rPr lang="zh-CN" altLang="en-US"/>
              <a:pPr/>
              <a:t>‹#›</a:t>
            </a:fld>
            <a:endParaRPr lang="zh-CN" altLang="en-US"/>
          </a:p>
        </p:txBody>
      </p:sp>
    </p:spTree>
    <p:extLst>
      <p:ext uri="{BB962C8B-B14F-4D97-AF65-F5344CB8AC3E}">
        <p14:creationId xmlns:p14="http://schemas.microsoft.com/office/powerpoint/2010/main" val="1651694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2"/>
            </a:gs>
            <a:gs pos="100000">
              <a:schemeClr val="bg1"/>
            </a:gs>
          </a:gsLst>
          <a:lin ang="0" scaled="1"/>
        </a:gra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C40B683A-9E71-87A8-B0DB-21494AF989E2}"/>
              </a:ext>
            </a:extLst>
          </p:cNvPr>
          <p:cNvSpPr>
            <a:spLocks noChangeArrowheads="1"/>
          </p:cNvSpPr>
          <p:nvPr/>
        </p:nvSpPr>
        <p:spPr bwMode="auto">
          <a:xfrm>
            <a:off x="8809038" y="0"/>
            <a:ext cx="334962" cy="6858000"/>
          </a:xfrm>
          <a:prstGeom prst="rect">
            <a:avLst/>
          </a:prstGeom>
          <a:gradFill rotWithShape="0">
            <a:gsLst>
              <a:gs pos="0">
                <a:schemeClr val="accent2"/>
              </a:gs>
              <a:gs pos="50000">
                <a:schemeClr val="hlink"/>
              </a:gs>
              <a:gs pos="100000">
                <a:schemeClr val="accent2"/>
              </a:gs>
            </a:gsLst>
            <a:lin ang="0" scaled="1"/>
          </a:gradFill>
          <a:ln>
            <a:noFill/>
          </a:ln>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eaLnBrk="1" hangingPunct="1"/>
            <a:endParaRPr kumimoji="1" lang="zh-CN" altLang="en-US"/>
          </a:p>
        </p:txBody>
      </p:sp>
      <p:sp>
        <p:nvSpPr>
          <p:cNvPr id="2051" name="Freeform 3">
            <a:extLst>
              <a:ext uri="{FF2B5EF4-FFF2-40B4-BE49-F238E27FC236}">
                <a16:creationId xmlns:a16="http://schemas.microsoft.com/office/drawing/2014/main" id="{9C620628-C05E-C126-CCC2-3FCE1B6632B9}"/>
              </a:ext>
            </a:extLst>
          </p:cNvPr>
          <p:cNvSpPr>
            <a:spLocks/>
          </p:cNvSpPr>
          <p:nvPr/>
        </p:nvSpPr>
        <p:spPr bwMode="white">
          <a:xfrm>
            <a:off x="-9525" y="4489450"/>
            <a:ext cx="5754688" cy="2368550"/>
          </a:xfrm>
          <a:custGeom>
            <a:avLst/>
            <a:gdLst>
              <a:gd name="T0" fmla="*/ 0 w 3625"/>
              <a:gd name="T1" fmla="*/ 1491 h 1492"/>
              <a:gd name="T2" fmla="*/ 0 w 3625"/>
              <a:gd name="T3" fmla="*/ 0 h 1492"/>
              <a:gd name="T4" fmla="*/ 171 w 3625"/>
              <a:gd name="T5" fmla="*/ 3 h 1492"/>
              <a:gd name="T6" fmla="*/ 355 w 3625"/>
              <a:gd name="T7" fmla="*/ 9 h 1492"/>
              <a:gd name="T8" fmla="*/ 499 w 3625"/>
              <a:gd name="T9" fmla="*/ 21 h 1492"/>
              <a:gd name="T10" fmla="*/ 650 w 3625"/>
              <a:gd name="T11" fmla="*/ 36 h 1492"/>
              <a:gd name="T12" fmla="*/ 809 w 3625"/>
              <a:gd name="T13" fmla="*/ 54 h 1492"/>
              <a:gd name="T14" fmla="*/ 957 w 3625"/>
              <a:gd name="T15" fmla="*/ 78 h 1492"/>
              <a:gd name="T16" fmla="*/ 1119 w 3625"/>
              <a:gd name="T17" fmla="*/ 105 h 1492"/>
              <a:gd name="T18" fmla="*/ 1261 w 3625"/>
              <a:gd name="T19" fmla="*/ 133 h 1492"/>
              <a:gd name="T20" fmla="*/ 1441 w 3625"/>
              <a:gd name="T21" fmla="*/ 175 h 1492"/>
              <a:gd name="T22" fmla="*/ 1598 w 3625"/>
              <a:gd name="T23" fmla="*/ 217 h 1492"/>
              <a:gd name="T24" fmla="*/ 1763 w 3625"/>
              <a:gd name="T25" fmla="*/ 269 h 1492"/>
              <a:gd name="T26" fmla="*/ 1887 w 3625"/>
              <a:gd name="T27" fmla="*/ 308 h 1492"/>
              <a:gd name="T28" fmla="*/ 2085 w 3625"/>
              <a:gd name="T29" fmla="*/ 384 h 1492"/>
              <a:gd name="T30" fmla="*/ 2230 w 3625"/>
              <a:gd name="T31" fmla="*/ 444 h 1492"/>
              <a:gd name="T32" fmla="*/ 2456 w 3625"/>
              <a:gd name="T33" fmla="*/ 547 h 1492"/>
              <a:gd name="T34" fmla="*/ 2666 w 3625"/>
              <a:gd name="T35" fmla="*/ 662 h 1492"/>
              <a:gd name="T36" fmla="*/ 2859 w 3625"/>
              <a:gd name="T37" fmla="*/ 786 h 1492"/>
              <a:gd name="T38" fmla="*/ 3046 w 3625"/>
              <a:gd name="T39" fmla="*/ 920 h 1492"/>
              <a:gd name="T40" fmla="*/ 3193 w 3625"/>
              <a:gd name="T41" fmla="*/ 1038 h 1492"/>
              <a:gd name="T42" fmla="*/ 3332 w 3625"/>
              <a:gd name="T43" fmla="*/ 1168 h 1492"/>
              <a:gd name="T44" fmla="*/ 3440 w 3625"/>
              <a:gd name="T45" fmla="*/ 1280 h 1492"/>
              <a:gd name="T46" fmla="*/ 3524 w 3625"/>
              <a:gd name="T47" fmla="*/ 1380 h 1492"/>
              <a:gd name="T48" fmla="*/ 3624 w 3625"/>
              <a:gd name="T49" fmla="*/ 1491 h 1492"/>
              <a:gd name="T50" fmla="*/ 3608 w 3625"/>
              <a:gd name="T51" fmla="*/ 1491 h 1492"/>
              <a:gd name="T52" fmla="*/ 0 w 3625"/>
              <a:gd name="T53" fmla="*/ 1491 h 14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25" h="1492">
                <a:moveTo>
                  <a:pt x="0" y="1491"/>
                </a:moveTo>
                <a:lnTo>
                  <a:pt x="0" y="0"/>
                </a:lnTo>
                <a:lnTo>
                  <a:pt x="171" y="3"/>
                </a:lnTo>
                <a:lnTo>
                  <a:pt x="355" y="9"/>
                </a:lnTo>
                <a:lnTo>
                  <a:pt x="499" y="21"/>
                </a:lnTo>
                <a:lnTo>
                  <a:pt x="650" y="36"/>
                </a:lnTo>
                <a:lnTo>
                  <a:pt x="809" y="54"/>
                </a:lnTo>
                <a:lnTo>
                  <a:pt x="957" y="78"/>
                </a:lnTo>
                <a:lnTo>
                  <a:pt x="1119" y="105"/>
                </a:lnTo>
                <a:lnTo>
                  <a:pt x="1261" y="133"/>
                </a:lnTo>
                <a:lnTo>
                  <a:pt x="1441" y="175"/>
                </a:lnTo>
                <a:lnTo>
                  <a:pt x="1598" y="217"/>
                </a:lnTo>
                <a:lnTo>
                  <a:pt x="1763" y="269"/>
                </a:lnTo>
                <a:lnTo>
                  <a:pt x="1887" y="308"/>
                </a:lnTo>
                <a:lnTo>
                  <a:pt x="2085" y="384"/>
                </a:lnTo>
                <a:lnTo>
                  <a:pt x="2230" y="444"/>
                </a:lnTo>
                <a:lnTo>
                  <a:pt x="2456" y="547"/>
                </a:lnTo>
                <a:lnTo>
                  <a:pt x="2666" y="662"/>
                </a:lnTo>
                <a:lnTo>
                  <a:pt x="2859" y="786"/>
                </a:lnTo>
                <a:lnTo>
                  <a:pt x="3046" y="920"/>
                </a:lnTo>
                <a:lnTo>
                  <a:pt x="3193" y="1038"/>
                </a:lnTo>
                <a:lnTo>
                  <a:pt x="3332" y="1168"/>
                </a:lnTo>
                <a:lnTo>
                  <a:pt x="3440" y="1280"/>
                </a:lnTo>
                <a:lnTo>
                  <a:pt x="3524" y="1380"/>
                </a:lnTo>
                <a:lnTo>
                  <a:pt x="3624" y="1491"/>
                </a:lnTo>
                <a:lnTo>
                  <a:pt x="3608" y="1491"/>
                </a:lnTo>
                <a:lnTo>
                  <a:pt x="0" y="1491"/>
                </a:lnTo>
              </a:path>
            </a:pathLst>
          </a:custGeom>
          <a:gradFill rotWithShape="0">
            <a:gsLst>
              <a:gs pos="0">
                <a:schemeClr val="bg2"/>
              </a:gs>
              <a:gs pos="100000">
                <a:schemeClr val="bg1"/>
              </a:gs>
            </a:gsLst>
            <a:lin ang="5400000" scaled="1"/>
          </a:gradFill>
          <a:ln>
            <a:noFill/>
          </a:ln>
          <a:effectLst/>
          <a:extLst>
            <a:ext uri="{91240B29-F687-4F45-9708-019B960494DF}">
              <a14:hiddenLine xmlns:a14="http://schemas.microsoft.com/office/drawing/2010/main" w="9525" cap="flat" cmpd="sng">
                <a:solidFill>
                  <a:schemeClr val="tx1"/>
                </a:solidFill>
                <a:prstDash val="solid"/>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052" name="Freeform 4">
            <a:extLst>
              <a:ext uri="{FF2B5EF4-FFF2-40B4-BE49-F238E27FC236}">
                <a16:creationId xmlns:a16="http://schemas.microsoft.com/office/drawing/2014/main" id="{4554B245-A959-59CB-299E-11886679634D}"/>
              </a:ext>
            </a:extLst>
          </p:cNvPr>
          <p:cNvSpPr>
            <a:spLocks/>
          </p:cNvSpPr>
          <p:nvPr/>
        </p:nvSpPr>
        <p:spPr bwMode="white">
          <a:xfrm>
            <a:off x="0" y="3817938"/>
            <a:ext cx="8164513" cy="3019425"/>
          </a:xfrm>
          <a:custGeom>
            <a:avLst/>
            <a:gdLst>
              <a:gd name="T0" fmla="*/ 2718 w 5143"/>
              <a:gd name="T1" fmla="*/ 405 h 1902"/>
              <a:gd name="T2" fmla="*/ 2466 w 5143"/>
              <a:gd name="T3" fmla="*/ 333 h 1902"/>
              <a:gd name="T4" fmla="*/ 2202 w 5143"/>
              <a:gd name="T5" fmla="*/ 261 h 1902"/>
              <a:gd name="T6" fmla="*/ 1929 w 5143"/>
              <a:gd name="T7" fmla="*/ 198 h 1902"/>
              <a:gd name="T8" fmla="*/ 1695 w 5143"/>
              <a:gd name="T9" fmla="*/ 153 h 1902"/>
              <a:gd name="T10" fmla="*/ 1434 w 5143"/>
              <a:gd name="T11" fmla="*/ 111 h 1902"/>
              <a:gd name="T12" fmla="*/ 1188 w 5143"/>
              <a:gd name="T13" fmla="*/ 75 h 1902"/>
              <a:gd name="T14" fmla="*/ 957 w 5143"/>
              <a:gd name="T15" fmla="*/ 48 h 1902"/>
              <a:gd name="T16" fmla="*/ 747 w 5143"/>
              <a:gd name="T17" fmla="*/ 30 h 1902"/>
              <a:gd name="T18" fmla="*/ 501 w 5143"/>
              <a:gd name="T19" fmla="*/ 15 h 1902"/>
              <a:gd name="T20" fmla="*/ 246 w 5143"/>
              <a:gd name="T21" fmla="*/ 3 h 1902"/>
              <a:gd name="T22" fmla="*/ 0 w 5143"/>
              <a:gd name="T23" fmla="*/ 0 h 1902"/>
              <a:gd name="T24" fmla="*/ 0 w 5143"/>
              <a:gd name="T25" fmla="*/ 275 h 1902"/>
              <a:gd name="T26" fmla="*/ 0 w 5143"/>
              <a:gd name="T27" fmla="*/ 345 h 1902"/>
              <a:gd name="T28" fmla="*/ 0 w 5143"/>
              <a:gd name="T29" fmla="*/ 275 h 1902"/>
              <a:gd name="T30" fmla="*/ 0 w 5143"/>
              <a:gd name="T31" fmla="*/ 342 h 1902"/>
              <a:gd name="T32" fmla="*/ 339 w 5143"/>
              <a:gd name="T33" fmla="*/ 351 h 1902"/>
              <a:gd name="T34" fmla="*/ 606 w 5143"/>
              <a:gd name="T35" fmla="*/ 372 h 1902"/>
              <a:gd name="T36" fmla="*/ 852 w 5143"/>
              <a:gd name="T37" fmla="*/ 399 h 1902"/>
              <a:gd name="T38" fmla="*/ 1068 w 5143"/>
              <a:gd name="T39" fmla="*/ 435 h 1902"/>
              <a:gd name="T40" fmla="*/ 1275 w 5143"/>
              <a:gd name="T41" fmla="*/ 474 h 1902"/>
              <a:gd name="T42" fmla="*/ 1545 w 5143"/>
              <a:gd name="T43" fmla="*/ 540 h 1902"/>
              <a:gd name="T44" fmla="*/ 1761 w 5143"/>
              <a:gd name="T45" fmla="*/ 603 h 1902"/>
              <a:gd name="T46" fmla="*/ 1971 w 5143"/>
              <a:gd name="T47" fmla="*/ 678 h 1902"/>
              <a:gd name="T48" fmla="*/ 2166 w 5143"/>
              <a:gd name="T49" fmla="*/ 747 h 1902"/>
              <a:gd name="T50" fmla="*/ 2397 w 5143"/>
              <a:gd name="T51" fmla="*/ 852 h 1902"/>
              <a:gd name="T52" fmla="*/ 2613 w 5143"/>
              <a:gd name="T53" fmla="*/ 960 h 1902"/>
              <a:gd name="T54" fmla="*/ 2832 w 5143"/>
              <a:gd name="T55" fmla="*/ 1095 h 1902"/>
              <a:gd name="T56" fmla="*/ 3012 w 5143"/>
              <a:gd name="T57" fmla="*/ 1212 h 1902"/>
              <a:gd name="T58" fmla="*/ 3186 w 5143"/>
              <a:gd name="T59" fmla="*/ 1347 h 1902"/>
              <a:gd name="T60" fmla="*/ 3351 w 5143"/>
              <a:gd name="T61" fmla="*/ 1497 h 1902"/>
              <a:gd name="T62" fmla="*/ 3480 w 5143"/>
              <a:gd name="T63" fmla="*/ 1629 h 1902"/>
              <a:gd name="T64" fmla="*/ 3612 w 5143"/>
              <a:gd name="T65" fmla="*/ 1785 h 1902"/>
              <a:gd name="T66" fmla="*/ 3699 w 5143"/>
              <a:gd name="T67" fmla="*/ 1901 h 1902"/>
              <a:gd name="T68" fmla="*/ 5142 w 5143"/>
              <a:gd name="T69" fmla="*/ 1901 h 1902"/>
              <a:gd name="T70" fmla="*/ 5076 w 5143"/>
              <a:gd name="T71" fmla="*/ 1827 h 1902"/>
              <a:gd name="T72" fmla="*/ 4968 w 5143"/>
              <a:gd name="T73" fmla="*/ 1707 h 1902"/>
              <a:gd name="T74" fmla="*/ 4797 w 5143"/>
              <a:gd name="T75" fmla="*/ 1539 h 1902"/>
              <a:gd name="T76" fmla="*/ 4617 w 5143"/>
              <a:gd name="T77" fmla="*/ 1383 h 1902"/>
              <a:gd name="T78" fmla="*/ 4410 w 5143"/>
              <a:gd name="T79" fmla="*/ 1221 h 1902"/>
              <a:gd name="T80" fmla="*/ 4185 w 5143"/>
              <a:gd name="T81" fmla="*/ 1071 h 1902"/>
              <a:gd name="T82" fmla="*/ 3960 w 5143"/>
              <a:gd name="T83" fmla="*/ 939 h 1902"/>
              <a:gd name="T84" fmla="*/ 3708 w 5143"/>
              <a:gd name="T85" fmla="*/ 801 h 1902"/>
              <a:gd name="T86" fmla="*/ 3492 w 5143"/>
              <a:gd name="T87" fmla="*/ 702 h 1902"/>
              <a:gd name="T88" fmla="*/ 3231 w 5143"/>
              <a:gd name="T89" fmla="*/ 588 h 1902"/>
              <a:gd name="T90" fmla="*/ 2964 w 5143"/>
              <a:gd name="T91" fmla="*/ 489 h 1902"/>
              <a:gd name="T92" fmla="*/ 2718 w 5143"/>
              <a:gd name="T93" fmla="*/ 405 h 19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143" h="1902">
                <a:moveTo>
                  <a:pt x="2718" y="405"/>
                </a:moveTo>
                <a:lnTo>
                  <a:pt x="2466" y="333"/>
                </a:lnTo>
                <a:lnTo>
                  <a:pt x="2202" y="261"/>
                </a:lnTo>
                <a:lnTo>
                  <a:pt x="1929" y="198"/>
                </a:lnTo>
                <a:lnTo>
                  <a:pt x="1695" y="153"/>
                </a:lnTo>
                <a:lnTo>
                  <a:pt x="1434" y="111"/>
                </a:lnTo>
                <a:lnTo>
                  <a:pt x="1188" y="75"/>
                </a:lnTo>
                <a:lnTo>
                  <a:pt x="957" y="48"/>
                </a:lnTo>
                <a:lnTo>
                  <a:pt x="747" y="30"/>
                </a:lnTo>
                <a:lnTo>
                  <a:pt x="501" y="15"/>
                </a:lnTo>
                <a:lnTo>
                  <a:pt x="246" y="3"/>
                </a:lnTo>
                <a:lnTo>
                  <a:pt x="0" y="0"/>
                </a:lnTo>
                <a:lnTo>
                  <a:pt x="0" y="275"/>
                </a:lnTo>
                <a:lnTo>
                  <a:pt x="0" y="345"/>
                </a:lnTo>
                <a:lnTo>
                  <a:pt x="0" y="275"/>
                </a:lnTo>
                <a:lnTo>
                  <a:pt x="0" y="342"/>
                </a:lnTo>
                <a:lnTo>
                  <a:pt x="339" y="351"/>
                </a:lnTo>
                <a:lnTo>
                  <a:pt x="606" y="372"/>
                </a:lnTo>
                <a:lnTo>
                  <a:pt x="852" y="399"/>
                </a:lnTo>
                <a:lnTo>
                  <a:pt x="1068" y="435"/>
                </a:lnTo>
                <a:lnTo>
                  <a:pt x="1275" y="474"/>
                </a:lnTo>
                <a:lnTo>
                  <a:pt x="1545" y="540"/>
                </a:lnTo>
                <a:lnTo>
                  <a:pt x="1761" y="603"/>
                </a:lnTo>
                <a:lnTo>
                  <a:pt x="1971" y="678"/>
                </a:lnTo>
                <a:lnTo>
                  <a:pt x="2166" y="747"/>
                </a:lnTo>
                <a:lnTo>
                  <a:pt x="2397" y="852"/>
                </a:lnTo>
                <a:lnTo>
                  <a:pt x="2613" y="960"/>
                </a:lnTo>
                <a:lnTo>
                  <a:pt x="2832" y="1095"/>
                </a:lnTo>
                <a:lnTo>
                  <a:pt x="3012" y="1212"/>
                </a:lnTo>
                <a:lnTo>
                  <a:pt x="3186" y="1347"/>
                </a:lnTo>
                <a:lnTo>
                  <a:pt x="3351" y="1497"/>
                </a:lnTo>
                <a:lnTo>
                  <a:pt x="3480" y="1629"/>
                </a:lnTo>
                <a:lnTo>
                  <a:pt x="3612" y="1785"/>
                </a:lnTo>
                <a:lnTo>
                  <a:pt x="3699" y="1901"/>
                </a:lnTo>
                <a:lnTo>
                  <a:pt x="5142" y="1901"/>
                </a:lnTo>
                <a:lnTo>
                  <a:pt x="5076" y="1827"/>
                </a:lnTo>
                <a:lnTo>
                  <a:pt x="4968" y="1707"/>
                </a:lnTo>
                <a:lnTo>
                  <a:pt x="4797" y="1539"/>
                </a:lnTo>
                <a:lnTo>
                  <a:pt x="4617" y="1383"/>
                </a:lnTo>
                <a:lnTo>
                  <a:pt x="4410" y="1221"/>
                </a:lnTo>
                <a:lnTo>
                  <a:pt x="4185" y="1071"/>
                </a:lnTo>
                <a:lnTo>
                  <a:pt x="3960" y="939"/>
                </a:lnTo>
                <a:lnTo>
                  <a:pt x="3708" y="801"/>
                </a:lnTo>
                <a:lnTo>
                  <a:pt x="3492" y="702"/>
                </a:lnTo>
                <a:lnTo>
                  <a:pt x="3231" y="588"/>
                </a:lnTo>
                <a:lnTo>
                  <a:pt x="2964" y="489"/>
                </a:lnTo>
                <a:lnTo>
                  <a:pt x="2718" y="405"/>
                </a:lnTo>
              </a:path>
            </a:pathLst>
          </a:cu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cap="flat" cmpd="sng">
                <a:solidFill>
                  <a:schemeClr val="tx1"/>
                </a:solidFill>
                <a:prstDash val="solid"/>
                <a:round/>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053" name="Freeform 5">
            <a:extLst>
              <a:ext uri="{FF2B5EF4-FFF2-40B4-BE49-F238E27FC236}">
                <a16:creationId xmlns:a16="http://schemas.microsoft.com/office/drawing/2014/main" id="{BB142340-7720-0C42-FAEC-84C23FC64213}"/>
              </a:ext>
            </a:extLst>
          </p:cNvPr>
          <p:cNvSpPr>
            <a:spLocks/>
          </p:cNvSpPr>
          <p:nvPr/>
        </p:nvSpPr>
        <p:spPr bwMode="white">
          <a:xfrm>
            <a:off x="0" y="3146425"/>
            <a:ext cx="9144000" cy="3690938"/>
          </a:xfrm>
          <a:custGeom>
            <a:avLst/>
            <a:gdLst>
              <a:gd name="T0" fmla="*/ 0 w 5760"/>
              <a:gd name="T1" fmla="*/ 0 h 2325"/>
              <a:gd name="T2" fmla="*/ 0 w 5760"/>
              <a:gd name="T3" fmla="*/ 339 h 2325"/>
              <a:gd name="T4" fmla="*/ 558 w 5760"/>
              <a:gd name="T5" fmla="*/ 357 h 2325"/>
              <a:gd name="T6" fmla="*/ 807 w 5760"/>
              <a:gd name="T7" fmla="*/ 375 h 2325"/>
              <a:gd name="T8" fmla="*/ 1056 w 5760"/>
              <a:gd name="T9" fmla="*/ 399 h 2325"/>
              <a:gd name="T10" fmla="*/ 1272 w 5760"/>
              <a:gd name="T11" fmla="*/ 426 h 2325"/>
              <a:gd name="T12" fmla="*/ 1539 w 5760"/>
              <a:gd name="T13" fmla="*/ 465 h 2325"/>
              <a:gd name="T14" fmla="*/ 1791 w 5760"/>
              <a:gd name="T15" fmla="*/ 510 h 2325"/>
              <a:gd name="T16" fmla="*/ 2076 w 5760"/>
              <a:gd name="T17" fmla="*/ 570 h 2325"/>
              <a:gd name="T18" fmla="*/ 2334 w 5760"/>
              <a:gd name="T19" fmla="*/ 630 h 2325"/>
              <a:gd name="T20" fmla="*/ 2544 w 5760"/>
              <a:gd name="T21" fmla="*/ 687 h 2325"/>
              <a:gd name="T22" fmla="*/ 2775 w 5760"/>
              <a:gd name="T23" fmla="*/ 759 h 2325"/>
              <a:gd name="T24" fmla="*/ 3003 w 5760"/>
              <a:gd name="T25" fmla="*/ 837 h 2325"/>
              <a:gd name="T26" fmla="*/ 3231 w 5760"/>
              <a:gd name="T27" fmla="*/ 924 h 2325"/>
              <a:gd name="T28" fmla="*/ 3438 w 5760"/>
              <a:gd name="T29" fmla="*/ 1005 h 2325"/>
              <a:gd name="T30" fmla="*/ 3663 w 5760"/>
              <a:gd name="T31" fmla="*/ 1110 h 2325"/>
              <a:gd name="T32" fmla="*/ 3903 w 5760"/>
              <a:gd name="T33" fmla="*/ 1233 h 2325"/>
              <a:gd name="T34" fmla="*/ 4149 w 5760"/>
              <a:gd name="T35" fmla="*/ 1374 h 2325"/>
              <a:gd name="T36" fmla="*/ 4353 w 5760"/>
              <a:gd name="T37" fmla="*/ 1506 h 2325"/>
              <a:gd name="T38" fmla="*/ 4491 w 5760"/>
              <a:gd name="T39" fmla="*/ 1602 h 2325"/>
              <a:gd name="T40" fmla="*/ 4668 w 5760"/>
              <a:gd name="T41" fmla="*/ 1740 h 2325"/>
              <a:gd name="T42" fmla="*/ 4824 w 5760"/>
              <a:gd name="T43" fmla="*/ 1875 h 2325"/>
              <a:gd name="T44" fmla="*/ 4968 w 5760"/>
              <a:gd name="T45" fmla="*/ 2016 h 2325"/>
              <a:gd name="T46" fmla="*/ 5100 w 5760"/>
              <a:gd name="T47" fmla="*/ 2154 h 2325"/>
              <a:gd name="T48" fmla="*/ 5238 w 5760"/>
              <a:gd name="T49" fmla="*/ 2324 h 2325"/>
              <a:gd name="T50" fmla="*/ 5759 w 5760"/>
              <a:gd name="T51" fmla="*/ 2324 h 2325"/>
              <a:gd name="T52" fmla="*/ 5759 w 5760"/>
              <a:gd name="T53" fmla="*/ 1245 h 2325"/>
              <a:gd name="T54" fmla="*/ 5580 w 5760"/>
              <a:gd name="T55" fmla="*/ 1119 h 2325"/>
              <a:gd name="T56" fmla="*/ 5400 w 5760"/>
              <a:gd name="T57" fmla="*/ 1020 h 2325"/>
              <a:gd name="T58" fmla="*/ 5205 w 5760"/>
              <a:gd name="T59" fmla="*/ 918 h 2325"/>
              <a:gd name="T60" fmla="*/ 5031 w 5760"/>
              <a:gd name="T61" fmla="*/ 837 h 2325"/>
              <a:gd name="T62" fmla="*/ 4866 w 5760"/>
              <a:gd name="T63" fmla="*/ 771 h 2325"/>
              <a:gd name="T64" fmla="*/ 4710 w 5760"/>
              <a:gd name="T65" fmla="*/ 711 h 2325"/>
              <a:gd name="T66" fmla="*/ 4545 w 5760"/>
              <a:gd name="T67" fmla="*/ 651 h 2325"/>
              <a:gd name="T68" fmla="*/ 4386 w 5760"/>
              <a:gd name="T69" fmla="*/ 600 h 2325"/>
              <a:gd name="T70" fmla="*/ 4248 w 5760"/>
              <a:gd name="T71" fmla="*/ 552 h 2325"/>
              <a:gd name="T72" fmla="*/ 3993 w 5760"/>
              <a:gd name="T73" fmla="*/ 483 h 2325"/>
              <a:gd name="T74" fmla="*/ 3777 w 5760"/>
              <a:gd name="T75" fmla="*/ 423 h 2325"/>
              <a:gd name="T76" fmla="*/ 3564 w 5760"/>
              <a:gd name="T77" fmla="*/ 375 h 2325"/>
              <a:gd name="T78" fmla="*/ 3282 w 5760"/>
              <a:gd name="T79" fmla="*/ 312 h 2325"/>
              <a:gd name="T80" fmla="*/ 3003 w 5760"/>
              <a:gd name="T81" fmla="*/ 261 h 2325"/>
              <a:gd name="T82" fmla="*/ 2733 w 5760"/>
              <a:gd name="T83" fmla="*/ 213 h 2325"/>
              <a:gd name="T84" fmla="*/ 2451 w 5760"/>
              <a:gd name="T85" fmla="*/ 171 h 2325"/>
              <a:gd name="T86" fmla="*/ 2211 w 5760"/>
              <a:gd name="T87" fmla="*/ 138 h 2325"/>
              <a:gd name="T88" fmla="*/ 1974 w 5760"/>
              <a:gd name="T89" fmla="*/ 108 h 2325"/>
              <a:gd name="T90" fmla="*/ 1665 w 5760"/>
              <a:gd name="T91" fmla="*/ 81 h 2325"/>
              <a:gd name="T92" fmla="*/ 1437 w 5760"/>
              <a:gd name="T93" fmla="*/ 60 h 2325"/>
              <a:gd name="T94" fmla="*/ 1125 w 5760"/>
              <a:gd name="T95" fmla="*/ 36 h 2325"/>
              <a:gd name="T96" fmla="*/ 828 w 5760"/>
              <a:gd name="T97" fmla="*/ 21 h 2325"/>
              <a:gd name="T98" fmla="*/ 558 w 5760"/>
              <a:gd name="T99" fmla="*/ 12 h 2325"/>
              <a:gd name="T100" fmla="*/ 282 w 5760"/>
              <a:gd name="T101" fmla="*/ 3 h 2325"/>
              <a:gd name="T102" fmla="*/ 0 w 5760"/>
              <a:gd name="T103" fmla="*/ 0 h 2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760" h="2325">
                <a:moveTo>
                  <a:pt x="0" y="0"/>
                </a:moveTo>
                <a:lnTo>
                  <a:pt x="0" y="339"/>
                </a:lnTo>
                <a:lnTo>
                  <a:pt x="558" y="357"/>
                </a:lnTo>
                <a:lnTo>
                  <a:pt x="807" y="375"/>
                </a:lnTo>
                <a:lnTo>
                  <a:pt x="1056" y="399"/>
                </a:lnTo>
                <a:lnTo>
                  <a:pt x="1272" y="426"/>
                </a:lnTo>
                <a:lnTo>
                  <a:pt x="1539" y="465"/>
                </a:lnTo>
                <a:lnTo>
                  <a:pt x="1791" y="510"/>
                </a:lnTo>
                <a:lnTo>
                  <a:pt x="2076" y="570"/>
                </a:lnTo>
                <a:lnTo>
                  <a:pt x="2334" y="630"/>
                </a:lnTo>
                <a:lnTo>
                  <a:pt x="2544" y="687"/>
                </a:lnTo>
                <a:lnTo>
                  <a:pt x="2775" y="759"/>
                </a:lnTo>
                <a:lnTo>
                  <a:pt x="3003" y="837"/>
                </a:lnTo>
                <a:lnTo>
                  <a:pt x="3231" y="924"/>
                </a:lnTo>
                <a:lnTo>
                  <a:pt x="3438" y="1005"/>
                </a:lnTo>
                <a:lnTo>
                  <a:pt x="3663" y="1110"/>
                </a:lnTo>
                <a:lnTo>
                  <a:pt x="3903" y="1233"/>
                </a:lnTo>
                <a:lnTo>
                  <a:pt x="4149" y="1374"/>
                </a:lnTo>
                <a:lnTo>
                  <a:pt x="4353" y="1506"/>
                </a:lnTo>
                <a:lnTo>
                  <a:pt x="4491" y="1602"/>
                </a:lnTo>
                <a:lnTo>
                  <a:pt x="4668" y="1740"/>
                </a:lnTo>
                <a:lnTo>
                  <a:pt x="4824" y="1875"/>
                </a:lnTo>
                <a:lnTo>
                  <a:pt x="4968" y="2016"/>
                </a:lnTo>
                <a:lnTo>
                  <a:pt x="5100" y="2154"/>
                </a:lnTo>
                <a:lnTo>
                  <a:pt x="5238" y="2324"/>
                </a:lnTo>
                <a:lnTo>
                  <a:pt x="5759" y="2324"/>
                </a:lnTo>
                <a:lnTo>
                  <a:pt x="5759" y="1245"/>
                </a:lnTo>
                <a:lnTo>
                  <a:pt x="5580" y="1119"/>
                </a:lnTo>
                <a:lnTo>
                  <a:pt x="5400" y="1020"/>
                </a:lnTo>
                <a:lnTo>
                  <a:pt x="5205" y="918"/>
                </a:lnTo>
                <a:lnTo>
                  <a:pt x="5031" y="837"/>
                </a:lnTo>
                <a:lnTo>
                  <a:pt x="4866" y="771"/>
                </a:lnTo>
                <a:lnTo>
                  <a:pt x="4710" y="711"/>
                </a:lnTo>
                <a:lnTo>
                  <a:pt x="4545" y="651"/>
                </a:lnTo>
                <a:lnTo>
                  <a:pt x="4386" y="600"/>
                </a:lnTo>
                <a:lnTo>
                  <a:pt x="4248" y="552"/>
                </a:lnTo>
                <a:lnTo>
                  <a:pt x="3993" y="483"/>
                </a:lnTo>
                <a:lnTo>
                  <a:pt x="3777" y="423"/>
                </a:lnTo>
                <a:lnTo>
                  <a:pt x="3564" y="375"/>
                </a:lnTo>
                <a:lnTo>
                  <a:pt x="3282" y="312"/>
                </a:lnTo>
                <a:lnTo>
                  <a:pt x="3003" y="261"/>
                </a:lnTo>
                <a:lnTo>
                  <a:pt x="2733" y="213"/>
                </a:lnTo>
                <a:lnTo>
                  <a:pt x="2451" y="171"/>
                </a:lnTo>
                <a:lnTo>
                  <a:pt x="2211" y="138"/>
                </a:lnTo>
                <a:lnTo>
                  <a:pt x="1974" y="108"/>
                </a:lnTo>
                <a:lnTo>
                  <a:pt x="1665" y="81"/>
                </a:lnTo>
                <a:lnTo>
                  <a:pt x="1437" y="60"/>
                </a:lnTo>
                <a:lnTo>
                  <a:pt x="1125" y="36"/>
                </a:lnTo>
                <a:lnTo>
                  <a:pt x="828" y="21"/>
                </a:lnTo>
                <a:lnTo>
                  <a:pt x="558" y="12"/>
                </a:lnTo>
                <a:lnTo>
                  <a:pt x="282" y="3"/>
                </a:lnTo>
                <a:lnTo>
                  <a:pt x="0" y="0"/>
                </a:lnTo>
              </a:path>
            </a:pathLst>
          </a:cu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cap="flat" cmpd="sng">
                <a:solidFill>
                  <a:schemeClr val="tx1"/>
                </a:solidFill>
                <a:prstDash val="solid"/>
                <a:round/>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054" name="Freeform 6">
            <a:extLst>
              <a:ext uri="{FF2B5EF4-FFF2-40B4-BE49-F238E27FC236}">
                <a16:creationId xmlns:a16="http://schemas.microsoft.com/office/drawing/2014/main" id="{538ABC58-1890-FA66-2BFC-5DB0E736150B}"/>
              </a:ext>
            </a:extLst>
          </p:cNvPr>
          <p:cNvSpPr>
            <a:spLocks/>
          </p:cNvSpPr>
          <p:nvPr/>
        </p:nvSpPr>
        <p:spPr bwMode="white">
          <a:xfrm>
            <a:off x="0" y="2460625"/>
            <a:ext cx="9144000" cy="2497138"/>
          </a:xfrm>
          <a:custGeom>
            <a:avLst/>
            <a:gdLst>
              <a:gd name="T0" fmla="*/ 0 w 5760"/>
              <a:gd name="T1" fmla="*/ 0 h 1573"/>
              <a:gd name="T2" fmla="*/ 0 w 5760"/>
              <a:gd name="T3" fmla="*/ 351 h 1573"/>
              <a:gd name="T4" fmla="*/ 282 w 5760"/>
              <a:gd name="T5" fmla="*/ 357 h 1573"/>
              <a:gd name="T6" fmla="*/ 627 w 5760"/>
              <a:gd name="T7" fmla="*/ 363 h 1573"/>
              <a:gd name="T8" fmla="*/ 960 w 5760"/>
              <a:gd name="T9" fmla="*/ 375 h 1573"/>
              <a:gd name="T10" fmla="*/ 1218 w 5760"/>
              <a:gd name="T11" fmla="*/ 393 h 1573"/>
              <a:gd name="T12" fmla="*/ 1470 w 5760"/>
              <a:gd name="T13" fmla="*/ 411 h 1573"/>
              <a:gd name="T14" fmla="*/ 1746 w 5760"/>
              <a:gd name="T15" fmla="*/ 435 h 1573"/>
              <a:gd name="T16" fmla="*/ 2022 w 5760"/>
              <a:gd name="T17" fmla="*/ 462 h 1573"/>
              <a:gd name="T18" fmla="*/ 2340 w 5760"/>
              <a:gd name="T19" fmla="*/ 504 h 1573"/>
              <a:gd name="T20" fmla="*/ 2664 w 5760"/>
              <a:gd name="T21" fmla="*/ 549 h 1573"/>
              <a:gd name="T22" fmla="*/ 2952 w 5760"/>
              <a:gd name="T23" fmla="*/ 597 h 1573"/>
              <a:gd name="T24" fmla="*/ 3225 w 5760"/>
              <a:gd name="T25" fmla="*/ 648 h 1573"/>
              <a:gd name="T26" fmla="*/ 3513 w 5760"/>
              <a:gd name="T27" fmla="*/ 708 h 1573"/>
              <a:gd name="T28" fmla="*/ 3693 w 5760"/>
              <a:gd name="T29" fmla="*/ 750 h 1573"/>
              <a:gd name="T30" fmla="*/ 3936 w 5760"/>
              <a:gd name="T31" fmla="*/ 810 h 1573"/>
              <a:gd name="T32" fmla="*/ 4095 w 5760"/>
              <a:gd name="T33" fmla="*/ 855 h 1573"/>
              <a:gd name="T34" fmla="*/ 4281 w 5760"/>
              <a:gd name="T35" fmla="*/ 909 h 1573"/>
              <a:gd name="T36" fmla="*/ 4503 w 5760"/>
              <a:gd name="T37" fmla="*/ 981 h 1573"/>
              <a:gd name="T38" fmla="*/ 4704 w 5760"/>
              <a:gd name="T39" fmla="*/ 1053 h 1573"/>
              <a:gd name="T40" fmla="*/ 4911 w 5760"/>
              <a:gd name="T41" fmla="*/ 1131 h 1573"/>
              <a:gd name="T42" fmla="*/ 5073 w 5760"/>
              <a:gd name="T43" fmla="*/ 1197 h 1573"/>
              <a:gd name="T44" fmla="*/ 5256 w 5760"/>
              <a:gd name="T45" fmla="*/ 1281 h 1573"/>
              <a:gd name="T46" fmla="*/ 5475 w 5760"/>
              <a:gd name="T47" fmla="*/ 1401 h 1573"/>
              <a:gd name="T48" fmla="*/ 5628 w 5760"/>
              <a:gd name="T49" fmla="*/ 1482 h 1573"/>
              <a:gd name="T50" fmla="*/ 5759 w 5760"/>
              <a:gd name="T51" fmla="*/ 1572 h 1573"/>
              <a:gd name="T52" fmla="*/ 5759 w 5760"/>
              <a:gd name="T53" fmla="*/ 633 h 1573"/>
              <a:gd name="T54" fmla="*/ 5493 w 5760"/>
              <a:gd name="T55" fmla="*/ 570 h 1573"/>
              <a:gd name="T56" fmla="*/ 5214 w 5760"/>
              <a:gd name="T57" fmla="*/ 501 h 1573"/>
              <a:gd name="T58" fmla="*/ 4950 w 5760"/>
              <a:gd name="T59" fmla="*/ 444 h 1573"/>
              <a:gd name="T60" fmla="*/ 4701 w 5760"/>
              <a:gd name="T61" fmla="*/ 396 h 1573"/>
              <a:gd name="T62" fmla="*/ 4425 w 5760"/>
              <a:gd name="T63" fmla="*/ 348 h 1573"/>
              <a:gd name="T64" fmla="*/ 4110 w 5760"/>
              <a:gd name="T65" fmla="*/ 294 h 1573"/>
              <a:gd name="T66" fmla="*/ 3813 w 5760"/>
              <a:gd name="T67" fmla="*/ 252 h 1573"/>
              <a:gd name="T68" fmla="*/ 3549 w 5760"/>
              <a:gd name="T69" fmla="*/ 213 h 1573"/>
              <a:gd name="T70" fmla="*/ 3261 w 5760"/>
              <a:gd name="T71" fmla="*/ 183 h 1573"/>
              <a:gd name="T72" fmla="*/ 3015 w 5760"/>
              <a:gd name="T73" fmla="*/ 153 h 1573"/>
              <a:gd name="T74" fmla="*/ 2757 w 5760"/>
              <a:gd name="T75" fmla="*/ 129 h 1573"/>
              <a:gd name="T76" fmla="*/ 2520 w 5760"/>
              <a:gd name="T77" fmla="*/ 105 h 1573"/>
              <a:gd name="T78" fmla="*/ 2301 w 5760"/>
              <a:gd name="T79" fmla="*/ 87 h 1573"/>
              <a:gd name="T80" fmla="*/ 2013 w 5760"/>
              <a:gd name="T81" fmla="*/ 66 h 1573"/>
              <a:gd name="T82" fmla="*/ 1731 w 5760"/>
              <a:gd name="T83" fmla="*/ 48 h 1573"/>
              <a:gd name="T84" fmla="*/ 1524 w 5760"/>
              <a:gd name="T85" fmla="*/ 39 h 1573"/>
              <a:gd name="T86" fmla="*/ 1260 w 5760"/>
              <a:gd name="T87" fmla="*/ 27 h 1573"/>
              <a:gd name="T88" fmla="*/ 966 w 5760"/>
              <a:gd name="T89" fmla="*/ 15 h 1573"/>
              <a:gd name="T90" fmla="*/ 714 w 5760"/>
              <a:gd name="T91" fmla="*/ 12 h 1573"/>
              <a:gd name="T92" fmla="*/ 510 w 5760"/>
              <a:gd name="T93" fmla="*/ 6 h 1573"/>
              <a:gd name="T94" fmla="*/ 243 w 5760"/>
              <a:gd name="T95" fmla="*/ 0 h 1573"/>
              <a:gd name="T96" fmla="*/ 0 w 5760"/>
              <a:gd name="T97" fmla="*/ 0 h 1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760" h="1573">
                <a:moveTo>
                  <a:pt x="0" y="0"/>
                </a:moveTo>
                <a:lnTo>
                  <a:pt x="0" y="351"/>
                </a:lnTo>
                <a:lnTo>
                  <a:pt x="282" y="357"/>
                </a:lnTo>
                <a:lnTo>
                  <a:pt x="627" y="363"/>
                </a:lnTo>
                <a:lnTo>
                  <a:pt x="960" y="375"/>
                </a:lnTo>
                <a:lnTo>
                  <a:pt x="1218" y="393"/>
                </a:lnTo>
                <a:lnTo>
                  <a:pt x="1470" y="411"/>
                </a:lnTo>
                <a:lnTo>
                  <a:pt x="1746" y="435"/>
                </a:lnTo>
                <a:lnTo>
                  <a:pt x="2022" y="462"/>
                </a:lnTo>
                <a:lnTo>
                  <a:pt x="2340" y="504"/>
                </a:lnTo>
                <a:lnTo>
                  <a:pt x="2664" y="549"/>
                </a:lnTo>
                <a:lnTo>
                  <a:pt x="2952" y="597"/>
                </a:lnTo>
                <a:lnTo>
                  <a:pt x="3225" y="648"/>
                </a:lnTo>
                <a:lnTo>
                  <a:pt x="3513" y="708"/>
                </a:lnTo>
                <a:lnTo>
                  <a:pt x="3693" y="750"/>
                </a:lnTo>
                <a:lnTo>
                  <a:pt x="3936" y="810"/>
                </a:lnTo>
                <a:lnTo>
                  <a:pt x="4095" y="855"/>
                </a:lnTo>
                <a:lnTo>
                  <a:pt x="4281" y="909"/>
                </a:lnTo>
                <a:lnTo>
                  <a:pt x="4503" y="981"/>
                </a:lnTo>
                <a:lnTo>
                  <a:pt x="4704" y="1053"/>
                </a:lnTo>
                <a:lnTo>
                  <a:pt x="4911" y="1131"/>
                </a:lnTo>
                <a:lnTo>
                  <a:pt x="5073" y="1197"/>
                </a:lnTo>
                <a:lnTo>
                  <a:pt x="5256" y="1281"/>
                </a:lnTo>
                <a:lnTo>
                  <a:pt x="5475" y="1401"/>
                </a:lnTo>
                <a:lnTo>
                  <a:pt x="5628" y="1482"/>
                </a:lnTo>
                <a:lnTo>
                  <a:pt x="5759" y="1572"/>
                </a:lnTo>
                <a:lnTo>
                  <a:pt x="5759" y="633"/>
                </a:lnTo>
                <a:lnTo>
                  <a:pt x="5493" y="570"/>
                </a:lnTo>
                <a:lnTo>
                  <a:pt x="5214" y="501"/>
                </a:lnTo>
                <a:lnTo>
                  <a:pt x="4950" y="444"/>
                </a:lnTo>
                <a:lnTo>
                  <a:pt x="4701" y="396"/>
                </a:lnTo>
                <a:lnTo>
                  <a:pt x="4425" y="348"/>
                </a:lnTo>
                <a:lnTo>
                  <a:pt x="4110" y="294"/>
                </a:lnTo>
                <a:lnTo>
                  <a:pt x="3813" y="252"/>
                </a:lnTo>
                <a:lnTo>
                  <a:pt x="3549" y="213"/>
                </a:lnTo>
                <a:lnTo>
                  <a:pt x="3261" y="183"/>
                </a:lnTo>
                <a:lnTo>
                  <a:pt x="3015" y="153"/>
                </a:lnTo>
                <a:lnTo>
                  <a:pt x="2757" y="129"/>
                </a:lnTo>
                <a:lnTo>
                  <a:pt x="2520" y="105"/>
                </a:lnTo>
                <a:lnTo>
                  <a:pt x="2301" y="87"/>
                </a:lnTo>
                <a:lnTo>
                  <a:pt x="2013" y="66"/>
                </a:lnTo>
                <a:lnTo>
                  <a:pt x="1731" y="48"/>
                </a:lnTo>
                <a:lnTo>
                  <a:pt x="1524" y="39"/>
                </a:lnTo>
                <a:lnTo>
                  <a:pt x="1260" y="27"/>
                </a:lnTo>
                <a:lnTo>
                  <a:pt x="966" y="15"/>
                </a:lnTo>
                <a:lnTo>
                  <a:pt x="714" y="12"/>
                </a:lnTo>
                <a:lnTo>
                  <a:pt x="510" y="6"/>
                </a:lnTo>
                <a:lnTo>
                  <a:pt x="243" y="0"/>
                </a:lnTo>
                <a:lnTo>
                  <a:pt x="0" y="0"/>
                </a:lnTo>
              </a:path>
            </a:pathLst>
          </a:cu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cap="flat" cmpd="sng">
                <a:solidFill>
                  <a:schemeClr val="tx1"/>
                </a:solidFill>
                <a:prstDash val="solid"/>
                <a:round/>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055" name="Freeform 7">
            <a:extLst>
              <a:ext uri="{FF2B5EF4-FFF2-40B4-BE49-F238E27FC236}">
                <a16:creationId xmlns:a16="http://schemas.microsoft.com/office/drawing/2014/main" id="{99643DCA-B444-EFD8-8CC5-98E57E29966A}"/>
              </a:ext>
            </a:extLst>
          </p:cNvPr>
          <p:cNvSpPr>
            <a:spLocks/>
          </p:cNvSpPr>
          <p:nvPr/>
        </p:nvSpPr>
        <p:spPr bwMode="white">
          <a:xfrm>
            <a:off x="0" y="1793875"/>
            <a:ext cx="9144000" cy="1539875"/>
          </a:xfrm>
          <a:custGeom>
            <a:avLst/>
            <a:gdLst>
              <a:gd name="T0" fmla="*/ 0 w 5760"/>
              <a:gd name="T1" fmla="*/ 0 h 970"/>
              <a:gd name="T2" fmla="*/ 0 w 5760"/>
              <a:gd name="T3" fmla="*/ 339 h 970"/>
              <a:gd name="T4" fmla="*/ 318 w 5760"/>
              <a:gd name="T5" fmla="*/ 342 h 970"/>
              <a:gd name="T6" fmla="*/ 591 w 5760"/>
              <a:gd name="T7" fmla="*/ 348 h 970"/>
              <a:gd name="T8" fmla="*/ 846 w 5760"/>
              <a:gd name="T9" fmla="*/ 354 h 970"/>
              <a:gd name="T10" fmla="*/ 1074 w 5760"/>
              <a:gd name="T11" fmla="*/ 360 h 970"/>
              <a:gd name="T12" fmla="*/ 1314 w 5760"/>
              <a:gd name="T13" fmla="*/ 366 h 970"/>
              <a:gd name="T14" fmla="*/ 1599 w 5760"/>
              <a:gd name="T15" fmla="*/ 381 h 970"/>
              <a:gd name="T16" fmla="*/ 1911 w 5760"/>
              <a:gd name="T17" fmla="*/ 399 h 970"/>
              <a:gd name="T18" fmla="*/ 2241 w 5760"/>
              <a:gd name="T19" fmla="*/ 420 h 970"/>
              <a:gd name="T20" fmla="*/ 2619 w 5760"/>
              <a:gd name="T21" fmla="*/ 453 h 970"/>
              <a:gd name="T22" fmla="*/ 2889 w 5760"/>
              <a:gd name="T23" fmla="*/ 477 h 970"/>
              <a:gd name="T24" fmla="*/ 3177 w 5760"/>
              <a:gd name="T25" fmla="*/ 507 h 970"/>
              <a:gd name="T26" fmla="*/ 3498 w 5760"/>
              <a:gd name="T27" fmla="*/ 543 h 970"/>
              <a:gd name="T28" fmla="*/ 3813 w 5760"/>
              <a:gd name="T29" fmla="*/ 585 h 970"/>
              <a:gd name="T30" fmla="*/ 4044 w 5760"/>
              <a:gd name="T31" fmla="*/ 618 h 970"/>
              <a:gd name="T32" fmla="*/ 4365 w 5760"/>
              <a:gd name="T33" fmla="*/ 669 h 970"/>
              <a:gd name="T34" fmla="*/ 4683 w 5760"/>
              <a:gd name="T35" fmla="*/ 726 h 970"/>
              <a:gd name="T36" fmla="*/ 4980 w 5760"/>
              <a:gd name="T37" fmla="*/ 786 h 970"/>
              <a:gd name="T38" fmla="*/ 5268 w 5760"/>
              <a:gd name="T39" fmla="*/ 846 h 970"/>
              <a:gd name="T40" fmla="*/ 5646 w 5760"/>
              <a:gd name="T41" fmla="*/ 942 h 970"/>
              <a:gd name="T42" fmla="*/ 5759 w 5760"/>
              <a:gd name="T43" fmla="*/ 969 h 970"/>
              <a:gd name="T44" fmla="*/ 5759 w 5760"/>
              <a:gd name="T45" fmla="*/ 0 h 970"/>
              <a:gd name="T46" fmla="*/ 0 w 5760"/>
              <a:gd name="T47" fmla="*/ 0 h 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760" h="970">
                <a:moveTo>
                  <a:pt x="0" y="0"/>
                </a:moveTo>
                <a:lnTo>
                  <a:pt x="0" y="339"/>
                </a:lnTo>
                <a:lnTo>
                  <a:pt x="318" y="342"/>
                </a:lnTo>
                <a:lnTo>
                  <a:pt x="591" y="348"/>
                </a:lnTo>
                <a:lnTo>
                  <a:pt x="846" y="354"/>
                </a:lnTo>
                <a:lnTo>
                  <a:pt x="1074" y="360"/>
                </a:lnTo>
                <a:lnTo>
                  <a:pt x="1314" y="366"/>
                </a:lnTo>
                <a:lnTo>
                  <a:pt x="1599" y="381"/>
                </a:lnTo>
                <a:lnTo>
                  <a:pt x="1911" y="399"/>
                </a:lnTo>
                <a:lnTo>
                  <a:pt x="2241" y="420"/>
                </a:lnTo>
                <a:lnTo>
                  <a:pt x="2619" y="453"/>
                </a:lnTo>
                <a:lnTo>
                  <a:pt x="2889" y="477"/>
                </a:lnTo>
                <a:lnTo>
                  <a:pt x="3177" y="507"/>
                </a:lnTo>
                <a:lnTo>
                  <a:pt x="3498" y="543"/>
                </a:lnTo>
                <a:lnTo>
                  <a:pt x="3813" y="585"/>
                </a:lnTo>
                <a:lnTo>
                  <a:pt x="4044" y="618"/>
                </a:lnTo>
                <a:lnTo>
                  <a:pt x="4365" y="669"/>
                </a:lnTo>
                <a:lnTo>
                  <a:pt x="4683" y="726"/>
                </a:lnTo>
                <a:lnTo>
                  <a:pt x="4980" y="786"/>
                </a:lnTo>
                <a:lnTo>
                  <a:pt x="5268" y="846"/>
                </a:lnTo>
                <a:lnTo>
                  <a:pt x="5646" y="942"/>
                </a:lnTo>
                <a:lnTo>
                  <a:pt x="5759" y="969"/>
                </a:lnTo>
                <a:lnTo>
                  <a:pt x="5759" y="0"/>
                </a:lnTo>
                <a:lnTo>
                  <a:pt x="0" y="0"/>
                </a:lnTo>
              </a:path>
            </a:pathLst>
          </a:cu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cap="flat" cmpd="sng">
                <a:solidFill>
                  <a:schemeClr val="tx1"/>
                </a:solidFill>
                <a:prstDash val="solid"/>
                <a:round/>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056" name="Freeform 8">
            <a:extLst>
              <a:ext uri="{FF2B5EF4-FFF2-40B4-BE49-F238E27FC236}">
                <a16:creationId xmlns:a16="http://schemas.microsoft.com/office/drawing/2014/main" id="{3ED5AFEC-94CB-EAA4-9613-45F6D2EDA288}"/>
              </a:ext>
            </a:extLst>
          </p:cNvPr>
          <p:cNvSpPr>
            <a:spLocks/>
          </p:cNvSpPr>
          <p:nvPr/>
        </p:nvSpPr>
        <p:spPr bwMode="white">
          <a:xfrm>
            <a:off x="0" y="-20638"/>
            <a:ext cx="9144000" cy="1682751"/>
          </a:xfrm>
          <a:custGeom>
            <a:avLst/>
            <a:gdLst>
              <a:gd name="T0" fmla="*/ 0 w 5760"/>
              <a:gd name="T1" fmla="*/ 753 h 1060"/>
              <a:gd name="T2" fmla="*/ 0 w 5760"/>
              <a:gd name="T3" fmla="*/ 1059 h 1060"/>
              <a:gd name="T4" fmla="*/ 5759 w 5760"/>
              <a:gd name="T5" fmla="*/ 1059 h 1060"/>
              <a:gd name="T6" fmla="*/ 5759 w 5760"/>
              <a:gd name="T7" fmla="*/ 0 h 1060"/>
              <a:gd name="T8" fmla="*/ 5430 w 5760"/>
              <a:gd name="T9" fmla="*/ 0 h 1060"/>
              <a:gd name="T10" fmla="*/ 5298 w 5760"/>
              <a:gd name="T11" fmla="*/ 84 h 1060"/>
              <a:gd name="T12" fmla="*/ 5136 w 5760"/>
              <a:gd name="T13" fmla="*/ 159 h 1060"/>
              <a:gd name="T14" fmla="*/ 4968 w 5760"/>
              <a:gd name="T15" fmla="*/ 222 h 1060"/>
              <a:gd name="T16" fmla="*/ 4812 w 5760"/>
              <a:gd name="T17" fmla="*/ 267 h 1060"/>
              <a:gd name="T18" fmla="*/ 4626 w 5760"/>
              <a:gd name="T19" fmla="*/ 324 h 1060"/>
              <a:gd name="T20" fmla="*/ 4440 w 5760"/>
              <a:gd name="T21" fmla="*/ 366 h 1060"/>
              <a:gd name="T22" fmla="*/ 4230 w 5760"/>
              <a:gd name="T23" fmla="*/ 414 h 1060"/>
              <a:gd name="T24" fmla="*/ 3939 w 5760"/>
              <a:gd name="T25" fmla="*/ 468 h 1060"/>
              <a:gd name="T26" fmla="*/ 3711 w 5760"/>
              <a:gd name="T27" fmla="*/ 504 h 1060"/>
              <a:gd name="T28" fmla="*/ 3441 w 5760"/>
              <a:gd name="T29" fmla="*/ 543 h 1060"/>
              <a:gd name="T30" fmla="*/ 3189 w 5760"/>
              <a:gd name="T31" fmla="*/ 579 h 1060"/>
              <a:gd name="T32" fmla="*/ 2925 w 5760"/>
              <a:gd name="T33" fmla="*/ 606 h 1060"/>
              <a:gd name="T34" fmla="*/ 2679 w 5760"/>
              <a:gd name="T35" fmla="*/ 633 h 1060"/>
              <a:gd name="T36" fmla="*/ 2418 w 5760"/>
              <a:gd name="T37" fmla="*/ 654 h 1060"/>
              <a:gd name="T38" fmla="*/ 2142 w 5760"/>
              <a:gd name="T39" fmla="*/ 675 h 1060"/>
              <a:gd name="T40" fmla="*/ 1896 w 5760"/>
              <a:gd name="T41" fmla="*/ 693 h 1060"/>
              <a:gd name="T42" fmla="*/ 1647 w 5760"/>
              <a:gd name="T43" fmla="*/ 708 h 1060"/>
              <a:gd name="T44" fmla="*/ 1404 w 5760"/>
              <a:gd name="T45" fmla="*/ 720 h 1060"/>
              <a:gd name="T46" fmla="*/ 1170 w 5760"/>
              <a:gd name="T47" fmla="*/ 732 h 1060"/>
              <a:gd name="T48" fmla="*/ 906 w 5760"/>
              <a:gd name="T49" fmla="*/ 738 h 1060"/>
              <a:gd name="T50" fmla="*/ 534 w 5760"/>
              <a:gd name="T51" fmla="*/ 747 h 1060"/>
              <a:gd name="T52" fmla="*/ 201 w 5760"/>
              <a:gd name="T53" fmla="*/ 753 h 1060"/>
              <a:gd name="T54" fmla="*/ 0 w 5760"/>
              <a:gd name="T55" fmla="*/ 753 h 10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760" h="1060">
                <a:moveTo>
                  <a:pt x="0" y="753"/>
                </a:moveTo>
                <a:lnTo>
                  <a:pt x="0" y="1059"/>
                </a:lnTo>
                <a:lnTo>
                  <a:pt x="5759" y="1059"/>
                </a:lnTo>
                <a:lnTo>
                  <a:pt x="5759" y="0"/>
                </a:lnTo>
                <a:lnTo>
                  <a:pt x="5430" y="0"/>
                </a:lnTo>
                <a:lnTo>
                  <a:pt x="5298" y="84"/>
                </a:lnTo>
                <a:lnTo>
                  <a:pt x="5136" y="159"/>
                </a:lnTo>
                <a:lnTo>
                  <a:pt x="4968" y="222"/>
                </a:lnTo>
                <a:lnTo>
                  <a:pt x="4812" y="267"/>
                </a:lnTo>
                <a:lnTo>
                  <a:pt x="4626" y="324"/>
                </a:lnTo>
                <a:lnTo>
                  <a:pt x="4440" y="366"/>
                </a:lnTo>
                <a:lnTo>
                  <a:pt x="4230" y="414"/>
                </a:lnTo>
                <a:lnTo>
                  <a:pt x="3939" y="468"/>
                </a:lnTo>
                <a:lnTo>
                  <a:pt x="3711" y="504"/>
                </a:lnTo>
                <a:lnTo>
                  <a:pt x="3441" y="543"/>
                </a:lnTo>
                <a:lnTo>
                  <a:pt x="3189" y="579"/>
                </a:lnTo>
                <a:lnTo>
                  <a:pt x="2925" y="606"/>
                </a:lnTo>
                <a:lnTo>
                  <a:pt x="2679" y="633"/>
                </a:lnTo>
                <a:lnTo>
                  <a:pt x="2418" y="654"/>
                </a:lnTo>
                <a:lnTo>
                  <a:pt x="2142" y="675"/>
                </a:lnTo>
                <a:lnTo>
                  <a:pt x="1896" y="693"/>
                </a:lnTo>
                <a:lnTo>
                  <a:pt x="1647" y="708"/>
                </a:lnTo>
                <a:lnTo>
                  <a:pt x="1404" y="720"/>
                </a:lnTo>
                <a:lnTo>
                  <a:pt x="1170" y="732"/>
                </a:lnTo>
                <a:lnTo>
                  <a:pt x="906" y="738"/>
                </a:lnTo>
                <a:lnTo>
                  <a:pt x="534" y="747"/>
                </a:lnTo>
                <a:lnTo>
                  <a:pt x="201" y="753"/>
                </a:lnTo>
                <a:lnTo>
                  <a:pt x="0" y="753"/>
                </a:lnTo>
              </a:path>
            </a:pathLst>
          </a:cu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cap="flat" cmpd="sng">
                <a:solidFill>
                  <a:schemeClr val="tx1"/>
                </a:solidFill>
                <a:prstDash val="solid"/>
                <a:round/>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057" name="Freeform 9">
            <a:extLst>
              <a:ext uri="{FF2B5EF4-FFF2-40B4-BE49-F238E27FC236}">
                <a16:creationId xmlns:a16="http://schemas.microsoft.com/office/drawing/2014/main" id="{B117D61A-EBF3-579C-90B2-51287DD92981}"/>
              </a:ext>
            </a:extLst>
          </p:cNvPr>
          <p:cNvSpPr>
            <a:spLocks/>
          </p:cNvSpPr>
          <p:nvPr/>
        </p:nvSpPr>
        <p:spPr bwMode="white">
          <a:xfrm>
            <a:off x="0" y="-20638"/>
            <a:ext cx="8388350" cy="1068388"/>
          </a:xfrm>
          <a:custGeom>
            <a:avLst/>
            <a:gdLst>
              <a:gd name="T0" fmla="*/ 0 w 5284"/>
              <a:gd name="T1" fmla="*/ 366 h 673"/>
              <a:gd name="T2" fmla="*/ 0 w 5284"/>
              <a:gd name="T3" fmla="*/ 672 h 673"/>
              <a:gd name="T4" fmla="*/ 303 w 5284"/>
              <a:gd name="T5" fmla="*/ 672 h 673"/>
              <a:gd name="T6" fmla="*/ 723 w 5284"/>
              <a:gd name="T7" fmla="*/ 663 h 673"/>
              <a:gd name="T8" fmla="*/ 1020 w 5284"/>
              <a:gd name="T9" fmla="*/ 654 h 673"/>
              <a:gd name="T10" fmla="*/ 1302 w 5284"/>
              <a:gd name="T11" fmla="*/ 642 h 673"/>
              <a:gd name="T12" fmla="*/ 1554 w 5284"/>
              <a:gd name="T13" fmla="*/ 630 h 673"/>
              <a:gd name="T14" fmla="*/ 1779 w 5284"/>
              <a:gd name="T15" fmla="*/ 615 h 673"/>
              <a:gd name="T16" fmla="*/ 1962 w 5284"/>
              <a:gd name="T17" fmla="*/ 606 h 673"/>
              <a:gd name="T18" fmla="*/ 2193 w 5284"/>
              <a:gd name="T19" fmla="*/ 588 h 673"/>
              <a:gd name="T20" fmla="*/ 2448 w 5284"/>
              <a:gd name="T21" fmla="*/ 570 h 673"/>
              <a:gd name="T22" fmla="*/ 2700 w 5284"/>
              <a:gd name="T23" fmla="*/ 546 h 673"/>
              <a:gd name="T24" fmla="*/ 2904 w 5284"/>
              <a:gd name="T25" fmla="*/ 528 h 673"/>
              <a:gd name="T26" fmla="*/ 3138 w 5284"/>
              <a:gd name="T27" fmla="*/ 498 h 673"/>
              <a:gd name="T28" fmla="*/ 3324 w 5284"/>
              <a:gd name="T29" fmla="*/ 474 h 673"/>
              <a:gd name="T30" fmla="*/ 3534 w 5284"/>
              <a:gd name="T31" fmla="*/ 447 h 673"/>
              <a:gd name="T32" fmla="*/ 3735 w 5284"/>
              <a:gd name="T33" fmla="*/ 420 h 673"/>
              <a:gd name="T34" fmla="*/ 3933 w 5284"/>
              <a:gd name="T35" fmla="*/ 384 h 673"/>
              <a:gd name="T36" fmla="*/ 4116 w 5284"/>
              <a:gd name="T37" fmla="*/ 351 h 673"/>
              <a:gd name="T38" fmla="*/ 4266 w 5284"/>
              <a:gd name="T39" fmla="*/ 318 h 673"/>
              <a:gd name="T40" fmla="*/ 4446 w 5284"/>
              <a:gd name="T41" fmla="*/ 279 h 673"/>
              <a:gd name="T42" fmla="*/ 4620 w 5284"/>
              <a:gd name="T43" fmla="*/ 237 h 673"/>
              <a:gd name="T44" fmla="*/ 4779 w 5284"/>
              <a:gd name="T45" fmla="*/ 192 h 673"/>
              <a:gd name="T46" fmla="*/ 4920 w 5284"/>
              <a:gd name="T47" fmla="*/ 147 h 673"/>
              <a:gd name="T48" fmla="*/ 5085 w 5284"/>
              <a:gd name="T49" fmla="*/ 90 h 673"/>
              <a:gd name="T50" fmla="*/ 5193 w 5284"/>
              <a:gd name="T51" fmla="*/ 42 h 673"/>
              <a:gd name="T52" fmla="*/ 5283 w 5284"/>
              <a:gd name="T53" fmla="*/ 0 h 673"/>
              <a:gd name="T54" fmla="*/ 3201 w 5284"/>
              <a:gd name="T55" fmla="*/ 0 h 673"/>
              <a:gd name="T56" fmla="*/ 2982 w 5284"/>
              <a:gd name="T57" fmla="*/ 57 h 673"/>
              <a:gd name="T58" fmla="*/ 2775 w 5284"/>
              <a:gd name="T59" fmla="*/ 108 h 673"/>
              <a:gd name="T60" fmla="*/ 2562 w 5284"/>
              <a:gd name="T61" fmla="*/ 150 h 673"/>
              <a:gd name="T62" fmla="*/ 2397 w 5284"/>
              <a:gd name="T63" fmla="*/ 183 h 673"/>
              <a:gd name="T64" fmla="*/ 2205 w 5284"/>
              <a:gd name="T65" fmla="*/ 213 h 673"/>
              <a:gd name="T66" fmla="*/ 2001 w 5284"/>
              <a:gd name="T67" fmla="*/ 243 h 673"/>
              <a:gd name="T68" fmla="*/ 1776 w 5284"/>
              <a:gd name="T69" fmla="*/ 273 h 673"/>
              <a:gd name="T70" fmla="*/ 1536 w 5284"/>
              <a:gd name="T71" fmla="*/ 297 h 673"/>
              <a:gd name="T72" fmla="*/ 1344 w 5284"/>
              <a:gd name="T73" fmla="*/ 312 h 673"/>
              <a:gd name="T74" fmla="*/ 1134 w 5284"/>
              <a:gd name="T75" fmla="*/ 330 h 673"/>
              <a:gd name="T76" fmla="*/ 921 w 5284"/>
              <a:gd name="T77" fmla="*/ 342 h 673"/>
              <a:gd name="T78" fmla="*/ 696 w 5284"/>
              <a:gd name="T79" fmla="*/ 354 h 673"/>
              <a:gd name="T80" fmla="*/ 501 w 5284"/>
              <a:gd name="T81" fmla="*/ 360 h 673"/>
              <a:gd name="T82" fmla="*/ 279 w 5284"/>
              <a:gd name="T83" fmla="*/ 366 h 673"/>
              <a:gd name="T84" fmla="*/ 99 w 5284"/>
              <a:gd name="T85" fmla="*/ 369 h 673"/>
              <a:gd name="T86" fmla="*/ 0 w 5284"/>
              <a:gd name="T87" fmla="*/ 366 h 6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284" h="673">
                <a:moveTo>
                  <a:pt x="0" y="366"/>
                </a:moveTo>
                <a:lnTo>
                  <a:pt x="0" y="672"/>
                </a:lnTo>
                <a:lnTo>
                  <a:pt x="303" y="672"/>
                </a:lnTo>
                <a:lnTo>
                  <a:pt x="723" y="663"/>
                </a:lnTo>
                <a:lnTo>
                  <a:pt x="1020" y="654"/>
                </a:lnTo>
                <a:lnTo>
                  <a:pt x="1302" y="642"/>
                </a:lnTo>
                <a:lnTo>
                  <a:pt x="1554" y="630"/>
                </a:lnTo>
                <a:lnTo>
                  <a:pt x="1779" y="615"/>
                </a:lnTo>
                <a:lnTo>
                  <a:pt x="1962" y="606"/>
                </a:lnTo>
                <a:lnTo>
                  <a:pt x="2193" y="588"/>
                </a:lnTo>
                <a:lnTo>
                  <a:pt x="2448" y="570"/>
                </a:lnTo>
                <a:lnTo>
                  <a:pt x="2700" y="546"/>
                </a:lnTo>
                <a:lnTo>
                  <a:pt x="2904" y="528"/>
                </a:lnTo>
                <a:lnTo>
                  <a:pt x="3138" y="498"/>
                </a:lnTo>
                <a:lnTo>
                  <a:pt x="3324" y="474"/>
                </a:lnTo>
                <a:lnTo>
                  <a:pt x="3534" y="447"/>
                </a:lnTo>
                <a:lnTo>
                  <a:pt x="3735" y="420"/>
                </a:lnTo>
                <a:lnTo>
                  <a:pt x="3933" y="384"/>
                </a:lnTo>
                <a:lnTo>
                  <a:pt x="4116" y="351"/>
                </a:lnTo>
                <a:lnTo>
                  <a:pt x="4266" y="318"/>
                </a:lnTo>
                <a:lnTo>
                  <a:pt x="4446" y="279"/>
                </a:lnTo>
                <a:lnTo>
                  <a:pt x="4620" y="237"/>
                </a:lnTo>
                <a:lnTo>
                  <a:pt x="4779" y="192"/>
                </a:lnTo>
                <a:lnTo>
                  <a:pt x="4920" y="147"/>
                </a:lnTo>
                <a:lnTo>
                  <a:pt x="5085" y="90"/>
                </a:lnTo>
                <a:lnTo>
                  <a:pt x="5193" y="42"/>
                </a:lnTo>
                <a:lnTo>
                  <a:pt x="5283" y="0"/>
                </a:lnTo>
                <a:lnTo>
                  <a:pt x="3201" y="0"/>
                </a:lnTo>
                <a:lnTo>
                  <a:pt x="2982" y="57"/>
                </a:lnTo>
                <a:lnTo>
                  <a:pt x="2775" y="108"/>
                </a:lnTo>
                <a:lnTo>
                  <a:pt x="2562" y="150"/>
                </a:lnTo>
                <a:lnTo>
                  <a:pt x="2397" y="183"/>
                </a:lnTo>
                <a:lnTo>
                  <a:pt x="2205" y="213"/>
                </a:lnTo>
                <a:lnTo>
                  <a:pt x="2001" y="243"/>
                </a:lnTo>
                <a:lnTo>
                  <a:pt x="1776" y="273"/>
                </a:lnTo>
                <a:lnTo>
                  <a:pt x="1536" y="297"/>
                </a:lnTo>
                <a:lnTo>
                  <a:pt x="1344" y="312"/>
                </a:lnTo>
                <a:lnTo>
                  <a:pt x="1134" y="330"/>
                </a:lnTo>
                <a:lnTo>
                  <a:pt x="921" y="342"/>
                </a:lnTo>
                <a:lnTo>
                  <a:pt x="696" y="354"/>
                </a:lnTo>
                <a:lnTo>
                  <a:pt x="501" y="360"/>
                </a:lnTo>
                <a:lnTo>
                  <a:pt x="279" y="366"/>
                </a:lnTo>
                <a:lnTo>
                  <a:pt x="99" y="369"/>
                </a:lnTo>
                <a:lnTo>
                  <a:pt x="0" y="366"/>
                </a:lnTo>
              </a:path>
            </a:pathLst>
          </a:cu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cap="flat" cmpd="sng">
                <a:solidFill>
                  <a:schemeClr val="tx1"/>
                </a:solidFill>
                <a:prstDash val="solid"/>
                <a:round/>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058" name="Freeform 10">
            <a:extLst>
              <a:ext uri="{FF2B5EF4-FFF2-40B4-BE49-F238E27FC236}">
                <a16:creationId xmlns:a16="http://schemas.microsoft.com/office/drawing/2014/main" id="{568A247B-0B3F-E889-333B-F6952DB22BAE}"/>
              </a:ext>
            </a:extLst>
          </p:cNvPr>
          <p:cNvSpPr>
            <a:spLocks/>
          </p:cNvSpPr>
          <p:nvPr/>
        </p:nvSpPr>
        <p:spPr bwMode="white">
          <a:xfrm>
            <a:off x="0" y="-20638"/>
            <a:ext cx="4578350" cy="454026"/>
          </a:xfrm>
          <a:custGeom>
            <a:avLst/>
            <a:gdLst>
              <a:gd name="T0" fmla="*/ 0 w 2884"/>
              <a:gd name="T1" fmla="*/ 0 h 286"/>
              <a:gd name="T2" fmla="*/ 0 w 2884"/>
              <a:gd name="T3" fmla="*/ 285 h 286"/>
              <a:gd name="T4" fmla="*/ 192 w 2884"/>
              <a:gd name="T5" fmla="*/ 285 h 286"/>
              <a:gd name="T6" fmla="*/ 384 w 2884"/>
              <a:gd name="T7" fmla="*/ 282 h 286"/>
              <a:gd name="T8" fmla="*/ 579 w 2884"/>
              <a:gd name="T9" fmla="*/ 276 h 286"/>
              <a:gd name="T10" fmla="*/ 789 w 2884"/>
              <a:gd name="T11" fmla="*/ 267 h 286"/>
              <a:gd name="T12" fmla="*/ 999 w 2884"/>
              <a:gd name="T13" fmla="*/ 258 h 286"/>
              <a:gd name="T14" fmla="*/ 1161 w 2884"/>
              <a:gd name="T15" fmla="*/ 246 h 286"/>
              <a:gd name="T16" fmla="*/ 1302 w 2884"/>
              <a:gd name="T17" fmla="*/ 234 h 286"/>
              <a:gd name="T18" fmla="*/ 1458 w 2884"/>
              <a:gd name="T19" fmla="*/ 222 h 286"/>
              <a:gd name="T20" fmla="*/ 1665 w 2884"/>
              <a:gd name="T21" fmla="*/ 201 h 286"/>
              <a:gd name="T22" fmla="*/ 1992 w 2884"/>
              <a:gd name="T23" fmla="*/ 159 h 286"/>
              <a:gd name="T24" fmla="*/ 2301 w 2884"/>
              <a:gd name="T25" fmla="*/ 117 h 286"/>
              <a:gd name="T26" fmla="*/ 2604 w 2884"/>
              <a:gd name="T27" fmla="*/ 60 h 286"/>
              <a:gd name="T28" fmla="*/ 2883 w 2884"/>
              <a:gd name="T29" fmla="*/ 0 h 286"/>
              <a:gd name="T30" fmla="*/ 0 w 2884"/>
              <a:gd name="T31" fmla="*/ 0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84" h="286">
                <a:moveTo>
                  <a:pt x="0" y="0"/>
                </a:moveTo>
                <a:lnTo>
                  <a:pt x="0" y="285"/>
                </a:lnTo>
                <a:lnTo>
                  <a:pt x="192" y="285"/>
                </a:lnTo>
                <a:lnTo>
                  <a:pt x="384" y="282"/>
                </a:lnTo>
                <a:lnTo>
                  <a:pt x="579" y="276"/>
                </a:lnTo>
                <a:lnTo>
                  <a:pt x="789" y="267"/>
                </a:lnTo>
                <a:lnTo>
                  <a:pt x="999" y="258"/>
                </a:lnTo>
                <a:lnTo>
                  <a:pt x="1161" y="246"/>
                </a:lnTo>
                <a:lnTo>
                  <a:pt x="1302" y="234"/>
                </a:lnTo>
                <a:lnTo>
                  <a:pt x="1458" y="222"/>
                </a:lnTo>
                <a:lnTo>
                  <a:pt x="1665" y="201"/>
                </a:lnTo>
                <a:lnTo>
                  <a:pt x="1992" y="159"/>
                </a:lnTo>
                <a:lnTo>
                  <a:pt x="2301" y="117"/>
                </a:lnTo>
                <a:lnTo>
                  <a:pt x="2604" y="60"/>
                </a:lnTo>
                <a:lnTo>
                  <a:pt x="2883" y="0"/>
                </a:lnTo>
                <a:lnTo>
                  <a:pt x="0" y="0"/>
                </a:lnTo>
              </a:path>
            </a:pathLst>
          </a:cu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059" name="Rectangle 11">
            <a:extLst>
              <a:ext uri="{FF2B5EF4-FFF2-40B4-BE49-F238E27FC236}">
                <a16:creationId xmlns:a16="http://schemas.microsoft.com/office/drawing/2014/main" id="{AE4A2BA1-EE35-8664-A105-7B92317B6C3B}"/>
              </a:ext>
            </a:extLst>
          </p:cNvPr>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060" name="Rectangle 12">
            <a:extLst>
              <a:ext uri="{FF2B5EF4-FFF2-40B4-BE49-F238E27FC236}">
                <a16:creationId xmlns:a16="http://schemas.microsoft.com/office/drawing/2014/main" id="{4BAA821F-404C-06E4-2B01-E07C21107164}"/>
              </a:ext>
            </a:extLst>
          </p:cNvPr>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061" name="Rectangle 13">
            <a:extLst>
              <a:ext uri="{FF2B5EF4-FFF2-40B4-BE49-F238E27FC236}">
                <a16:creationId xmlns:a16="http://schemas.microsoft.com/office/drawing/2014/main" id="{629855C9-326C-692F-DB8E-C8B4E6B61B3F}"/>
              </a:ext>
            </a:extLst>
          </p:cNvPr>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a:lvl1pPr>
          </a:lstStyle>
          <a:p>
            <a:endParaRPr lang="zh-CN" altLang="en-US"/>
          </a:p>
        </p:txBody>
      </p:sp>
      <p:sp>
        <p:nvSpPr>
          <p:cNvPr id="2062" name="Rectangle 14">
            <a:extLst>
              <a:ext uri="{FF2B5EF4-FFF2-40B4-BE49-F238E27FC236}">
                <a16:creationId xmlns:a16="http://schemas.microsoft.com/office/drawing/2014/main" id="{20B48D46-FA10-9470-EDB8-63E6C07ABB6E}"/>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lvl1pPr>
          </a:lstStyle>
          <a:p>
            <a:endParaRPr lang="zh-CN" altLang="en-US"/>
          </a:p>
        </p:txBody>
      </p:sp>
      <p:sp>
        <p:nvSpPr>
          <p:cNvPr id="2063" name="Rectangle 15">
            <a:extLst>
              <a:ext uri="{FF2B5EF4-FFF2-40B4-BE49-F238E27FC236}">
                <a16:creationId xmlns:a16="http://schemas.microsoft.com/office/drawing/2014/main" id="{44D75071-D724-B999-AD00-8542EC579D44}"/>
              </a:ext>
            </a:extLst>
          </p:cNvPr>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a:lvl1pPr>
          </a:lstStyle>
          <a:p>
            <a:fld id="{F8F76ECE-2864-41D8-9DD2-55CA331B19D0}" type="slidenum">
              <a:rPr lang="zh-CN" altLang="en-US"/>
              <a:pPr/>
              <a:t>‹#›</a:t>
            </a:fld>
            <a:endParaRPr lang="zh-CN" altLang="en-US"/>
          </a:p>
        </p:txBody>
      </p:sp>
    </p:spTree>
  </p:cSld>
  <p:clrMap bg1="dk2" tx1="lt1" bg2="dk1"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1000"/>
                                  </p:stCondLst>
                                  <p:childTnLst>
                                    <p:set>
                                      <p:cBhvr>
                                        <p:cTn id="6" dur="1" fill="hold">
                                          <p:stCondLst>
                                            <p:cond delay="0"/>
                                          </p:stCondLst>
                                        </p:cTn>
                                        <p:tgtEl>
                                          <p:spTgt spid="2050"/>
                                        </p:tgtEl>
                                        <p:attrNameLst>
                                          <p:attrName>style.visibility</p:attrName>
                                        </p:attrNameLst>
                                      </p:cBhvr>
                                      <p:to>
                                        <p:strVal val="visible"/>
                                      </p:to>
                                    </p:set>
                                    <p:anim calcmode="lin" valueType="num">
                                      <p:cBhvr additive="base">
                                        <p:cTn id="7" dur="500" fill="hold"/>
                                        <p:tgtEl>
                                          <p:spTgt spid="2050"/>
                                        </p:tgtEl>
                                        <p:attrNameLst>
                                          <p:attrName>ppt_x</p:attrName>
                                        </p:attrNameLst>
                                      </p:cBhvr>
                                      <p:tavLst>
                                        <p:tav tm="0">
                                          <p:val>
                                            <p:strVal val="0-#ppt_w/2"/>
                                          </p:val>
                                        </p:tav>
                                        <p:tav tm="100000">
                                          <p:val>
                                            <p:strVal val="#ppt_x"/>
                                          </p:val>
                                        </p:tav>
                                      </p:tavLst>
                                    </p:anim>
                                    <p:anim calcmode="lin" valueType="num">
                                      <p:cBhvr additive="base">
                                        <p:cTn id="8" dur="500" fill="hold"/>
                                        <p:tgtEl>
                                          <p:spTgt spid="2050"/>
                                        </p:tgtEl>
                                        <p:attrNameLst>
                                          <p:attrName>ppt_y</p:attrName>
                                        </p:attrNameLst>
                                      </p:cBhvr>
                                      <p:tavLst>
                                        <p:tav tm="0">
                                          <p:val>
                                            <p:strVal val="#ppt_y"/>
                                          </p:val>
                                        </p:tav>
                                        <p:tav tm="100000">
                                          <p:val>
                                            <p:strVal val="#ppt_y"/>
                                          </p:val>
                                        </p:tav>
                                      </p:tavLst>
                                    </p:anim>
                                  </p:childTnLst>
                                  <p:subTnLst>
                                    <p:set>
                                      <p:cBhvr override="childStyle">
                                        <p:cTn dur="1" fill="hold" display="0" masterRel="sameClick" afterEffect="1">
                                          <p:stCondLst>
                                            <p:cond evt="end" delay="0">
                                              <p:tn val="5"/>
                                            </p:cond>
                                          </p:stCondLst>
                                        </p:cTn>
                                        <p:tgtEl>
                                          <p:spTgt spid="2050"/>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2pPr>
      <a:lvl3pPr algn="ctr"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3pPr>
      <a:lvl4pPr algn="ctr"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4pPr>
      <a:lvl5pPr algn="ctr"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2.wmf"/><Relationship Id="rId4" Type="http://schemas.openxmlformats.org/officeDocument/2006/relationships/oleObject" Target="../embeddings/oleObject2.bin"/></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3074">
            <a:extLst>
              <a:ext uri="{FF2B5EF4-FFF2-40B4-BE49-F238E27FC236}">
                <a16:creationId xmlns:a16="http://schemas.microsoft.com/office/drawing/2014/main" id="{88C02EE8-45DD-83D5-DCA0-14344A30F6C8}"/>
              </a:ext>
            </a:extLst>
          </p:cNvPr>
          <p:cNvSpPr>
            <a:spLocks noGrp="1" noChangeArrowheads="1"/>
          </p:cNvSpPr>
          <p:nvPr>
            <p:ph type="ctrTitle"/>
          </p:nvPr>
        </p:nvSpPr>
        <p:spPr/>
        <p:txBody>
          <a:bodyPr/>
          <a:lstStyle/>
          <a:p>
            <a:pPr algn="ctr"/>
            <a:r>
              <a:rPr lang="zh-CN" altLang="en-US" sz="6000">
                <a:solidFill>
                  <a:schemeClr val="folHlink"/>
                </a:solidFill>
              </a:rPr>
              <a:t>导      言</a:t>
            </a:r>
            <a:endParaRPr lang="zh-CN" altLang="en-US" sz="4400">
              <a:solidFill>
                <a:schemeClr val="tx2"/>
              </a:solidFill>
            </a:endParaRPr>
          </a:p>
        </p:txBody>
      </p:sp>
      <p:sp>
        <p:nvSpPr>
          <p:cNvPr id="11267" name="Rectangle 3075">
            <a:extLst>
              <a:ext uri="{FF2B5EF4-FFF2-40B4-BE49-F238E27FC236}">
                <a16:creationId xmlns:a16="http://schemas.microsoft.com/office/drawing/2014/main" id="{7110791C-C9C6-A9FB-84EC-CCEBECA88DA5}"/>
              </a:ext>
            </a:extLst>
          </p:cNvPr>
          <p:cNvSpPr>
            <a:spLocks noGrp="1" noChangeArrowheads="1"/>
          </p:cNvSpPr>
          <p:nvPr>
            <p:ph type="subTitle" idx="1"/>
          </p:nvPr>
        </p:nvSpPr>
        <p:spPr>
          <a:xfrm>
            <a:off x="1371600" y="3886200"/>
            <a:ext cx="7010400" cy="1752600"/>
          </a:xfrm>
          <a:solidFill>
            <a:schemeClr val="bg1"/>
          </a:solidFill>
        </p:spPr>
        <p:txBody>
          <a:bodyPr/>
          <a:lstStyle/>
          <a:p>
            <a:pPr algn="ctr">
              <a:spcBef>
                <a:spcPct val="20000"/>
              </a:spcBef>
            </a:pPr>
            <a:r>
              <a:rPr lang="zh-CN" altLang="en-US" sz="3200"/>
              <a:t>                       </a:t>
            </a:r>
            <a:r>
              <a:rPr lang="zh-CN" altLang="en-US" sz="3600"/>
              <a:t>-------主讲人:毛蕴诗</a:t>
            </a:r>
            <a:endParaRPr lang="zh-CN" altLang="en-US" sz="32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1A8689AB-05DC-B779-0592-C76E136AE724}"/>
              </a:ext>
            </a:extLst>
          </p:cNvPr>
          <p:cNvSpPr>
            <a:spLocks noGrp="1" noChangeArrowheads="1"/>
          </p:cNvSpPr>
          <p:nvPr>
            <p:ph type="title"/>
          </p:nvPr>
        </p:nvSpPr>
        <p:spPr/>
        <p:txBody>
          <a:bodyPr/>
          <a:lstStyle/>
          <a:p>
            <a:pPr algn="l"/>
            <a:r>
              <a:rPr lang="zh-CN" altLang="en-US">
                <a:solidFill>
                  <a:schemeClr val="folHlink"/>
                </a:solidFill>
              </a:rPr>
              <a:t>一、公司经济学简介</a:t>
            </a:r>
            <a:endParaRPr lang="zh-CN" altLang="en-US"/>
          </a:p>
        </p:txBody>
      </p:sp>
      <p:sp>
        <p:nvSpPr>
          <p:cNvPr id="12291" name="Rectangle 3">
            <a:extLst>
              <a:ext uri="{FF2B5EF4-FFF2-40B4-BE49-F238E27FC236}">
                <a16:creationId xmlns:a16="http://schemas.microsoft.com/office/drawing/2014/main" id="{C68F97AF-6A9F-5059-BD6D-95A3F5BC5899}"/>
              </a:ext>
            </a:extLst>
          </p:cNvPr>
          <p:cNvSpPr>
            <a:spLocks noGrp="1" noChangeArrowheads="1"/>
          </p:cNvSpPr>
          <p:nvPr>
            <p:ph type="body" idx="1"/>
          </p:nvPr>
        </p:nvSpPr>
        <p:spPr/>
        <p:txBody>
          <a:bodyPr/>
          <a:lstStyle/>
          <a:p>
            <a:r>
              <a:rPr lang="zh-CN" altLang="en-US"/>
              <a:t>公司经济学（</a:t>
            </a:r>
            <a:r>
              <a:rPr lang="en-US" altLang="zh-CN"/>
              <a:t>Economics  of  the  Firm)</a:t>
            </a:r>
            <a:r>
              <a:rPr lang="zh-CN" altLang="en-US"/>
              <a:t>是工商管理硕士（</a:t>
            </a:r>
            <a:r>
              <a:rPr lang="en-US" altLang="zh-CN"/>
              <a:t>MBA）</a:t>
            </a:r>
            <a:r>
              <a:rPr lang="zh-CN" altLang="en-US"/>
              <a:t>综合基础课程</a:t>
            </a:r>
          </a:p>
          <a:p>
            <a:r>
              <a:rPr lang="zh-CN" altLang="en-US"/>
              <a:t>公司经济学有若干不同的名称，常见几种名称是：</a:t>
            </a:r>
          </a:p>
          <a:p>
            <a:pPr algn="just">
              <a:buFontTx/>
              <a:buNone/>
            </a:pPr>
            <a:r>
              <a:rPr lang="zh-CN" altLang="en-US">
                <a:latin typeface="宋体" panose="02010600030101010101" pitchFamily="2" charset="-122"/>
              </a:rPr>
              <a:t>   ⑴管理经济学</a:t>
            </a:r>
          </a:p>
          <a:p>
            <a:pPr algn="just">
              <a:buFontTx/>
              <a:buNone/>
            </a:pPr>
            <a:r>
              <a:rPr lang="zh-CN" altLang="en-US">
                <a:latin typeface="宋体" panose="02010600030101010101" pitchFamily="2" charset="-122"/>
              </a:rPr>
              <a:t>   ⑵企业经济学 </a:t>
            </a:r>
          </a:p>
          <a:p>
            <a:pPr algn="just">
              <a:buFontTx/>
              <a:buNone/>
            </a:pPr>
            <a:r>
              <a:rPr lang="zh-CN" altLang="en-US">
                <a:latin typeface="宋体" panose="02010600030101010101" pitchFamily="2" charset="-122"/>
              </a:rPr>
              <a:t>   ⑶经营管理决策分析</a:t>
            </a:r>
          </a:p>
          <a:p>
            <a:pPr algn="just">
              <a:buFontTx/>
              <a:buNone/>
            </a:pPr>
            <a:r>
              <a:rPr lang="zh-CN" altLang="en-US">
                <a:latin typeface="宋体" panose="02010600030101010101" pitchFamily="2" charset="-122"/>
              </a:rPr>
              <a:t>   ⑷经营管理研究</a:t>
            </a:r>
          </a:p>
          <a:p>
            <a:pPr>
              <a:buFontTx/>
              <a:buNone/>
            </a:pPr>
            <a:endParaRPr lang="zh-CN" altLang="en-US">
              <a:latin typeface="宋体" panose="02010600030101010101" pitchFamily="2" charset="-122"/>
            </a:endParaRPr>
          </a:p>
          <a:p>
            <a:pPr algn="just"/>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3">
            <a:extLst>
              <a:ext uri="{FF2B5EF4-FFF2-40B4-BE49-F238E27FC236}">
                <a16:creationId xmlns:a16="http://schemas.microsoft.com/office/drawing/2014/main" id="{A13851F9-6E44-191F-6164-38B9BA0B2274}"/>
              </a:ext>
            </a:extLst>
          </p:cNvPr>
          <p:cNvSpPr>
            <a:spLocks noGrp="1" noChangeArrowheads="1"/>
          </p:cNvSpPr>
          <p:nvPr>
            <p:ph type="body" idx="1"/>
          </p:nvPr>
        </p:nvSpPr>
        <p:spPr>
          <a:xfrm>
            <a:off x="762000" y="1295400"/>
            <a:ext cx="7772400" cy="4114800"/>
          </a:xfrm>
        </p:spPr>
        <p:txBody>
          <a:bodyPr/>
          <a:lstStyle/>
          <a:p>
            <a:r>
              <a:rPr lang="zh-CN" altLang="en-US"/>
              <a:t>经济理论对管理经济学有三个贡献:</a:t>
            </a:r>
          </a:p>
          <a:p>
            <a:pPr>
              <a:buFontTx/>
              <a:buNone/>
            </a:pPr>
            <a:r>
              <a:rPr lang="zh-CN" altLang="en-US"/>
              <a:t>    1、建立分析模型</a:t>
            </a:r>
          </a:p>
          <a:p>
            <a:pPr>
              <a:buFontTx/>
              <a:buNone/>
            </a:pPr>
            <a:r>
              <a:rPr lang="zh-CN" altLang="en-US"/>
              <a:t>    2、为经营管理决策提供一组分析方法</a:t>
            </a:r>
          </a:p>
          <a:p>
            <a:pPr>
              <a:buFontTx/>
              <a:buNone/>
            </a:pPr>
            <a:r>
              <a:rPr lang="zh-CN" altLang="en-US"/>
              <a:t>    3、澄清用于经营管理分析的概念</a:t>
            </a:r>
          </a:p>
          <a:p>
            <a:r>
              <a:rPr lang="zh-CN" altLang="en-US"/>
              <a:t>埃文丁•道格拉斯认为：“管理经济学是对会计、财务、市场营销有关概念在经济学意义上的综合，是应用上述概念、统计方法于需求估计、成本分析和竞争策略研究的综合性课程。”</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764EE0C9-1EEF-742B-8813-780751742094}"/>
              </a:ext>
            </a:extLst>
          </p:cNvPr>
          <p:cNvSpPr>
            <a:spLocks noGrp="1" noChangeArrowheads="1"/>
          </p:cNvSpPr>
          <p:nvPr>
            <p:ph type="title"/>
          </p:nvPr>
        </p:nvSpPr>
        <p:spPr>
          <a:xfrm>
            <a:off x="609600" y="685800"/>
            <a:ext cx="7772400" cy="1143000"/>
          </a:xfrm>
        </p:spPr>
        <p:txBody>
          <a:bodyPr/>
          <a:lstStyle/>
          <a:p>
            <a:endParaRPr lang="zh-CN" altLang="en-US"/>
          </a:p>
        </p:txBody>
      </p:sp>
      <p:sp>
        <p:nvSpPr>
          <p:cNvPr id="17411" name="Rectangle 3">
            <a:extLst>
              <a:ext uri="{FF2B5EF4-FFF2-40B4-BE49-F238E27FC236}">
                <a16:creationId xmlns:a16="http://schemas.microsoft.com/office/drawing/2014/main" id="{209EBF4F-281C-7F85-902D-234F4289DC5E}"/>
              </a:ext>
            </a:extLst>
          </p:cNvPr>
          <p:cNvSpPr>
            <a:spLocks noGrp="1" noChangeArrowheads="1"/>
          </p:cNvSpPr>
          <p:nvPr>
            <p:ph type="body" idx="1"/>
          </p:nvPr>
        </p:nvSpPr>
        <p:spPr/>
        <p:txBody>
          <a:bodyPr/>
          <a:lstStyle/>
          <a:p>
            <a:r>
              <a:rPr lang="zh-CN" altLang="en-US"/>
              <a:t>管理经济学是研究通常用来解决现实问题的经济理论、逻辑推理和方法的一门学科。</a:t>
            </a:r>
          </a:p>
          <a:p>
            <a:r>
              <a:rPr lang="zh-CN" altLang="en-US"/>
              <a:t>管理经济学是有关经济概念和经济分析用于系统提出合理决策问题的学科。</a:t>
            </a:r>
          </a:p>
          <a:p>
            <a:pPr algn="just"/>
            <a:r>
              <a:rPr lang="zh-CN" altLang="en-US">
                <a:latin typeface="宋体" panose="02010600030101010101" pitchFamily="2" charset="-122"/>
              </a:rPr>
              <a:t>管理的基本职能是依据某些预定要实现的目标来作决策和执行这些决策，正确的决策是成功经理的首要诀窍。</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DD3172FC-2278-B103-120D-F4721F4AF445}"/>
              </a:ext>
            </a:extLst>
          </p:cNvPr>
          <p:cNvSpPr>
            <a:spLocks noGrp="1" noChangeArrowheads="1"/>
          </p:cNvSpPr>
          <p:nvPr>
            <p:ph type="title"/>
          </p:nvPr>
        </p:nvSpPr>
        <p:spPr>
          <a:xfrm>
            <a:off x="609600" y="685800"/>
            <a:ext cx="7772400" cy="533400"/>
          </a:xfrm>
        </p:spPr>
        <p:txBody>
          <a:bodyPr/>
          <a:lstStyle/>
          <a:p>
            <a:r>
              <a:rPr lang="zh-CN" altLang="en-US" sz="2800">
                <a:solidFill>
                  <a:schemeClr val="folHlink"/>
                </a:solidFill>
              </a:rPr>
              <a:t>公司经济学在企业管理决策中的作用示意图</a:t>
            </a:r>
            <a:endParaRPr lang="zh-CN" altLang="en-US"/>
          </a:p>
        </p:txBody>
      </p:sp>
      <p:graphicFrame>
        <p:nvGraphicFramePr>
          <p:cNvPr id="21510" name="Object 6">
            <a:extLst>
              <a:ext uri="{FF2B5EF4-FFF2-40B4-BE49-F238E27FC236}">
                <a16:creationId xmlns:a16="http://schemas.microsoft.com/office/drawing/2014/main" id="{DB3AFFBD-CC7C-5EF8-246D-5CEE4CE46F7F}"/>
              </a:ext>
            </a:extLst>
          </p:cNvPr>
          <p:cNvGraphicFramePr>
            <a:graphicFrameLocks noChangeAspect="1"/>
          </p:cNvGraphicFramePr>
          <p:nvPr/>
        </p:nvGraphicFramePr>
        <p:xfrm>
          <a:off x="1984375" y="2532063"/>
          <a:ext cx="5345113" cy="862012"/>
        </p:xfrm>
        <a:graphic>
          <a:graphicData uri="http://schemas.openxmlformats.org/presentationml/2006/ole">
            <mc:AlternateContent xmlns:mc="http://schemas.openxmlformats.org/markup-compatibility/2006">
              <mc:Choice xmlns:v="urn:schemas-microsoft-com:vml" Requires="v">
                <p:oleObj name="文档" r:id="rId2" imgW="5343480" imgH="863280" progId="Word.Document.8">
                  <p:embed/>
                </p:oleObj>
              </mc:Choice>
              <mc:Fallback>
                <p:oleObj name="文档" r:id="rId2" imgW="5343480" imgH="863280" progId="Word.Document.8">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4375" y="2532063"/>
                        <a:ext cx="5345113" cy="862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511" name="Object 7">
            <a:extLst>
              <a:ext uri="{FF2B5EF4-FFF2-40B4-BE49-F238E27FC236}">
                <a16:creationId xmlns:a16="http://schemas.microsoft.com/office/drawing/2014/main" id="{B62E4354-BB4E-AED9-5284-48410EBC211E}"/>
              </a:ext>
            </a:extLst>
          </p:cNvPr>
          <p:cNvGraphicFramePr>
            <a:graphicFrameLocks noChangeAspect="1"/>
          </p:cNvGraphicFramePr>
          <p:nvPr/>
        </p:nvGraphicFramePr>
        <p:xfrm>
          <a:off x="2200275" y="2206625"/>
          <a:ext cx="1068388" cy="966788"/>
        </p:xfrm>
        <a:graphic>
          <a:graphicData uri="http://schemas.openxmlformats.org/presentationml/2006/ole">
            <mc:AlternateContent xmlns:mc="http://schemas.openxmlformats.org/markup-compatibility/2006">
              <mc:Choice xmlns:v="urn:schemas-microsoft-com:vml" Requires="v">
                <p:oleObj name="文档" r:id="rId4" imgW="1068120" imgH="966600" progId="Word.Document.8">
                  <p:embed/>
                </p:oleObj>
              </mc:Choice>
              <mc:Fallback>
                <p:oleObj name="文档" r:id="rId4" imgW="1068120" imgH="966600" progId="Word.Document.8">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0275" y="2206625"/>
                        <a:ext cx="1068388" cy="966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514" name="Rectangle 10">
            <a:extLst>
              <a:ext uri="{FF2B5EF4-FFF2-40B4-BE49-F238E27FC236}">
                <a16:creationId xmlns:a16="http://schemas.microsoft.com/office/drawing/2014/main" id="{626D2E92-526C-1B4F-9E57-C0410E2B304B}"/>
              </a:ext>
            </a:extLst>
          </p:cNvPr>
          <p:cNvSpPr>
            <a:spLocks noChangeArrowheads="1"/>
          </p:cNvSpPr>
          <p:nvPr/>
        </p:nvSpPr>
        <p:spPr bwMode="auto">
          <a:xfrm>
            <a:off x="3124200" y="2438400"/>
            <a:ext cx="76200" cy="76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17" name="Rectangle 13">
            <a:extLst>
              <a:ext uri="{FF2B5EF4-FFF2-40B4-BE49-F238E27FC236}">
                <a16:creationId xmlns:a16="http://schemas.microsoft.com/office/drawing/2014/main" id="{15A9705C-A8F6-AB5E-094B-C9619F5175C3}"/>
              </a:ext>
            </a:extLst>
          </p:cNvPr>
          <p:cNvSpPr>
            <a:spLocks noChangeArrowheads="1"/>
          </p:cNvSpPr>
          <p:nvPr/>
        </p:nvSpPr>
        <p:spPr bwMode="auto">
          <a:xfrm>
            <a:off x="2895600" y="1371600"/>
            <a:ext cx="35052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a:t>经营管理决策问题</a:t>
            </a:r>
          </a:p>
        </p:txBody>
      </p:sp>
      <p:sp>
        <p:nvSpPr>
          <p:cNvPr id="21518" name="Rectangle 14">
            <a:extLst>
              <a:ext uri="{FF2B5EF4-FFF2-40B4-BE49-F238E27FC236}">
                <a16:creationId xmlns:a16="http://schemas.microsoft.com/office/drawing/2014/main" id="{FF37930A-749E-4B3C-7511-A34D99955D82}"/>
              </a:ext>
            </a:extLst>
          </p:cNvPr>
          <p:cNvSpPr>
            <a:spLocks noChangeArrowheads="1"/>
          </p:cNvSpPr>
          <p:nvPr/>
        </p:nvSpPr>
        <p:spPr bwMode="auto">
          <a:xfrm>
            <a:off x="838200" y="2362200"/>
            <a:ext cx="3276600" cy="533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a:t>传统经济学理论和方法</a:t>
            </a:r>
          </a:p>
        </p:txBody>
      </p:sp>
      <p:sp>
        <p:nvSpPr>
          <p:cNvPr id="21519" name="Rectangle 15">
            <a:extLst>
              <a:ext uri="{FF2B5EF4-FFF2-40B4-BE49-F238E27FC236}">
                <a16:creationId xmlns:a16="http://schemas.microsoft.com/office/drawing/2014/main" id="{6A2ED456-11B1-158B-045E-5A678A15DB83}"/>
              </a:ext>
            </a:extLst>
          </p:cNvPr>
          <p:cNvSpPr>
            <a:spLocks noChangeArrowheads="1"/>
          </p:cNvSpPr>
          <p:nvPr/>
        </p:nvSpPr>
        <p:spPr bwMode="auto">
          <a:xfrm>
            <a:off x="4876800" y="2362200"/>
            <a:ext cx="3352800" cy="533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a:t>决策科学分析工具和技术</a:t>
            </a:r>
          </a:p>
        </p:txBody>
      </p:sp>
      <p:sp>
        <p:nvSpPr>
          <p:cNvPr id="21522" name="Rectangle 18">
            <a:extLst>
              <a:ext uri="{FF2B5EF4-FFF2-40B4-BE49-F238E27FC236}">
                <a16:creationId xmlns:a16="http://schemas.microsoft.com/office/drawing/2014/main" id="{21A5C2DE-AD3D-42F0-5F41-AF1C2202D7EE}"/>
              </a:ext>
            </a:extLst>
          </p:cNvPr>
          <p:cNvSpPr>
            <a:spLocks noChangeArrowheads="1"/>
          </p:cNvSpPr>
          <p:nvPr/>
        </p:nvSpPr>
        <p:spPr bwMode="auto">
          <a:xfrm>
            <a:off x="2667000" y="3352800"/>
            <a:ext cx="4038600" cy="914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a:t>公司经济学经济理论和方法</a:t>
            </a:r>
          </a:p>
          <a:p>
            <a:pPr algn="ctr" eaLnBrk="1" hangingPunct="1"/>
            <a:r>
              <a:rPr kumimoji="1" lang="zh-CN" altLang="en-US"/>
              <a:t>用于解决经营问题</a:t>
            </a:r>
          </a:p>
        </p:txBody>
      </p:sp>
      <p:sp>
        <p:nvSpPr>
          <p:cNvPr id="21523" name="Rectangle 19">
            <a:extLst>
              <a:ext uri="{FF2B5EF4-FFF2-40B4-BE49-F238E27FC236}">
                <a16:creationId xmlns:a16="http://schemas.microsoft.com/office/drawing/2014/main" id="{9D49E350-AD71-5932-82BE-B11D4F7C972D}"/>
              </a:ext>
            </a:extLst>
          </p:cNvPr>
          <p:cNvSpPr>
            <a:spLocks noChangeArrowheads="1"/>
          </p:cNvSpPr>
          <p:nvPr/>
        </p:nvSpPr>
        <p:spPr bwMode="auto">
          <a:xfrm>
            <a:off x="3124200" y="4724400"/>
            <a:ext cx="29718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zh-CN" altLang="en-US"/>
              <a:t>经济问题的解决</a:t>
            </a:r>
          </a:p>
        </p:txBody>
      </p:sp>
      <p:sp>
        <p:nvSpPr>
          <p:cNvPr id="21528" name="Line 24">
            <a:extLst>
              <a:ext uri="{FF2B5EF4-FFF2-40B4-BE49-F238E27FC236}">
                <a16:creationId xmlns:a16="http://schemas.microsoft.com/office/drawing/2014/main" id="{844DC742-F751-7F2D-1CC4-8B533129D4E5}"/>
              </a:ext>
            </a:extLst>
          </p:cNvPr>
          <p:cNvSpPr>
            <a:spLocks noChangeShapeType="1"/>
          </p:cNvSpPr>
          <p:nvPr/>
        </p:nvSpPr>
        <p:spPr bwMode="auto">
          <a:xfrm>
            <a:off x="3276600" y="289560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29" name="Line 25">
            <a:extLst>
              <a:ext uri="{FF2B5EF4-FFF2-40B4-BE49-F238E27FC236}">
                <a16:creationId xmlns:a16="http://schemas.microsoft.com/office/drawing/2014/main" id="{F477050D-3678-692E-6756-0EFCA6FBFDCB}"/>
              </a:ext>
            </a:extLst>
          </p:cNvPr>
          <p:cNvSpPr>
            <a:spLocks noChangeShapeType="1"/>
          </p:cNvSpPr>
          <p:nvPr/>
        </p:nvSpPr>
        <p:spPr bwMode="auto">
          <a:xfrm>
            <a:off x="5562600" y="289560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30" name="Line 26">
            <a:extLst>
              <a:ext uri="{FF2B5EF4-FFF2-40B4-BE49-F238E27FC236}">
                <a16:creationId xmlns:a16="http://schemas.microsoft.com/office/drawing/2014/main" id="{489E469F-47CE-B37C-0A2F-DB26C0CB58E8}"/>
              </a:ext>
            </a:extLst>
          </p:cNvPr>
          <p:cNvSpPr>
            <a:spLocks noChangeShapeType="1"/>
          </p:cNvSpPr>
          <p:nvPr/>
        </p:nvSpPr>
        <p:spPr bwMode="auto">
          <a:xfrm>
            <a:off x="4495800" y="1905000"/>
            <a:ext cx="0" cy="1447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31" name="Line 27">
            <a:extLst>
              <a:ext uri="{FF2B5EF4-FFF2-40B4-BE49-F238E27FC236}">
                <a16:creationId xmlns:a16="http://schemas.microsoft.com/office/drawing/2014/main" id="{E432F178-4AA0-3009-B9EA-5AF33700E85B}"/>
              </a:ext>
            </a:extLst>
          </p:cNvPr>
          <p:cNvSpPr>
            <a:spLocks noChangeShapeType="1"/>
          </p:cNvSpPr>
          <p:nvPr/>
        </p:nvSpPr>
        <p:spPr bwMode="auto">
          <a:xfrm>
            <a:off x="4495800" y="426720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32" name="Rectangle 28">
            <a:extLst>
              <a:ext uri="{FF2B5EF4-FFF2-40B4-BE49-F238E27FC236}">
                <a16:creationId xmlns:a16="http://schemas.microsoft.com/office/drawing/2014/main" id="{88089420-75FD-73D9-7B47-54BF3BE6661A}"/>
              </a:ext>
            </a:extLst>
          </p:cNvPr>
          <p:cNvSpPr>
            <a:spLocks noGrp="1" noChangeArrowheads="1"/>
          </p:cNvSpPr>
          <p:nvPr>
            <p:ph type="body" idx="1"/>
          </p:nvPr>
        </p:nvSpPr>
        <p:spPr>
          <a:xfrm>
            <a:off x="685800" y="1219200"/>
            <a:ext cx="7772400" cy="4876800"/>
          </a:xfrm>
        </p:spPr>
        <p:txBody>
          <a:bodyPr/>
          <a:lstStyle/>
          <a:p>
            <a:pPr>
              <a:buFontTx/>
              <a:buNone/>
            </a:pP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2">
            <a:extLst>
              <a:ext uri="{FF2B5EF4-FFF2-40B4-BE49-F238E27FC236}">
                <a16:creationId xmlns:a16="http://schemas.microsoft.com/office/drawing/2014/main" id="{19FADFB8-49FC-A3F5-AE46-5773EE5F3E9E}"/>
              </a:ext>
            </a:extLst>
          </p:cNvPr>
          <p:cNvSpPr txBox="1">
            <a:spLocks noChangeArrowheads="1"/>
          </p:cNvSpPr>
          <p:nvPr/>
        </p:nvSpPr>
        <p:spPr bwMode="auto">
          <a:xfrm>
            <a:off x="762000" y="685800"/>
            <a:ext cx="7924800" cy="555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80000"/>
              </a:lnSpc>
              <a:spcBef>
                <a:spcPct val="50000"/>
              </a:spcBef>
            </a:pPr>
            <a:r>
              <a:rPr lang="zh-CN" altLang="zh-CN"/>
              <a:t>      </a:t>
            </a:r>
            <a:r>
              <a:rPr lang="en-US" altLang="zh-CN" sz="2800"/>
              <a:t>Managerial  economics  is  supposed  to  teach  you  how  to  deal  with  the  nature  of  the  firm,  how  and  why  it  is  organized  the  way  it  is,  in  order  to  make  you  a  better,  more  efficient,  and  more  highly  rewarded  executive.  To  this  end,  managerial  economics  is  application  oriented.  It  is  designed  to  be  put  to  direct  use.  Many  of  the  courses  you  take  in  college  provide  background  information  and  theory.  Others  are  truly  applied.  This  course  fits  somewhere  in  between.  You  will  be  taught  a  lot  of  theory  here,  but  you  will  also  be  shown  how  to  use  theory  to  make  day-to-day  decisions.  This  is  not  a  cookbook  or  a  success  manual,  but  rather  a  guidebook  pointing  your  way  to  beautiful  vistas  while  helping  you  avoid  the  dark  alleys.</a:t>
            </a:r>
            <a:endParaRPr lang="zh-CN" altLang="en-US" sz="28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96FE1A7B-7CEE-1E11-7290-081D614B5BE6}"/>
              </a:ext>
            </a:extLst>
          </p:cNvPr>
          <p:cNvSpPr>
            <a:spLocks noGrp="1" noChangeArrowheads="1"/>
          </p:cNvSpPr>
          <p:nvPr>
            <p:ph type="title" idx="4294967295"/>
          </p:nvPr>
        </p:nvSpPr>
        <p:spPr>
          <a:xfrm>
            <a:off x="838200" y="2286000"/>
            <a:ext cx="7772400" cy="1143000"/>
          </a:xfrm>
        </p:spPr>
        <p:txBody>
          <a:bodyPr/>
          <a:lstStyle/>
          <a:p>
            <a:pPr algn="l"/>
            <a:r>
              <a:rPr lang="zh-CN" altLang="en-US">
                <a:solidFill>
                  <a:schemeClr val="folHlink"/>
                </a:solidFill>
              </a:rPr>
              <a:t>二、管理经济学在管理学科中     的地位</a:t>
            </a:r>
            <a:endParaRPr lang="zh-CN" altLang="en-US">
              <a:solidFill>
                <a:schemeClr val="tx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Text Box 4">
            <a:extLst>
              <a:ext uri="{FF2B5EF4-FFF2-40B4-BE49-F238E27FC236}">
                <a16:creationId xmlns:a16="http://schemas.microsoft.com/office/drawing/2014/main" id="{F6B1298A-F75B-3856-5EE0-43CB4A8AA56B}"/>
              </a:ext>
            </a:extLst>
          </p:cNvPr>
          <p:cNvSpPr txBox="1">
            <a:spLocks noChangeArrowheads="1"/>
          </p:cNvSpPr>
          <p:nvPr/>
        </p:nvSpPr>
        <p:spPr bwMode="auto">
          <a:xfrm>
            <a:off x="685800" y="457200"/>
            <a:ext cx="8077200" cy="7097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a:t>                    </a:t>
            </a:r>
            <a:r>
              <a:rPr lang="zh-CN" altLang="en-US">
                <a:solidFill>
                  <a:schemeClr val="folHlink"/>
                </a:solidFill>
              </a:rPr>
              <a:t>企业管理学的学科与课程分类表</a:t>
            </a:r>
          </a:p>
          <a:p>
            <a:pPr algn="just"/>
            <a:endParaRPr lang="zh-CN" altLang="en-US">
              <a:latin typeface="宋体" panose="02010600030101010101" pitchFamily="2" charset="-122"/>
            </a:endParaRPr>
          </a:p>
          <a:p>
            <a:pPr algn="just"/>
            <a:r>
              <a:rPr lang="zh-CN" altLang="en-US">
                <a:latin typeface="宋体" panose="02010600030101010101" pitchFamily="2" charset="-122"/>
              </a:rPr>
              <a:t>　　</a:t>
            </a:r>
            <a:r>
              <a:rPr lang="zh-CN" altLang="en-US" sz="2000">
                <a:latin typeface="宋体" panose="02010600030101010101" pitchFamily="2" charset="-122"/>
              </a:rPr>
              <a:t>⒈职能课程：　　　　　　　        ⒊专门领域课程：                                  </a:t>
            </a:r>
          </a:p>
          <a:p>
            <a:pPr algn="just"/>
            <a:r>
              <a:rPr lang="zh-CN" altLang="en-US" sz="2000">
                <a:latin typeface="宋体" panose="02010600030101010101" pitchFamily="2" charset="-122"/>
              </a:rPr>
              <a:t>　　　　会计                              银行管理</a:t>
            </a:r>
          </a:p>
          <a:p>
            <a:pPr algn="just"/>
            <a:r>
              <a:rPr lang="zh-CN" altLang="en-US" sz="2000">
                <a:latin typeface="宋体" panose="02010600030101010101" pitchFamily="2" charset="-122"/>
              </a:rPr>
              <a:t>        财务管理　　　　　　　　　　　　　保险管理　　　　          </a:t>
            </a:r>
          </a:p>
          <a:p>
            <a:pPr algn="just"/>
            <a:r>
              <a:rPr lang="zh-CN" altLang="en-US" sz="2000">
                <a:latin typeface="宋体" panose="02010600030101010101" pitchFamily="2" charset="-122"/>
              </a:rPr>
              <a:t>　　　　市场营销　　　　　　　　　　　　　国际企业经营管理　　　　　                      </a:t>
            </a:r>
          </a:p>
          <a:p>
            <a:pPr algn="just"/>
            <a:r>
              <a:rPr lang="zh-CN" altLang="en-US" sz="2000">
                <a:latin typeface="宋体" panose="02010600030101010101" pitchFamily="2" charset="-122"/>
              </a:rPr>
              <a:t>　　　　筹供管理　　　　　　　　　　　　  不动产经营管理                         </a:t>
            </a:r>
          </a:p>
          <a:p>
            <a:pPr algn="just"/>
            <a:r>
              <a:rPr lang="zh-CN" altLang="en-US" sz="2000">
                <a:latin typeface="宋体" panose="02010600030101010101" pitchFamily="2" charset="-122"/>
              </a:rPr>
              <a:t>　　　　人力资源管理                      运输管理</a:t>
            </a:r>
          </a:p>
          <a:p>
            <a:pPr algn="just"/>
            <a:r>
              <a:rPr lang="zh-CN" altLang="en-US" sz="2000">
                <a:latin typeface="宋体" panose="02010600030101010101" pitchFamily="2" charset="-122"/>
              </a:rPr>
              <a:t>        运作管理                          项目管理</a:t>
            </a:r>
          </a:p>
          <a:p>
            <a:pPr algn="just"/>
            <a:r>
              <a:rPr lang="zh-CN" altLang="en-US" sz="2000">
                <a:latin typeface="宋体" panose="02010600030101010101" pitchFamily="2" charset="-122"/>
              </a:rPr>
              <a:t>        技术(</a:t>
            </a:r>
            <a:r>
              <a:rPr lang="en-US" altLang="zh-CN" sz="2000">
                <a:latin typeface="宋体" panose="02010600030101010101" pitchFamily="2" charset="-122"/>
              </a:rPr>
              <a:t>R&amp;D)</a:t>
            </a:r>
            <a:r>
              <a:rPr lang="zh-CN" altLang="en-US" sz="2000">
                <a:latin typeface="宋体" panose="02010600030101010101" pitchFamily="2" charset="-122"/>
              </a:rPr>
              <a:t>管理                     非盈利组织管理</a:t>
            </a:r>
          </a:p>
          <a:p>
            <a:pPr algn="just"/>
            <a:r>
              <a:rPr lang="zh-CN" altLang="en-US" sz="2000">
                <a:latin typeface="宋体" panose="02010600030101010101" pitchFamily="2" charset="-122"/>
              </a:rPr>
              <a:t>        信息管理　　　　　　    　　　　4.综合课</a:t>
            </a:r>
            <a:r>
              <a:rPr lang="zh-CN" altLang="en-US">
                <a:latin typeface="宋体" panose="02010600030101010101" pitchFamily="2" charset="-122"/>
              </a:rPr>
              <a:t>程                   </a:t>
            </a:r>
          </a:p>
          <a:p>
            <a:pPr algn="just"/>
            <a:r>
              <a:rPr lang="zh-CN" altLang="en-US">
                <a:latin typeface="宋体" panose="02010600030101010101" pitchFamily="2" charset="-122"/>
              </a:rPr>
              <a:t>　　　 </a:t>
            </a:r>
            <a:r>
              <a:rPr lang="zh-CN" altLang="en-US" sz="2000">
                <a:latin typeface="宋体" panose="02010600030101010101" pitchFamily="2" charset="-122"/>
              </a:rPr>
              <a:t>公共关系                          战略管理</a:t>
            </a:r>
          </a:p>
          <a:p>
            <a:pPr algn="just"/>
            <a:r>
              <a:rPr lang="zh-CN" altLang="en-US" sz="2000">
                <a:latin typeface="宋体" panose="02010600030101010101" pitchFamily="2" charset="-122"/>
              </a:rPr>
              <a:t>    ⒉</a:t>
            </a:r>
            <a:r>
              <a:rPr lang="zh-CN" altLang="en-US" sz="2000">
                <a:latin typeface="Courier New" panose="02070309020205020404" pitchFamily="49" charset="0"/>
              </a:rPr>
              <a:t>“</a:t>
            </a:r>
            <a:r>
              <a:rPr lang="zh-CN" altLang="en-US" sz="2000">
                <a:latin typeface="宋体" panose="02010600030101010101" pitchFamily="2" charset="-122"/>
              </a:rPr>
              <a:t>工具</a:t>
            </a:r>
            <a:r>
              <a:rPr lang="zh-CN" altLang="en-US" sz="2000">
                <a:latin typeface="Courier New" panose="02070309020205020404" pitchFamily="49" charset="0"/>
              </a:rPr>
              <a:t>”</a:t>
            </a:r>
            <a:r>
              <a:rPr lang="zh-CN" altLang="en-US" sz="2000">
                <a:latin typeface="宋体" panose="02010600030101010101" pitchFamily="2" charset="-122"/>
              </a:rPr>
              <a:t>课程：                        产业组织</a:t>
            </a:r>
          </a:p>
          <a:p>
            <a:pPr algn="just"/>
            <a:r>
              <a:rPr lang="zh-CN" altLang="en-US" sz="2000">
                <a:latin typeface="宋体" panose="02010600030101010101" pitchFamily="2" charset="-122"/>
              </a:rPr>
              <a:t>        会计　　　　　　　　    　　　　  企业文化           </a:t>
            </a:r>
          </a:p>
          <a:p>
            <a:pPr algn="just"/>
            <a:r>
              <a:rPr lang="zh-CN" altLang="en-US" sz="2000">
                <a:latin typeface="宋体" panose="02010600030101010101" pitchFamily="2" charset="-122"/>
              </a:rPr>
              <a:t>　　　　行为科学　　　　        　　　　  企业伦理</a:t>
            </a:r>
            <a:r>
              <a:rPr lang="zh-CN" altLang="en-US">
                <a:latin typeface="宋体" panose="02010600030101010101" pitchFamily="2" charset="-122"/>
              </a:rPr>
              <a:t>　　                  </a:t>
            </a:r>
          </a:p>
          <a:p>
            <a:pPr algn="just"/>
            <a:r>
              <a:rPr lang="zh-CN" altLang="en-US">
                <a:latin typeface="宋体" panose="02010600030101010101" pitchFamily="2" charset="-122"/>
              </a:rPr>
              <a:t>　　　 </a:t>
            </a:r>
            <a:r>
              <a:rPr lang="zh-CN" altLang="en-US" sz="2000">
                <a:latin typeface="宋体" panose="02010600030101010101" pitchFamily="2" charset="-122"/>
              </a:rPr>
              <a:t>计算机与应用　　　　　　　　　　5.综合基础课程:　　　　                    　　　</a:t>
            </a:r>
          </a:p>
          <a:p>
            <a:pPr algn="just"/>
            <a:r>
              <a:rPr lang="zh-CN" altLang="en-US" sz="2000">
                <a:latin typeface="宋体" panose="02010600030101010101" pitchFamily="2" charset="-122"/>
              </a:rPr>
              <a:t>　　　　管理沟通　　  　　　　　　　      管理组织行为学                　　　　            </a:t>
            </a:r>
          </a:p>
          <a:p>
            <a:pPr algn="just"/>
            <a:r>
              <a:rPr lang="zh-CN" altLang="en-US" sz="2000">
                <a:latin typeface="宋体" panose="02010600030101010101" pitchFamily="2" charset="-122"/>
              </a:rPr>
              <a:t>　　　　管理经济学  　  　　　　　　　　  管理经济学                        　　　　　            </a:t>
            </a:r>
          </a:p>
          <a:p>
            <a:pPr algn="just"/>
            <a:r>
              <a:rPr lang="zh-CN" altLang="en-US" sz="2000">
                <a:latin typeface="宋体" panose="02010600030101010101" pitchFamily="2" charset="-122"/>
              </a:rPr>
              <a:t>　      定量分析（包括运筹学）    　　　            </a:t>
            </a:r>
          </a:p>
          <a:p>
            <a:pPr algn="just"/>
            <a:endParaRPr lang="zh-CN" altLang="en-US" sz="2000">
              <a:latin typeface="宋体" panose="02010600030101010101" pitchFamily="2" charset="-122"/>
            </a:endParaRPr>
          </a:p>
          <a:p>
            <a:pPr eaLnBrk="1" hangingPunct="1">
              <a:spcBef>
                <a:spcPct val="50000"/>
              </a:spcBef>
            </a:pPr>
            <a:endParaRPr kumimoji="1" lang="zh-CN" altLang="en-US"/>
          </a:p>
        </p:txBody>
      </p:sp>
      <p:sp>
        <p:nvSpPr>
          <p:cNvPr id="24581" name="Line 5">
            <a:extLst>
              <a:ext uri="{FF2B5EF4-FFF2-40B4-BE49-F238E27FC236}">
                <a16:creationId xmlns:a16="http://schemas.microsoft.com/office/drawing/2014/main" id="{14B337EF-6120-9B92-206B-A2231C56ADDC}"/>
              </a:ext>
            </a:extLst>
          </p:cNvPr>
          <p:cNvSpPr>
            <a:spLocks noChangeShapeType="1"/>
          </p:cNvSpPr>
          <p:nvPr/>
        </p:nvSpPr>
        <p:spPr bwMode="auto">
          <a:xfrm>
            <a:off x="1219200" y="106680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82" name="Line 6">
            <a:extLst>
              <a:ext uri="{FF2B5EF4-FFF2-40B4-BE49-F238E27FC236}">
                <a16:creationId xmlns:a16="http://schemas.microsoft.com/office/drawing/2014/main" id="{69A2F838-309F-D6D0-2F33-924E95687A42}"/>
              </a:ext>
            </a:extLst>
          </p:cNvPr>
          <p:cNvSpPr>
            <a:spLocks noChangeShapeType="1"/>
          </p:cNvSpPr>
          <p:nvPr/>
        </p:nvSpPr>
        <p:spPr bwMode="auto">
          <a:xfrm>
            <a:off x="1143000" y="6699250"/>
            <a:ext cx="7391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83" name="Line 7">
            <a:extLst>
              <a:ext uri="{FF2B5EF4-FFF2-40B4-BE49-F238E27FC236}">
                <a16:creationId xmlns:a16="http://schemas.microsoft.com/office/drawing/2014/main" id="{AD02BB56-1C88-C247-2500-0F4F62F56945}"/>
              </a:ext>
            </a:extLst>
          </p:cNvPr>
          <p:cNvSpPr>
            <a:spLocks noChangeShapeType="1"/>
          </p:cNvSpPr>
          <p:nvPr/>
        </p:nvSpPr>
        <p:spPr bwMode="auto">
          <a:xfrm>
            <a:off x="4800600" y="1066800"/>
            <a:ext cx="0" cy="5668963"/>
          </a:xfrm>
          <a:prstGeom prst="line">
            <a:avLst/>
          </a:prstGeom>
          <a:noFill/>
          <a:ln w="9525">
            <a:solidFill>
              <a:schemeClr val="tx1"/>
            </a:solidFill>
            <a:prstDash val="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19A3AC85-E9A6-862E-4576-B32A85F53C3C}"/>
              </a:ext>
            </a:extLst>
          </p:cNvPr>
          <p:cNvSpPr>
            <a:spLocks noGrp="1" noChangeArrowheads="1"/>
          </p:cNvSpPr>
          <p:nvPr>
            <p:ph type="title"/>
          </p:nvPr>
        </p:nvSpPr>
        <p:spPr>
          <a:xfrm>
            <a:off x="685800" y="609600"/>
            <a:ext cx="7696200" cy="914400"/>
          </a:xfrm>
        </p:spPr>
        <p:txBody>
          <a:bodyPr/>
          <a:lstStyle/>
          <a:p>
            <a:pPr algn="l"/>
            <a:r>
              <a:rPr lang="zh-CN" altLang="en-US" sz="3200">
                <a:solidFill>
                  <a:schemeClr val="folHlink"/>
                </a:solidFill>
                <a:latin typeface="宋体" panose="02010600030101010101" pitchFamily="2" charset="-122"/>
              </a:rPr>
              <a:t>三、管理经济学与经济学的联系与区别</a:t>
            </a:r>
            <a:br>
              <a:rPr lang="zh-CN" altLang="en-US" sz="3200">
                <a:solidFill>
                  <a:schemeClr val="tx1"/>
                </a:solidFill>
                <a:latin typeface="宋体" panose="02010600030101010101" pitchFamily="2" charset="-122"/>
              </a:rPr>
            </a:br>
            <a:endParaRPr lang="zh-CN" altLang="en-US">
              <a:latin typeface="宋体" panose="02010600030101010101" pitchFamily="2" charset="-122"/>
            </a:endParaRPr>
          </a:p>
        </p:txBody>
      </p:sp>
      <p:sp>
        <p:nvSpPr>
          <p:cNvPr id="25603" name="Rectangle 3">
            <a:extLst>
              <a:ext uri="{FF2B5EF4-FFF2-40B4-BE49-F238E27FC236}">
                <a16:creationId xmlns:a16="http://schemas.microsoft.com/office/drawing/2014/main" id="{1C0D48ED-B58F-0D90-21DF-1C8995149DFA}"/>
              </a:ext>
            </a:extLst>
          </p:cNvPr>
          <p:cNvSpPr>
            <a:spLocks noGrp="1" noChangeArrowheads="1"/>
          </p:cNvSpPr>
          <p:nvPr>
            <p:ph type="body" idx="1"/>
          </p:nvPr>
        </p:nvSpPr>
        <p:spPr>
          <a:xfrm>
            <a:off x="685800" y="990600"/>
            <a:ext cx="7924800" cy="4953000"/>
          </a:xfrm>
        </p:spPr>
        <p:txBody>
          <a:bodyPr/>
          <a:lstStyle/>
          <a:p>
            <a:r>
              <a:rPr lang="zh-CN" altLang="en-US" sz="2400"/>
              <a:t>早期管理学院绝大多数只是经济学系里的一个部门。</a:t>
            </a:r>
            <a:endParaRPr lang="zh-CN" altLang="en-US" sz="2800"/>
          </a:p>
          <a:p>
            <a:r>
              <a:rPr lang="zh-CN" altLang="en-US" sz="2400"/>
              <a:t>在某种意义上，可以将管理经济学视为应用微观经济学。吸收了需求、生产、成本、定价、市场结构等方面内容。把厂商视作一个经验上的实体，（而非理论上的抽象构造）。分析工具上包括统计决策理论、线型规划、博奕理论、模拟模型，以及电脑技术。</a:t>
            </a:r>
          </a:p>
          <a:p>
            <a:r>
              <a:rPr lang="zh-CN" altLang="en-US" sz="2400"/>
              <a:t>管理经济学主要是规范性研究，是指明经济主体应当采取的行为方式，以达到所期望目标。必须从实证分析出发，对所处现实世界，诸如企业环境、制度环境等有清楚认识。</a:t>
            </a:r>
          </a:p>
          <a:p>
            <a:r>
              <a:rPr kumimoji="1" lang="zh-CN" altLang="en-US" sz="2400"/>
              <a:t>企业经济学理论研究重点是企业而不是市场。认为完全竞争市场条件与企业的同质性在大多数环境下是不现实的。现实中的企业在规模、资源的占有、竞争能力、潜力、目标、行为等方面都存在明显差异</a:t>
            </a:r>
            <a:r>
              <a:rPr kumimoji="1" lang="zh-CN" altLang="en-US"/>
              <a:t>。</a:t>
            </a:r>
          </a:p>
          <a:p>
            <a:endParaRPr lang="zh-CN" altLang="en-US" sz="2400"/>
          </a:p>
          <a:p>
            <a:endParaRPr lang="zh-CN" altLang="en-US" sz="24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a:extLst>
              <a:ext uri="{FF2B5EF4-FFF2-40B4-BE49-F238E27FC236}">
                <a16:creationId xmlns:a16="http://schemas.microsoft.com/office/drawing/2014/main" id="{11DDB418-8987-4378-3376-A8700A36CF81}"/>
              </a:ext>
            </a:extLst>
          </p:cNvPr>
          <p:cNvSpPr>
            <a:spLocks noGrp="1" noChangeArrowheads="1"/>
          </p:cNvSpPr>
          <p:nvPr>
            <p:ph type="title"/>
          </p:nvPr>
        </p:nvSpPr>
        <p:spPr/>
        <p:txBody>
          <a:bodyPr/>
          <a:lstStyle/>
          <a:p>
            <a:pPr algn="l"/>
            <a:r>
              <a:rPr lang="zh-CN" altLang="en-US" sz="4000">
                <a:solidFill>
                  <a:schemeClr val="folHlink"/>
                </a:solidFill>
              </a:rPr>
              <a:t>四、管理经济学与产业经济学的关系</a:t>
            </a:r>
            <a:endParaRPr lang="zh-CN" altLang="en-US"/>
          </a:p>
        </p:txBody>
      </p:sp>
      <p:sp>
        <p:nvSpPr>
          <p:cNvPr id="26628" name="Rectangle 4">
            <a:extLst>
              <a:ext uri="{FF2B5EF4-FFF2-40B4-BE49-F238E27FC236}">
                <a16:creationId xmlns:a16="http://schemas.microsoft.com/office/drawing/2014/main" id="{569DD8BD-61F0-E844-1CB9-7D0888DC4FEA}"/>
              </a:ext>
            </a:extLst>
          </p:cNvPr>
          <p:cNvSpPr>
            <a:spLocks noGrp="1" noChangeArrowheads="1"/>
          </p:cNvSpPr>
          <p:nvPr>
            <p:ph type="body" idx="1"/>
          </p:nvPr>
        </p:nvSpPr>
        <p:spPr>
          <a:xfrm>
            <a:off x="685800" y="2209800"/>
            <a:ext cx="7772400" cy="4114800"/>
          </a:xfrm>
        </p:spPr>
        <p:txBody>
          <a:bodyPr/>
          <a:lstStyle/>
          <a:p>
            <a:r>
              <a:rPr lang="zh-CN" altLang="en-US"/>
              <a:t>管理经济学研究重点在于公司运行环境与单个公司的决策。</a:t>
            </a:r>
          </a:p>
          <a:p>
            <a:r>
              <a:rPr lang="zh-CN" altLang="en-US"/>
              <a:t>产业经济学研究重点在于整个行业。普遍采用结构（</a:t>
            </a:r>
            <a:r>
              <a:rPr lang="en-US" altLang="en-US"/>
              <a:t>structure)-</a:t>
            </a:r>
            <a:r>
              <a:rPr lang="zh-CN" altLang="en-US"/>
              <a:t>行为(</a:t>
            </a:r>
            <a:r>
              <a:rPr lang="en-US" altLang="en-US"/>
              <a:t>conduct)-</a:t>
            </a:r>
            <a:r>
              <a:rPr lang="zh-CN" altLang="zh-CN"/>
              <a:t>效果（</a:t>
            </a:r>
            <a:r>
              <a:rPr lang="en-US" altLang="zh-CN"/>
              <a:t>performance)</a:t>
            </a:r>
            <a:r>
              <a:rPr lang="zh-CN" altLang="zh-CN"/>
              <a:t>方式。</a:t>
            </a:r>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A2283420-8A46-EC3A-3B6F-0DACF8F7900F}"/>
              </a:ext>
            </a:extLst>
          </p:cNvPr>
          <p:cNvSpPr>
            <a:spLocks noGrp="1" noChangeArrowheads="1"/>
          </p:cNvSpPr>
          <p:nvPr>
            <p:ph type="title"/>
          </p:nvPr>
        </p:nvSpPr>
        <p:spPr/>
        <p:txBody>
          <a:bodyPr/>
          <a:lstStyle/>
          <a:p>
            <a:pPr algn="l"/>
            <a:r>
              <a:rPr lang="zh-CN" altLang="en-US" sz="4000">
                <a:solidFill>
                  <a:schemeClr val="folHlink"/>
                </a:solidFill>
              </a:rPr>
              <a:t>五、公司经济与公司经济学</a:t>
            </a:r>
            <a:endParaRPr lang="zh-CN" altLang="en-US"/>
          </a:p>
        </p:txBody>
      </p:sp>
      <p:sp>
        <p:nvSpPr>
          <p:cNvPr id="28675" name="Rectangle 3">
            <a:extLst>
              <a:ext uri="{FF2B5EF4-FFF2-40B4-BE49-F238E27FC236}">
                <a16:creationId xmlns:a16="http://schemas.microsoft.com/office/drawing/2014/main" id="{21B605BA-6E73-5511-763B-6654EE04803B}"/>
              </a:ext>
            </a:extLst>
          </p:cNvPr>
          <p:cNvSpPr>
            <a:spLocks noGrp="1" noChangeArrowheads="1"/>
          </p:cNvSpPr>
          <p:nvPr>
            <p:ph type="body" idx="1"/>
          </p:nvPr>
        </p:nvSpPr>
        <p:spPr>
          <a:xfrm>
            <a:off x="762000" y="2209800"/>
            <a:ext cx="7772400" cy="4114800"/>
          </a:xfrm>
        </p:spPr>
        <p:txBody>
          <a:bodyPr/>
          <a:lstStyle/>
          <a:p>
            <a:r>
              <a:rPr lang="zh-CN" altLang="en-US"/>
              <a:t>廿世纪五十年代以来，西方大公司的规模获得很快发展，经营范围得到很大扩展。这些大型公司形成国家经济活动的主流与支配力量。这一特征使得可以将美国经济称之为“公司经济”（</a:t>
            </a:r>
            <a:r>
              <a:rPr lang="en-US" altLang="zh-CN"/>
              <a:t>C</a:t>
            </a:r>
            <a:r>
              <a:rPr lang="en-US" altLang="en-US"/>
              <a:t>orporate Economy),(Arthur A.Thompson,1981).</a:t>
            </a:r>
            <a:endParaRPr lang="en-US" altLang="zh-C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18E3A075-DC63-DD83-FC5E-6A95E24E19BE}"/>
              </a:ext>
            </a:extLst>
          </p:cNvPr>
          <p:cNvSpPr>
            <a:spLocks noGrp="1" noChangeArrowheads="1"/>
          </p:cNvSpPr>
          <p:nvPr>
            <p:ph type="title"/>
          </p:nvPr>
        </p:nvSpPr>
        <p:spPr/>
        <p:txBody>
          <a:bodyPr/>
          <a:lstStyle/>
          <a:p>
            <a:pPr algn="l"/>
            <a:r>
              <a:rPr lang="zh-CN" altLang="en-US">
                <a:solidFill>
                  <a:schemeClr val="folHlink"/>
                </a:solidFill>
              </a:rPr>
              <a:t>六、本书的特点</a:t>
            </a:r>
            <a:endParaRPr lang="zh-CN" altLang="en-US"/>
          </a:p>
        </p:txBody>
      </p:sp>
      <p:sp>
        <p:nvSpPr>
          <p:cNvPr id="29699" name="Rectangle 3">
            <a:extLst>
              <a:ext uri="{FF2B5EF4-FFF2-40B4-BE49-F238E27FC236}">
                <a16:creationId xmlns:a16="http://schemas.microsoft.com/office/drawing/2014/main" id="{502A3FDA-268E-D89F-457F-0F5713B628A1}"/>
              </a:ext>
            </a:extLst>
          </p:cNvPr>
          <p:cNvSpPr>
            <a:spLocks noGrp="1" noChangeArrowheads="1"/>
          </p:cNvSpPr>
          <p:nvPr>
            <p:ph type="body" idx="1"/>
          </p:nvPr>
        </p:nvSpPr>
        <p:spPr/>
        <p:txBody>
          <a:bodyPr/>
          <a:lstStyle/>
          <a:p>
            <a:r>
              <a:rPr lang="zh-CN" altLang="en-US"/>
              <a:t>许多问题包括重要的理论问题。</a:t>
            </a:r>
          </a:p>
          <a:p>
            <a:r>
              <a:rPr lang="zh-CN" altLang="en-US"/>
              <a:t>书中包含有较多的经验研究内容。</a:t>
            </a:r>
          </a:p>
          <a:p>
            <a:r>
              <a:rPr lang="zh-CN" altLang="en-US"/>
              <a:t>决策方法和技术不可缺少，但安排讲述是不必要的。</a:t>
            </a:r>
          </a:p>
          <a:p>
            <a:endParaRPr lang="zh-CN" altLang="en-US"/>
          </a:p>
          <a:p>
            <a:pPr lvl="2">
              <a:buFontTx/>
              <a:buNone/>
            </a:pP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6C574BC8-2337-92C1-7833-C091705F13E3}"/>
              </a:ext>
            </a:extLst>
          </p:cNvPr>
          <p:cNvSpPr>
            <a:spLocks noGrp="1" noChangeArrowheads="1"/>
          </p:cNvSpPr>
          <p:nvPr>
            <p:ph type="title"/>
          </p:nvPr>
        </p:nvSpPr>
        <p:spPr>
          <a:xfrm>
            <a:off x="685800" y="304800"/>
            <a:ext cx="7772400" cy="1143000"/>
          </a:xfrm>
        </p:spPr>
        <p:txBody>
          <a:bodyPr/>
          <a:lstStyle/>
          <a:p>
            <a:pPr algn="l"/>
            <a:r>
              <a:rPr lang="zh-CN" altLang="en-US" sz="4000">
                <a:solidFill>
                  <a:schemeClr val="folHlink"/>
                </a:solidFill>
              </a:rPr>
              <a:t>七、几个问题</a:t>
            </a:r>
            <a:endParaRPr lang="zh-CN" altLang="en-US"/>
          </a:p>
        </p:txBody>
      </p:sp>
      <p:sp>
        <p:nvSpPr>
          <p:cNvPr id="31747" name="Rectangle 3">
            <a:extLst>
              <a:ext uri="{FF2B5EF4-FFF2-40B4-BE49-F238E27FC236}">
                <a16:creationId xmlns:a16="http://schemas.microsoft.com/office/drawing/2014/main" id="{BB86984E-447C-F2DE-C8AD-94526027F57D}"/>
              </a:ext>
            </a:extLst>
          </p:cNvPr>
          <p:cNvSpPr>
            <a:spLocks noGrp="1" noChangeArrowheads="1"/>
          </p:cNvSpPr>
          <p:nvPr>
            <p:ph type="body" idx="1"/>
          </p:nvPr>
        </p:nvSpPr>
        <p:spPr>
          <a:xfrm>
            <a:off x="685800" y="1143000"/>
            <a:ext cx="7772400" cy="4114800"/>
          </a:xfrm>
        </p:spPr>
        <p:txBody>
          <a:bodyPr/>
          <a:lstStyle/>
          <a:p>
            <a:r>
              <a:rPr lang="zh-CN" altLang="en-US"/>
              <a:t>  </a:t>
            </a:r>
            <a:r>
              <a:rPr lang="zh-CN" altLang="en-US" i="1"/>
              <a:t>1、关于案例</a:t>
            </a:r>
          </a:p>
          <a:p>
            <a:pPr lvl="2"/>
            <a:r>
              <a:rPr lang="zh-CN" altLang="en-US"/>
              <a:t>案例学派是通过分析经验(常常就是案例)来研究管理。依据：学生和管理者通过研究各色各样成功和失败管理案例，就能理解管理问题，自然学会进行管理。但是，过去的经验，未必能沿用解决未来问题。只有以探求基本规律为目的去总结经验，才有助于某些原则或理论的提出或论证。</a:t>
            </a:r>
          </a:p>
          <a:p>
            <a:pPr lvl="2"/>
            <a:r>
              <a:rPr lang="zh-CN" altLang="en-US"/>
              <a:t>美国法学院教授们挑选一些经典判例,编纂成册作为教材。教材中加上注解和评论，但法学院学生对此经常抱怨。教授们坦然承认，注解比判决本身还要费解。目的就一个，可多拿版税。因此编写本书时力戒此弊端，尽量深入浅出，去繁就简。</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Text Box 4">
            <a:extLst>
              <a:ext uri="{FF2B5EF4-FFF2-40B4-BE49-F238E27FC236}">
                <a16:creationId xmlns:a16="http://schemas.microsoft.com/office/drawing/2014/main" id="{2C39ACD1-12C0-2049-D614-2C7D433A2B75}"/>
              </a:ext>
            </a:extLst>
          </p:cNvPr>
          <p:cNvSpPr txBox="1">
            <a:spLocks noChangeArrowheads="1"/>
          </p:cNvSpPr>
          <p:nvPr/>
        </p:nvSpPr>
        <p:spPr bwMode="auto">
          <a:xfrm>
            <a:off x="1600200" y="1752600"/>
            <a:ext cx="6172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endParaRPr kumimoji="1" lang="zh-CN" altLang="en-US"/>
          </a:p>
        </p:txBody>
      </p:sp>
      <p:sp>
        <p:nvSpPr>
          <p:cNvPr id="32773" name="Text Box 5">
            <a:extLst>
              <a:ext uri="{FF2B5EF4-FFF2-40B4-BE49-F238E27FC236}">
                <a16:creationId xmlns:a16="http://schemas.microsoft.com/office/drawing/2014/main" id="{B4CDDE5B-BD1D-81DD-CA8B-C97142A7BC89}"/>
              </a:ext>
            </a:extLst>
          </p:cNvPr>
          <p:cNvSpPr txBox="1">
            <a:spLocks noChangeArrowheads="1"/>
          </p:cNvSpPr>
          <p:nvPr/>
        </p:nvSpPr>
        <p:spPr bwMode="auto">
          <a:xfrm>
            <a:off x="1066800" y="1981200"/>
            <a:ext cx="7315200"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zh-CN" altLang="en-US" sz="4800" i="1"/>
              <a:t>2、关于国际化与本土化</a:t>
            </a:r>
            <a:endParaRPr kumimoji="1" lang="zh-CN" altLang="en-US" i="1"/>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2">
            <a:extLst>
              <a:ext uri="{FF2B5EF4-FFF2-40B4-BE49-F238E27FC236}">
                <a16:creationId xmlns:a16="http://schemas.microsoft.com/office/drawing/2014/main" id="{A2A5840C-D03C-EDBF-40B7-C13C2F56C461}"/>
              </a:ext>
            </a:extLst>
          </p:cNvPr>
          <p:cNvSpPr txBox="1">
            <a:spLocks noChangeArrowheads="1"/>
          </p:cNvSpPr>
          <p:nvPr/>
        </p:nvSpPr>
        <p:spPr bwMode="auto">
          <a:xfrm>
            <a:off x="1447800" y="2133600"/>
            <a:ext cx="6858000"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pPr>
            <a:r>
              <a:rPr kumimoji="1" lang="zh-CN" altLang="en-US" sz="4800" i="1"/>
              <a:t>3、关于使用英文教材</a:t>
            </a:r>
            <a:endParaRPr kumimoji="1"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2">
            <a:extLst>
              <a:ext uri="{FF2B5EF4-FFF2-40B4-BE49-F238E27FC236}">
                <a16:creationId xmlns:a16="http://schemas.microsoft.com/office/drawing/2014/main" id="{E4D99D30-9D93-8513-F8EE-105B22F37BB7}"/>
              </a:ext>
            </a:extLst>
          </p:cNvPr>
          <p:cNvSpPr txBox="1">
            <a:spLocks noChangeArrowheads="1"/>
          </p:cNvSpPr>
          <p:nvPr/>
        </p:nvSpPr>
        <p:spPr bwMode="auto">
          <a:xfrm>
            <a:off x="1143000" y="381000"/>
            <a:ext cx="7086600" cy="6711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CN"/>
              <a:t>    </a:t>
            </a:r>
            <a:r>
              <a:rPr lang="en-US" altLang="zh-CN" sz="2800"/>
              <a:t>To  apply  managerial  economics  to  business  management,  we  need  a  theory  of  the  firm,  a  theory  indicating  how  firms  behave  and  what  their  goals  are.  Firms  are  complex  organizations  that  vary  enormously.  Any  theory  or  model  (which  means  the  same  as  theory)  must  be  a  simplification.  The  trick  is  to  construct  a  model  in  such  a  way  that  irrelevant  and  unimportant  considerations  and  variables  are  neglected,  but  the  important  factors--those  that  have  an  important  effect  on  the  phenomena  the  model  is  designed  to  illuminate--are  included.</a:t>
            </a:r>
          </a:p>
          <a:p>
            <a:pPr eaLnBrk="1" hangingPunct="1">
              <a:spcBef>
                <a:spcPct val="50000"/>
              </a:spcBef>
            </a:pPr>
            <a:endParaRPr kumimoji="1" lang="zh-CN" altLang="en-US" sz="2800"/>
          </a:p>
        </p:txBody>
      </p:sp>
    </p:spTree>
  </p:cSld>
  <p:clrMapOvr>
    <a:masterClrMapping/>
  </p:clrMapOvr>
</p:sld>
</file>

<file path=ppt/theme/theme1.xml><?xml version="1.0" encoding="utf-8"?>
<a:theme xmlns:a="http://schemas.openxmlformats.org/drawingml/2006/main" name="冲动型模板">
  <a:themeElements>
    <a:clrScheme name="冲动型模板 2">
      <a:dk1>
        <a:srgbClr val="000000"/>
      </a:dk1>
      <a:lt1>
        <a:srgbClr val="FFFFFF"/>
      </a:lt1>
      <a:dk2>
        <a:srgbClr val="000066"/>
      </a:dk2>
      <a:lt2>
        <a:srgbClr val="FFCC66"/>
      </a:lt2>
      <a:accent1>
        <a:srgbClr val="FF9900"/>
      </a:accent1>
      <a:accent2>
        <a:srgbClr val="000044"/>
      </a:accent2>
      <a:accent3>
        <a:srgbClr val="AAAAB8"/>
      </a:accent3>
      <a:accent4>
        <a:srgbClr val="DADADA"/>
      </a:accent4>
      <a:accent5>
        <a:srgbClr val="FFCAAA"/>
      </a:accent5>
      <a:accent6>
        <a:srgbClr val="00003D"/>
      </a:accent6>
      <a:hlink>
        <a:srgbClr val="3366FF"/>
      </a:hlink>
      <a:folHlink>
        <a:srgbClr val="FFFF00"/>
      </a:folHlink>
    </a:clrScheme>
    <a:fontScheme name="冲动型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冲动型模板 1">
        <a:dk1>
          <a:srgbClr val="000000"/>
        </a:dk1>
        <a:lt1>
          <a:srgbClr val="CCECFF"/>
        </a:lt1>
        <a:dk2>
          <a:srgbClr val="000066"/>
        </a:dk2>
        <a:lt2>
          <a:srgbClr val="6699FF"/>
        </a:lt2>
        <a:accent1>
          <a:srgbClr val="33CCCC"/>
        </a:accent1>
        <a:accent2>
          <a:srgbClr val="0099FF"/>
        </a:accent2>
        <a:accent3>
          <a:srgbClr val="E2F4FF"/>
        </a:accent3>
        <a:accent4>
          <a:srgbClr val="000000"/>
        </a:accent4>
        <a:accent5>
          <a:srgbClr val="ADE2E2"/>
        </a:accent5>
        <a:accent6>
          <a:srgbClr val="008AE7"/>
        </a:accent6>
        <a:hlink>
          <a:srgbClr val="FFFFFF"/>
        </a:hlink>
        <a:folHlink>
          <a:srgbClr val="3366FF"/>
        </a:folHlink>
      </a:clrScheme>
      <a:clrMap bg1="lt1" tx1="dk1" bg2="lt2" tx2="dk2" accent1="accent1" accent2="accent2" accent3="accent3" accent4="accent4" accent5="accent5" accent6="accent6" hlink="hlink" folHlink="folHlink"/>
    </a:extraClrScheme>
    <a:extraClrScheme>
      <a:clrScheme name="冲动型模板 2">
        <a:dk1>
          <a:srgbClr val="000000"/>
        </a:dk1>
        <a:lt1>
          <a:srgbClr val="FFFFFF"/>
        </a:lt1>
        <a:dk2>
          <a:srgbClr val="000066"/>
        </a:dk2>
        <a:lt2>
          <a:srgbClr val="FFCC66"/>
        </a:lt2>
        <a:accent1>
          <a:srgbClr val="FF9900"/>
        </a:accent1>
        <a:accent2>
          <a:srgbClr val="000044"/>
        </a:accent2>
        <a:accent3>
          <a:srgbClr val="AAAAB8"/>
        </a:accent3>
        <a:accent4>
          <a:srgbClr val="DADADA"/>
        </a:accent4>
        <a:accent5>
          <a:srgbClr val="FFCAAA"/>
        </a:accent5>
        <a:accent6>
          <a:srgbClr val="00003D"/>
        </a:accent6>
        <a:hlink>
          <a:srgbClr val="3366FF"/>
        </a:hlink>
        <a:folHlink>
          <a:srgbClr val="FFFF00"/>
        </a:folHlink>
      </a:clrScheme>
      <a:clrMap bg1="dk2" tx1="lt1" bg2="dk1" tx2="lt2" accent1="accent1" accent2="accent2" accent3="accent3" accent4="accent4" accent5="accent5" accent6="accent6" hlink="hlink" folHlink="folHlink"/>
    </a:extraClrScheme>
    <a:extraClrScheme>
      <a:clrScheme name="冲动型模板 3">
        <a:dk1>
          <a:srgbClr val="000000"/>
        </a:dk1>
        <a:lt1>
          <a:srgbClr val="FFFFFF"/>
        </a:lt1>
        <a:dk2>
          <a:srgbClr val="000000"/>
        </a:dk2>
        <a:lt2>
          <a:srgbClr val="DDDDDD"/>
        </a:lt2>
        <a:accent1>
          <a:srgbClr val="CBCBCB"/>
        </a:accent1>
        <a:accent2>
          <a:srgbClr val="C0C0C0"/>
        </a:accent2>
        <a:accent3>
          <a:srgbClr val="FFFFFF"/>
        </a:accent3>
        <a:accent4>
          <a:srgbClr val="000000"/>
        </a:accent4>
        <a:accent5>
          <a:srgbClr val="E2E2E2"/>
        </a:accent5>
        <a:accent6>
          <a:srgbClr val="AEAEAE"/>
        </a:accent6>
        <a:hlink>
          <a:srgbClr val="4D4D4D"/>
        </a:hlink>
        <a:folHlink>
          <a:srgbClr val="868686"/>
        </a:folHlink>
      </a:clrScheme>
      <a:clrMap bg1="lt1" tx1="dk1" bg2="lt2" tx2="dk2" accent1="accent1" accent2="accent2" accent3="accent3" accent4="accent4" accent5="accent5" accent6="accent6" hlink="hlink" folHlink="folHlink"/>
    </a:extraClrScheme>
    <a:extraClrScheme>
      <a:clrScheme name="冲动型模板 4">
        <a:dk1>
          <a:srgbClr val="000000"/>
        </a:dk1>
        <a:lt1>
          <a:srgbClr val="FFFFFF"/>
        </a:lt1>
        <a:dk2>
          <a:srgbClr val="660033"/>
        </a:dk2>
        <a:lt2>
          <a:srgbClr val="FFCC66"/>
        </a:lt2>
        <a:accent1>
          <a:srgbClr val="FF9900"/>
        </a:accent1>
        <a:accent2>
          <a:srgbClr val="440022"/>
        </a:accent2>
        <a:accent3>
          <a:srgbClr val="B8AAAD"/>
        </a:accent3>
        <a:accent4>
          <a:srgbClr val="DADADA"/>
        </a:accent4>
        <a:accent5>
          <a:srgbClr val="FFCAAA"/>
        </a:accent5>
        <a:accent6>
          <a:srgbClr val="3D001E"/>
        </a:accent6>
        <a:hlink>
          <a:srgbClr val="B20059"/>
        </a:hlink>
        <a:folHlink>
          <a:srgbClr val="FF6699"/>
        </a:folHlink>
      </a:clrScheme>
      <a:clrMap bg1="dk2" tx1="lt1" bg2="dk1" tx2="lt2" accent1="accent1" accent2="accent2" accent3="accent3" accent4="accent4" accent5="accent5" accent6="accent6" hlink="hlink" folHlink="folHlink"/>
    </a:extraClrScheme>
    <a:extraClrScheme>
      <a:clrScheme name="冲动型模板 5">
        <a:dk1>
          <a:srgbClr val="000000"/>
        </a:dk1>
        <a:lt1>
          <a:srgbClr val="FFFFFF"/>
        </a:lt1>
        <a:dk2>
          <a:srgbClr val="663300"/>
        </a:dk2>
        <a:lt2>
          <a:srgbClr val="FFCC66"/>
        </a:lt2>
        <a:accent1>
          <a:srgbClr val="FF9900"/>
        </a:accent1>
        <a:accent2>
          <a:srgbClr val="361B00"/>
        </a:accent2>
        <a:accent3>
          <a:srgbClr val="B8ADAA"/>
        </a:accent3>
        <a:accent4>
          <a:srgbClr val="DADADA"/>
        </a:accent4>
        <a:accent5>
          <a:srgbClr val="FFCAAA"/>
        </a:accent5>
        <a:accent6>
          <a:srgbClr val="301700"/>
        </a:accent6>
        <a:hlink>
          <a:srgbClr val="996633"/>
        </a:hlink>
        <a:folHlink>
          <a:srgbClr val="FF6699"/>
        </a:folHlink>
      </a:clrScheme>
      <a:clrMap bg1="dk2" tx1="lt1" bg2="dk1" tx2="lt2" accent1="accent1" accent2="accent2" accent3="accent3" accent4="accent4" accent5="accent5" accent6="accent6" hlink="hlink" folHlink="folHlink"/>
    </a:extraClrScheme>
    <a:extraClrScheme>
      <a:clrScheme name="冲动型模板 6">
        <a:dk1>
          <a:srgbClr val="000000"/>
        </a:dk1>
        <a:lt1>
          <a:srgbClr val="FFFFFF"/>
        </a:lt1>
        <a:dk2>
          <a:srgbClr val="003300"/>
        </a:dk2>
        <a:lt2>
          <a:srgbClr val="FFCC66"/>
        </a:lt2>
        <a:accent1>
          <a:srgbClr val="CC9900"/>
        </a:accent1>
        <a:accent2>
          <a:srgbClr val="001600"/>
        </a:accent2>
        <a:accent3>
          <a:srgbClr val="AAADAA"/>
        </a:accent3>
        <a:accent4>
          <a:srgbClr val="DADADA"/>
        </a:accent4>
        <a:accent5>
          <a:srgbClr val="E2CAAA"/>
        </a:accent5>
        <a:accent6>
          <a:srgbClr val="001300"/>
        </a:accent6>
        <a:hlink>
          <a:srgbClr val="006600"/>
        </a:hlink>
        <a:folHlink>
          <a:srgbClr val="009999"/>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Office\Templates\演示文稿设计\冲动型模板.pot</Template>
  <TotalTime>613</TotalTime>
  <Words>1110</Words>
  <Application>Microsoft Office PowerPoint</Application>
  <PresentationFormat>全屏显示(4:3)</PresentationFormat>
  <Paragraphs>66</Paragraphs>
  <Slides>16</Slides>
  <Notes>0</Notes>
  <HiddenSlides>0</HiddenSlides>
  <MMClips>0</MMClips>
  <ScaleCrop>false</ScaleCrop>
  <HeadingPairs>
    <vt:vector size="8" baseType="variant">
      <vt:variant>
        <vt:lpstr>已用的字体</vt:lpstr>
      </vt:variant>
      <vt:variant>
        <vt:i4>3</vt:i4>
      </vt:variant>
      <vt:variant>
        <vt:lpstr>主题</vt:lpstr>
      </vt:variant>
      <vt:variant>
        <vt:i4>1</vt:i4>
      </vt:variant>
      <vt:variant>
        <vt:lpstr>嵌入 OLE 服务器</vt:lpstr>
      </vt:variant>
      <vt:variant>
        <vt:i4>1</vt:i4>
      </vt:variant>
      <vt:variant>
        <vt:lpstr>幻灯片标题</vt:lpstr>
      </vt:variant>
      <vt:variant>
        <vt:i4>16</vt:i4>
      </vt:variant>
    </vt:vector>
  </HeadingPairs>
  <TitlesOfParts>
    <vt:vector size="21" baseType="lpstr">
      <vt:lpstr>Times New Roman</vt:lpstr>
      <vt:lpstr>宋体</vt:lpstr>
      <vt:lpstr>Courier New</vt:lpstr>
      <vt:lpstr>冲动型模板</vt:lpstr>
      <vt:lpstr>Microsoft Word 文档</vt:lpstr>
      <vt:lpstr>导      言</vt:lpstr>
      <vt:lpstr>一、公司经济学简介</vt:lpstr>
      <vt:lpstr>PowerPoint 演示文稿</vt:lpstr>
      <vt:lpstr>PowerPoint 演示文稿</vt:lpstr>
      <vt:lpstr>公司经济学在企业管理决策中的作用示意图</vt:lpstr>
      <vt:lpstr>PowerPoint 演示文稿</vt:lpstr>
      <vt:lpstr>二、管理经济学在管理学科中     的地位</vt:lpstr>
      <vt:lpstr>PowerPoint 演示文稿</vt:lpstr>
      <vt:lpstr>三、管理经济学与经济学的联系与区别 </vt:lpstr>
      <vt:lpstr>四、管理经济学与产业经济学的关系</vt:lpstr>
      <vt:lpstr>五、公司经济与公司经济学</vt:lpstr>
      <vt:lpstr>六、本书的特点</vt:lpstr>
      <vt:lpstr>七、几个问题</vt:lpstr>
      <vt:lpstr>PowerPoint 演示文稿</vt:lpstr>
      <vt:lpstr>PowerPoint 演示文稿</vt:lpstr>
      <vt:lpstr>PowerPoint 演示文稿</vt:lpstr>
    </vt:vector>
  </TitlesOfParts>
  <Manager/>
  <Company>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导      言</dc:title>
  <dc:creator>d</dc:creator>
  <cp:lastModifiedBy>先生 刘</cp:lastModifiedBy>
  <cp:revision>5</cp:revision>
  <dcterms:created xsi:type="dcterms:W3CDTF">2002-02-27T07:48:00Z</dcterms:created>
  <dcterms:modified xsi:type="dcterms:W3CDTF">2023-10-22T14:19:58Z</dcterms:modified>
</cp:coreProperties>
</file>