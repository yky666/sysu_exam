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56" r:id="rId2"/>
    <p:sldId id="358" r:id="rId3"/>
    <p:sldId id="278" r:id="rId4"/>
    <p:sldId id="314" r:id="rId5"/>
    <p:sldId id="315" r:id="rId6"/>
    <p:sldId id="316" r:id="rId7"/>
    <p:sldId id="317" r:id="rId8"/>
    <p:sldId id="318" r:id="rId9"/>
    <p:sldId id="319" r:id="rId10"/>
    <p:sldId id="344" r:id="rId11"/>
    <p:sldId id="359" r:id="rId12"/>
    <p:sldId id="320" r:id="rId13"/>
    <p:sldId id="321" r:id="rId14"/>
    <p:sldId id="346" r:id="rId15"/>
    <p:sldId id="347" r:id="rId16"/>
    <p:sldId id="348" r:id="rId17"/>
    <p:sldId id="349" r:id="rId18"/>
    <p:sldId id="323" r:id="rId19"/>
    <p:sldId id="351" r:id="rId20"/>
    <p:sldId id="352" r:id="rId21"/>
    <p:sldId id="345" r:id="rId22"/>
    <p:sldId id="353" r:id="rId23"/>
    <p:sldId id="322" r:id="rId24"/>
    <p:sldId id="350" r:id="rId25"/>
    <p:sldId id="324" r:id="rId26"/>
    <p:sldId id="325" r:id="rId27"/>
    <p:sldId id="354" r:id="rId28"/>
    <p:sldId id="355" r:id="rId29"/>
    <p:sldId id="326" r:id="rId30"/>
    <p:sldId id="356" r:id="rId31"/>
    <p:sldId id="328" r:id="rId32"/>
    <p:sldId id="360" r:id="rId33"/>
    <p:sldId id="361" r:id="rId34"/>
    <p:sldId id="362" r:id="rId35"/>
    <p:sldId id="363" r:id="rId36"/>
    <p:sldId id="364" r:id="rId37"/>
    <p:sldId id="365" r:id="rId38"/>
    <p:sldId id="366" r:id="rId39"/>
    <p:sldId id="367" r:id="rId40"/>
    <p:sldId id="342" r:id="rId41"/>
    <p:sldId id="368" r:id="rId42"/>
    <p:sldId id="343" r:id="rId43"/>
    <p:sldId id="338" r:id="rId4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0066"/>
    <a:srgbClr val="D35211"/>
    <a:srgbClr val="DD3F07"/>
    <a:srgbClr val="DA0AB7"/>
    <a:srgbClr val="D09A14"/>
    <a:srgbClr val="CACA1A"/>
    <a:srgbClr val="24C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73" autoAdjust="0"/>
    <p:restoredTop sz="94709" autoAdjust="0"/>
  </p:normalViewPr>
  <p:slideViewPr>
    <p:cSldViewPr>
      <p:cViewPr varScale="1">
        <p:scale>
          <a:sx n="107" d="100"/>
          <a:sy n="107" d="100"/>
        </p:scale>
        <p:origin x="163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Freeform 2">
            <a:extLst>
              <a:ext uri="{FF2B5EF4-FFF2-40B4-BE49-F238E27FC236}">
                <a16:creationId xmlns:a16="http://schemas.microsoft.com/office/drawing/2014/main" id="{B2E67177-CFA2-BF02-7FAA-84FCE25F7876}"/>
              </a:ext>
            </a:extLst>
          </p:cNvPr>
          <p:cNvSpPr>
            <a:spLocks/>
          </p:cNvSpPr>
          <p:nvPr/>
        </p:nvSpPr>
        <p:spPr bwMode="auto">
          <a:xfrm>
            <a:off x="4760913" y="20638"/>
            <a:ext cx="4438650" cy="4038600"/>
          </a:xfrm>
          <a:custGeom>
            <a:avLst/>
            <a:gdLst>
              <a:gd name="T0" fmla="*/ 23 w 546"/>
              <a:gd name="T1" fmla="*/ 4 h 497"/>
              <a:gd name="T2" fmla="*/ 11 w 546"/>
              <a:gd name="T3" fmla="*/ 71 h 497"/>
              <a:gd name="T4" fmla="*/ 25 w 546"/>
              <a:gd name="T5" fmla="*/ 393 h 497"/>
              <a:gd name="T6" fmla="*/ 54 w 546"/>
              <a:gd name="T7" fmla="*/ 457 h 497"/>
              <a:gd name="T8" fmla="*/ 158 w 546"/>
              <a:gd name="T9" fmla="*/ 482 h 497"/>
              <a:gd name="T10" fmla="*/ 204 w 546"/>
              <a:gd name="T11" fmla="*/ 495 h 497"/>
              <a:gd name="T12" fmla="*/ 520 w 546"/>
              <a:gd name="T13" fmla="*/ 475 h 497"/>
              <a:gd name="T14" fmla="*/ 533 w 546"/>
              <a:gd name="T15" fmla="*/ 167 h 497"/>
              <a:gd name="T16" fmla="*/ 369 w 546"/>
              <a:gd name="T17" fmla="*/ 16 h 497"/>
              <a:gd name="T18" fmla="*/ 249 w 546"/>
              <a:gd name="T19" fmla="*/ 29 h 497"/>
              <a:gd name="T20" fmla="*/ 198 w 546"/>
              <a:gd name="T21" fmla="*/ 11 h 497"/>
              <a:gd name="T22" fmla="*/ 151 w 546"/>
              <a:gd name="T23" fmla="*/ 2 h 497"/>
              <a:gd name="T24" fmla="*/ 23 w 546"/>
              <a:gd name="T25" fmla="*/ 4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6" h="497">
                <a:moveTo>
                  <a:pt x="23" y="4"/>
                </a:moveTo>
                <a:cubicBezTo>
                  <a:pt x="23" y="4"/>
                  <a:pt x="0" y="34"/>
                  <a:pt x="11" y="71"/>
                </a:cubicBezTo>
                <a:cubicBezTo>
                  <a:pt x="19" y="100"/>
                  <a:pt x="25" y="393"/>
                  <a:pt x="25" y="393"/>
                </a:cubicBezTo>
                <a:cubicBezTo>
                  <a:pt x="25" y="393"/>
                  <a:pt x="42" y="452"/>
                  <a:pt x="54" y="457"/>
                </a:cubicBezTo>
                <a:cubicBezTo>
                  <a:pt x="66" y="462"/>
                  <a:pt x="158" y="482"/>
                  <a:pt x="158" y="482"/>
                </a:cubicBezTo>
                <a:cubicBezTo>
                  <a:pt x="158" y="482"/>
                  <a:pt x="191" y="497"/>
                  <a:pt x="204" y="495"/>
                </a:cubicBezTo>
                <a:cubicBezTo>
                  <a:pt x="217" y="494"/>
                  <a:pt x="506" y="487"/>
                  <a:pt x="520" y="475"/>
                </a:cubicBezTo>
                <a:cubicBezTo>
                  <a:pt x="533" y="463"/>
                  <a:pt x="546" y="218"/>
                  <a:pt x="533" y="167"/>
                </a:cubicBezTo>
                <a:cubicBezTo>
                  <a:pt x="520" y="117"/>
                  <a:pt x="404" y="14"/>
                  <a:pt x="369" y="16"/>
                </a:cubicBezTo>
                <a:cubicBezTo>
                  <a:pt x="335" y="17"/>
                  <a:pt x="249" y="29"/>
                  <a:pt x="249" y="29"/>
                </a:cubicBezTo>
                <a:lnTo>
                  <a:pt x="198" y="11"/>
                </a:lnTo>
                <a:lnTo>
                  <a:pt x="151" y="2"/>
                </a:lnTo>
                <a:cubicBezTo>
                  <a:pt x="151" y="2"/>
                  <a:pt x="79" y="0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6131" name="Group 3">
            <a:extLst>
              <a:ext uri="{FF2B5EF4-FFF2-40B4-BE49-F238E27FC236}">
                <a16:creationId xmlns:a16="http://schemas.microsoft.com/office/drawing/2014/main" id="{A952E6DC-F627-03D6-4388-C9C7317C345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8575"/>
            <a:ext cx="4756150" cy="4338638"/>
            <a:chOff x="2918" y="18"/>
            <a:chExt cx="2958" cy="2699"/>
          </a:xfrm>
        </p:grpSpPr>
        <p:sp>
          <p:nvSpPr>
            <p:cNvPr id="176132" name="Freeform 4">
              <a:extLst>
                <a:ext uri="{FF2B5EF4-FFF2-40B4-BE49-F238E27FC236}">
                  <a16:creationId xmlns:a16="http://schemas.microsoft.com/office/drawing/2014/main" id="{F3319D41-C81B-57BC-B8DB-2E97D6F4D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18"/>
              <a:ext cx="490" cy="187"/>
            </a:xfrm>
            <a:custGeom>
              <a:avLst/>
              <a:gdLst>
                <a:gd name="T0" fmla="*/ 71 w 97"/>
                <a:gd name="T1" fmla="*/ 25 h 37"/>
                <a:gd name="T2" fmla="*/ 91 w 97"/>
                <a:gd name="T3" fmla="*/ 20 h 37"/>
                <a:gd name="T4" fmla="*/ 92 w 97"/>
                <a:gd name="T5" fmla="*/ 17 h 37"/>
                <a:gd name="T6" fmla="*/ 88 w 97"/>
                <a:gd name="T7" fmla="*/ 0 h 37"/>
                <a:gd name="T8" fmla="*/ 25 w 97"/>
                <a:gd name="T9" fmla="*/ 0 h 37"/>
                <a:gd name="T10" fmla="*/ 10 w 97"/>
                <a:gd name="T11" fmla="*/ 22 h 37"/>
                <a:gd name="T12" fmla="*/ 71 w 97"/>
                <a:gd name="T1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37">
                  <a:moveTo>
                    <a:pt x="71" y="25"/>
                  </a:moveTo>
                  <a:cubicBezTo>
                    <a:pt x="81" y="22"/>
                    <a:pt x="87" y="21"/>
                    <a:pt x="91" y="20"/>
                  </a:cubicBezTo>
                  <a:cubicBezTo>
                    <a:pt x="91" y="19"/>
                    <a:pt x="91" y="19"/>
                    <a:pt x="92" y="17"/>
                  </a:cubicBezTo>
                  <a:cubicBezTo>
                    <a:pt x="97" y="11"/>
                    <a:pt x="95" y="4"/>
                    <a:pt x="88" y="0"/>
                  </a:cubicBezTo>
                  <a:lnTo>
                    <a:pt x="25" y="0"/>
                  </a:lnTo>
                  <a:cubicBezTo>
                    <a:pt x="10" y="3"/>
                    <a:pt x="0" y="10"/>
                    <a:pt x="10" y="22"/>
                  </a:cubicBezTo>
                  <a:cubicBezTo>
                    <a:pt x="10" y="22"/>
                    <a:pt x="28" y="37"/>
                    <a:pt x="71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3" name="Freeform 5">
              <a:extLst>
                <a:ext uri="{FF2B5EF4-FFF2-40B4-BE49-F238E27FC236}">
                  <a16:creationId xmlns:a16="http://schemas.microsoft.com/office/drawing/2014/main" id="{4BDD7DD9-C37B-E31C-17B5-8C6425B0BB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8" y="18"/>
              <a:ext cx="2958" cy="2699"/>
            </a:xfrm>
            <a:custGeom>
              <a:avLst/>
              <a:gdLst>
                <a:gd name="T0" fmla="*/ 504 w 585"/>
                <a:gd name="T1" fmla="*/ 1 h 534"/>
                <a:gd name="T2" fmla="*/ 157 w 585"/>
                <a:gd name="T3" fmla="*/ 0 h 534"/>
                <a:gd name="T4" fmla="*/ 225 w 585"/>
                <a:gd name="T5" fmla="*/ 21 h 534"/>
                <a:gd name="T6" fmla="*/ 174 w 585"/>
                <a:gd name="T7" fmla="*/ 39 h 534"/>
                <a:gd name="T8" fmla="*/ 207 w 585"/>
                <a:gd name="T9" fmla="*/ 71 h 534"/>
                <a:gd name="T10" fmla="*/ 74 w 585"/>
                <a:gd name="T11" fmla="*/ 60 h 534"/>
                <a:gd name="T12" fmla="*/ 26 w 585"/>
                <a:gd name="T13" fmla="*/ 63 h 534"/>
                <a:gd name="T14" fmla="*/ 199 w 585"/>
                <a:gd name="T15" fmla="*/ 487 h 534"/>
                <a:gd name="T16" fmla="*/ 144 w 585"/>
                <a:gd name="T17" fmla="*/ 341 h 534"/>
                <a:gd name="T18" fmla="*/ 105 w 585"/>
                <a:gd name="T19" fmla="*/ 376 h 534"/>
                <a:gd name="T20" fmla="*/ 94 w 585"/>
                <a:gd name="T21" fmla="*/ 435 h 534"/>
                <a:gd name="T22" fmla="*/ 124 w 585"/>
                <a:gd name="T23" fmla="*/ 265 h 534"/>
                <a:gd name="T24" fmla="*/ 153 w 585"/>
                <a:gd name="T25" fmla="*/ 228 h 534"/>
                <a:gd name="T26" fmla="*/ 209 w 585"/>
                <a:gd name="T27" fmla="*/ 237 h 534"/>
                <a:gd name="T28" fmla="*/ 188 w 585"/>
                <a:gd name="T29" fmla="*/ 306 h 534"/>
                <a:gd name="T30" fmla="*/ 192 w 585"/>
                <a:gd name="T31" fmla="*/ 395 h 534"/>
                <a:gd name="T32" fmla="*/ 515 w 585"/>
                <a:gd name="T33" fmla="*/ 483 h 534"/>
                <a:gd name="T34" fmla="*/ 454 w 585"/>
                <a:gd name="T35" fmla="*/ 427 h 534"/>
                <a:gd name="T36" fmla="*/ 425 w 585"/>
                <a:gd name="T37" fmla="*/ 345 h 534"/>
                <a:gd name="T38" fmla="*/ 396 w 585"/>
                <a:gd name="T39" fmla="*/ 270 h 534"/>
                <a:gd name="T40" fmla="*/ 460 w 585"/>
                <a:gd name="T41" fmla="*/ 256 h 534"/>
                <a:gd name="T42" fmla="*/ 407 w 585"/>
                <a:gd name="T43" fmla="*/ 223 h 534"/>
                <a:gd name="T44" fmla="*/ 439 w 585"/>
                <a:gd name="T45" fmla="*/ 226 h 534"/>
                <a:gd name="T46" fmla="*/ 438 w 585"/>
                <a:gd name="T47" fmla="*/ 209 h 534"/>
                <a:gd name="T48" fmla="*/ 376 w 585"/>
                <a:gd name="T49" fmla="*/ 211 h 534"/>
                <a:gd name="T50" fmla="*/ 357 w 585"/>
                <a:gd name="T51" fmla="*/ 343 h 534"/>
                <a:gd name="T52" fmla="*/ 347 w 585"/>
                <a:gd name="T53" fmla="*/ 230 h 534"/>
                <a:gd name="T54" fmla="*/ 331 w 585"/>
                <a:gd name="T55" fmla="*/ 182 h 534"/>
                <a:gd name="T56" fmla="*/ 347 w 585"/>
                <a:gd name="T57" fmla="*/ 136 h 534"/>
                <a:gd name="T58" fmla="*/ 339 w 585"/>
                <a:gd name="T59" fmla="*/ 99 h 534"/>
                <a:gd name="T60" fmla="*/ 331 w 585"/>
                <a:gd name="T61" fmla="*/ 62 h 534"/>
                <a:gd name="T62" fmla="*/ 369 w 585"/>
                <a:gd name="T63" fmla="*/ 103 h 534"/>
                <a:gd name="T64" fmla="*/ 415 w 585"/>
                <a:gd name="T65" fmla="*/ 47 h 534"/>
                <a:gd name="T66" fmla="*/ 409 w 585"/>
                <a:gd name="T67" fmla="*/ 95 h 534"/>
                <a:gd name="T68" fmla="*/ 401 w 585"/>
                <a:gd name="T69" fmla="*/ 130 h 534"/>
                <a:gd name="T70" fmla="*/ 401 w 585"/>
                <a:gd name="T71" fmla="*/ 181 h 534"/>
                <a:gd name="T72" fmla="*/ 558 w 585"/>
                <a:gd name="T73" fmla="*/ 181 h 534"/>
                <a:gd name="T74" fmla="*/ 554 w 585"/>
                <a:gd name="T75" fmla="*/ 76 h 534"/>
                <a:gd name="T76" fmla="*/ 249 w 585"/>
                <a:gd name="T77" fmla="*/ 69 h 534"/>
                <a:gd name="T78" fmla="*/ 293 w 585"/>
                <a:gd name="T79" fmla="*/ 93 h 534"/>
                <a:gd name="T80" fmla="*/ 171 w 585"/>
                <a:gd name="T81" fmla="*/ 195 h 534"/>
                <a:gd name="T82" fmla="*/ 69 w 585"/>
                <a:gd name="T83" fmla="*/ 98 h 534"/>
                <a:gd name="T84" fmla="*/ 191 w 585"/>
                <a:gd name="T85" fmla="*/ 106 h 534"/>
                <a:gd name="T86" fmla="*/ 220 w 585"/>
                <a:gd name="T87" fmla="*/ 105 h 534"/>
                <a:gd name="T88" fmla="*/ 302 w 585"/>
                <a:gd name="T89" fmla="*/ 121 h 534"/>
                <a:gd name="T90" fmla="*/ 276 w 585"/>
                <a:gd name="T91" fmla="*/ 256 h 534"/>
                <a:gd name="T92" fmla="*/ 260 w 585"/>
                <a:gd name="T93" fmla="*/ 137 h 534"/>
                <a:gd name="T94" fmla="*/ 171 w 585"/>
                <a:gd name="T95" fmla="*/ 195 h 534"/>
                <a:gd name="T96" fmla="*/ 223 w 585"/>
                <a:gd name="T97" fmla="*/ 225 h 534"/>
                <a:gd name="T98" fmla="*/ 247 w 585"/>
                <a:gd name="T99" fmla="*/ 158 h 534"/>
                <a:gd name="T100" fmla="*/ 326 w 585"/>
                <a:gd name="T101" fmla="*/ 292 h 534"/>
                <a:gd name="T102" fmla="*/ 215 w 585"/>
                <a:gd name="T103" fmla="*/ 321 h 534"/>
                <a:gd name="T104" fmla="*/ 309 w 585"/>
                <a:gd name="T105" fmla="*/ 277 h 534"/>
                <a:gd name="T106" fmla="*/ 318 w 585"/>
                <a:gd name="T107" fmla="*/ 133 h 534"/>
                <a:gd name="T108" fmla="*/ 313 w 585"/>
                <a:gd name="T109" fmla="*/ 213 h 534"/>
                <a:gd name="T110" fmla="*/ 299 w 585"/>
                <a:gd name="T111" fmla="*/ 144 h 534"/>
                <a:gd name="T112" fmla="*/ 507 w 585"/>
                <a:gd name="T113" fmla="*/ 179 h 534"/>
                <a:gd name="T114" fmla="*/ 461 w 585"/>
                <a:gd name="T115" fmla="*/ 162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" h="534">
                  <a:moveTo>
                    <a:pt x="554" y="76"/>
                  </a:moveTo>
                  <a:cubicBezTo>
                    <a:pt x="551" y="32"/>
                    <a:pt x="543" y="9"/>
                    <a:pt x="504" y="1"/>
                  </a:cubicBezTo>
                  <a:cubicBezTo>
                    <a:pt x="500" y="1"/>
                    <a:pt x="494" y="0"/>
                    <a:pt x="486" y="0"/>
                  </a:cubicBezTo>
                  <a:lnTo>
                    <a:pt x="157" y="0"/>
                  </a:lnTo>
                  <a:cubicBezTo>
                    <a:pt x="156" y="5"/>
                    <a:pt x="153" y="17"/>
                    <a:pt x="158" y="17"/>
                  </a:cubicBezTo>
                  <a:cubicBezTo>
                    <a:pt x="171" y="17"/>
                    <a:pt x="223" y="21"/>
                    <a:pt x="225" y="21"/>
                  </a:cubicBezTo>
                  <a:cubicBezTo>
                    <a:pt x="226" y="21"/>
                    <a:pt x="250" y="16"/>
                    <a:pt x="237" y="28"/>
                  </a:cubicBezTo>
                  <a:cubicBezTo>
                    <a:pt x="223" y="41"/>
                    <a:pt x="192" y="41"/>
                    <a:pt x="174" y="39"/>
                  </a:cubicBezTo>
                  <a:cubicBezTo>
                    <a:pt x="131" y="36"/>
                    <a:pt x="152" y="56"/>
                    <a:pt x="168" y="56"/>
                  </a:cubicBezTo>
                  <a:cubicBezTo>
                    <a:pt x="218" y="56"/>
                    <a:pt x="228" y="68"/>
                    <a:pt x="207" y="71"/>
                  </a:cubicBezTo>
                  <a:cubicBezTo>
                    <a:pt x="186" y="74"/>
                    <a:pt x="182" y="73"/>
                    <a:pt x="162" y="76"/>
                  </a:cubicBezTo>
                  <a:cubicBezTo>
                    <a:pt x="7" y="101"/>
                    <a:pt x="59" y="60"/>
                    <a:pt x="74" y="60"/>
                  </a:cubicBezTo>
                  <a:cubicBezTo>
                    <a:pt x="139" y="59"/>
                    <a:pt x="123" y="37"/>
                    <a:pt x="107" y="42"/>
                  </a:cubicBezTo>
                  <a:cubicBezTo>
                    <a:pt x="91" y="46"/>
                    <a:pt x="34" y="27"/>
                    <a:pt x="26" y="63"/>
                  </a:cubicBezTo>
                  <a:cubicBezTo>
                    <a:pt x="19" y="100"/>
                    <a:pt x="42" y="282"/>
                    <a:pt x="36" y="317"/>
                  </a:cubicBezTo>
                  <a:cubicBezTo>
                    <a:pt x="0" y="534"/>
                    <a:pt x="199" y="487"/>
                    <a:pt x="199" y="487"/>
                  </a:cubicBezTo>
                  <a:cubicBezTo>
                    <a:pt x="156" y="453"/>
                    <a:pt x="174" y="421"/>
                    <a:pt x="171" y="403"/>
                  </a:cubicBezTo>
                  <a:cubicBezTo>
                    <a:pt x="161" y="345"/>
                    <a:pt x="154" y="337"/>
                    <a:pt x="144" y="341"/>
                  </a:cubicBezTo>
                  <a:cubicBezTo>
                    <a:pt x="121" y="352"/>
                    <a:pt x="123" y="358"/>
                    <a:pt x="126" y="367"/>
                  </a:cubicBezTo>
                  <a:cubicBezTo>
                    <a:pt x="142" y="416"/>
                    <a:pt x="105" y="376"/>
                    <a:pt x="105" y="376"/>
                  </a:cubicBezTo>
                  <a:cubicBezTo>
                    <a:pt x="98" y="380"/>
                    <a:pt x="95" y="390"/>
                    <a:pt x="99" y="399"/>
                  </a:cubicBezTo>
                  <a:cubicBezTo>
                    <a:pt x="131" y="463"/>
                    <a:pt x="101" y="446"/>
                    <a:pt x="94" y="435"/>
                  </a:cubicBezTo>
                  <a:cubicBezTo>
                    <a:pt x="61" y="390"/>
                    <a:pt x="92" y="366"/>
                    <a:pt x="88" y="352"/>
                  </a:cubicBezTo>
                  <a:cubicBezTo>
                    <a:pt x="75" y="295"/>
                    <a:pt x="118" y="274"/>
                    <a:pt x="124" y="265"/>
                  </a:cubicBezTo>
                  <a:cubicBezTo>
                    <a:pt x="130" y="256"/>
                    <a:pt x="127" y="253"/>
                    <a:pt x="129" y="234"/>
                  </a:cubicBezTo>
                  <a:cubicBezTo>
                    <a:pt x="136" y="195"/>
                    <a:pt x="155" y="216"/>
                    <a:pt x="153" y="228"/>
                  </a:cubicBezTo>
                  <a:cubicBezTo>
                    <a:pt x="148" y="274"/>
                    <a:pt x="176" y="242"/>
                    <a:pt x="186" y="228"/>
                  </a:cubicBezTo>
                  <a:cubicBezTo>
                    <a:pt x="218" y="186"/>
                    <a:pt x="214" y="229"/>
                    <a:pt x="209" y="237"/>
                  </a:cubicBezTo>
                  <a:cubicBezTo>
                    <a:pt x="203" y="244"/>
                    <a:pt x="198" y="255"/>
                    <a:pt x="200" y="260"/>
                  </a:cubicBezTo>
                  <a:cubicBezTo>
                    <a:pt x="208" y="283"/>
                    <a:pt x="193" y="305"/>
                    <a:pt x="188" y="306"/>
                  </a:cubicBezTo>
                  <a:cubicBezTo>
                    <a:pt x="184" y="308"/>
                    <a:pt x="170" y="314"/>
                    <a:pt x="170" y="332"/>
                  </a:cubicBezTo>
                  <a:cubicBezTo>
                    <a:pt x="171" y="350"/>
                    <a:pt x="192" y="382"/>
                    <a:pt x="192" y="395"/>
                  </a:cubicBezTo>
                  <a:cubicBezTo>
                    <a:pt x="193" y="492"/>
                    <a:pt x="236" y="499"/>
                    <a:pt x="255" y="497"/>
                  </a:cubicBezTo>
                  <a:cubicBezTo>
                    <a:pt x="275" y="496"/>
                    <a:pt x="445" y="490"/>
                    <a:pt x="515" y="483"/>
                  </a:cubicBezTo>
                  <a:cubicBezTo>
                    <a:pt x="585" y="477"/>
                    <a:pt x="538" y="458"/>
                    <a:pt x="518" y="458"/>
                  </a:cubicBezTo>
                  <a:cubicBezTo>
                    <a:pt x="467" y="458"/>
                    <a:pt x="454" y="427"/>
                    <a:pt x="454" y="427"/>
                  </a:cubicBezTo>
                  <a:cubicBezTo>
                    <a:pt x="454" y="427"/>
                    <a:pt x="453" y="405"/>
                    <a:pt x="431" y="400"/>
                  </a:cubicBezTo>
                  <a:cubicBezTo>
                    <a:pt x="376" y="385"/>
                    <a:pt x="411" y="353"/>
                    <a:pt x="425" y="345"/>
                  </a:cubicBezTo>
                  <a:cubicBezTo>
                    <a:pt x="438" y="338"/>
                    <a:pt x="430" y="335"/>
                    <a:pt x="420" y="329"/>
                  </a:cubicBezTo>
                  <a:cubicBezTo>
                    <a:pt x="398" y="316"/>
                    <a:pt x="394" y="300"/>
                    <a:pt x="396" y="270"/>
                  </a:cubicBezTo>
                  <a:cubicBezTo>
                    <a:pt x="397" y="240"/>
                    <a:pt x="416" y="249"/>
                    <a:pt x="416" y="249"/>
                  </a:cubicBezTo>
                  <a:cubicBezTo>
                    <a:pt x="416" y="249"/>
                    <a:pt x="448" y="262"/>
                    <a:pt x="460" y="256"/>
                  </a:cubicBezTo>
                  <a:cubicBezTo>
                    <a:pt x="472" y="250"/>
                    <a:pt x="467" y="239"/>
                    <a:pt x="461" y="244"/>
                  </a:cubicBezTo>
                  <a:cubicBezTo>
                    <a:pt x="455" y="248"/>
                    <a:pt x="412" y="244"/>
                    <a:pt x="407" y="223"/>
                  </a:cubicBezTo>
                  <a:cubicBezTo>
                    <a:pt x="403" y="202"/>
                    <a:pt x="418" y="213"/>
                    <a:pt x="422" y="214"/>
                  </a:cubicBezTo>
                  <a:cubicBezTo>
                    <a:pt x="427" y="216"/>
                    <a:pt x="427" y="220"/>
                    <a:pt x="439" y="226"/>
                  </a:cubicBezTo>
                  <a:cubicBezTo>
                    <a:pt x="468" y="241"/>
                    <a:pt x="454" y="224"/>
                    <a:pt x="454" y="224"/>
                  </a:cubicBezTo>
                  <a:cubicBezTo>
                    <a:pt x="454" y="224"/>
                    <a:pt x="454" y="224"/>
                    <a:pt x="438" y="209"/>
                  </a:cubicBezTo>
                  <a:cubicBezTo>
                    <a:pt x="423" y="194"/>
                    <a:pt x="406" y="199"/>
                    <a:pt x="389" y="199"/>
                  </a:cubicBezTo>
                  <a:cubicBezTo>
                    <a:pt x="373" y="199"/>
                    <a:pt x="376" y="211"/>
                    <a:pt x="376" y="211"/>
                  </a:cubicBezTo>
                  <a:cubicBezTo>
                    <a:pt x="376" y="211"/>
                    <a:pt x="373" y="242"/>
                    <a:pt x="370" y="291"/>
                  </a:cubicBezTo>
                  <a:cubicBezTo>
                    <a:pt x="368" y="341"/>
                    <a:pt x="360" y="347"/>
                    <a:pt x="357" y="343"/>
                  </a:cubicBezTo>
                  <a:cubicBezTo>
                    <a:pt x="354" y="338"/>
                    <a:pt x="350" y="313"/>
                    <a:pt x="350" y="305"/>
                  </a:cubicBezTo>
                  <a:cubicBezTo>
                    <a:pt x="350" y="298"/>
                    <a:pt x="345" y="264"/>
                    <a:pt x="347" y="230"/>
                  </a:cubicBezTo>
                  <a:cubicBezTo>
                    <a:pt x="350" y="195"/>
                    <a:pt x="356" y="210"/>
                    <a:pt x="334" y="201"/>
                  </a:cubicBezTo>
                  <a:cubicBezTo>
                    <a:pt x="311" y="192"/>
                    <a:pt x="323" y="182"/>
                    <a:pt x="331" y="182"/>
                  </a:cubicBezTo>
                  <a:cubicBezTo>
                    <a:pt x="338" y="182"/>
                    <a:pt x="350" y="189"/>
                    <a:pt x="352" y="181"/>
                  </a:cubicBezTo>
                  <a:cubicBezTo>
                    <a:pt x="356" y="160"/>
                    <a:pt x="359" y="141"/>
                    <a:pt x="347" y="136"/>
                  </a:cubicBezTo>
                  <a:cubicBezTo>
                    <a:pt x="322" y="127"/>
                    <a:pt x="332" y="121"/>
                    <a:pt x="341" y="118"/>
                  </a:cubicBezTo>
                  <a:cubicBezTo>
                    <a:pt x="350" y="115"/>
                    <a:pt x="352" y="94"/>
                    <a:pt x="339" y="99"/>
                  </a:cubicBezTo>
                  <a:cubicBezTo>
                    <a:pt x="313" y="107"/>
                    <a:pt x="316" y="85"/>
                    <a:pt x="321" y="82"/>
                  </a:cubicBezTo>
                  <a:cubicBezTo>
                    <a:pt x="325" y="79"/>
                    <a:pt x="334" y="83"/>
                    <a:pt x="331" y="62"/>
                  </a:cubicBezTo>
                  <a:cubicBezTo>
                    <a:pt x="328" y="41"/>
                    <a:pt x="347" y="34"/>
                    <a:pt x="351" y="53"/>
                  </a:cubicBezTo>
                  <a:cubicBezTo>
                    <a:pt x="354" y="73"/>
                    <a:pt x="363" y="112"/>
                    <a:pt x="369" y="103"/>
                  </a:cubicBezTo>
                  <a:cubicBezTo>
                    <a:pt x="375" y="94"/>
                    <a:pt x="385" y="57"/>
                    <a:pt x="395" y="41"/>
                  </a:cubicBezTo>
                  <a:cubicBezTo>
                    <a:pt x="406" y="24"/>
                    <a:pt x="418" y="38"/>
                    <a:pt x="415" y="47"/>
                  </a:cubicBezTo>
                  <a:cubicBezTo>
                    <a:pt x="401" y="88"/>
                    <a:pt x="426" y="90"/>
                    <a:pt x="426" y="90"/>
                  </a:cubicBezTo>
                  <a:cubicBezTo>
                    <a:pt x="426" y="90"/>
                    <a:pt x="423" y="96"/>
                    <a:pt x="409" y="95"/>
                  </a:cubicBezTo>
                  <a:cubicBezTo>
                    <a:pt x="382" y="92"/>
                    <a:pt x="393" y="110"/>
                    <a:pt x="405" y="115"/>
                  </a:cubicBezTo>
                  <a:cubicBezTo>
                    <a:pt x="431" y="124"/>
                    <a:pt x="414" y="130"/>
                    <a:pt x="401" y="130"/>
                  </a:cubicBezTo>
                  <a:cubicBezTo>
                    <a:pt x="387" y="130"/>
                    <a:pt x="381" y="134"/>
                    <a:pt x="378" y="148"/>
                  </a:cubicBezTo>
                  <a:cubicBezTo>
                    <a:pt x="369" y="191"/>
                    <a:pt x="401" y="181"/>
                    <a:pt x="401" y="181"/>
                  </a:cubicBezTo>
                  <a:cubicBezTo>
                    <a:pt x="452" y="195"/>
                    <a:pt x="528" y="188"/>
                    <a:pt x="528" y="188"/>
                  </a:cubicBezTo>
                  <a:cubicBezTo>
                    <a:pt x="543" y="192"/>
                    <a:pt x="552" y="189"/>
                    <a:pt x="558" y="181"/>
                  </a:cubicBezTo>
                  <a:lnTo>
                    <a:pt x="558" y="103"/>
                  </a:lnTo>
                  <a:cubicBezTo>
                    <a:pt x="556" y="93"/>
                    <a:pt x="555" y="84"/>
                    <a:pt x="554" y="76"/>
                  </a:cubicBezTo>
                  <a:close/>
                  <a:moveTo>
                    <a:pt x="231" y="77"/>
                  </a:moveTo>
                  <a:cubicBezTo>
                    <a:pt x="233" y="65"/>
                    <a:pt x="249" y="69"/>
                    <a:pt x="249" y="69"/>
                  </a:cubicBezTo>
                  <a:cubicBezTo>
                    <a:pt x="249" y="69"/>
                    <a:pt x="278" y="79"/>
                    <a:pt x="290" y="78"/>
                  </a:cubicBezTo>
                  <a:cubicBezTo>
                    <a:pt x="301" y="76"/>
                    <a:pt x="318" y="93"/>
                    <a:pt x="293" y="93"/>
                  </a:cubicBezTo>
                  <a:cubicBezTo>
                    <a:pt x="267" y="93"/>
                    <a:pt x="228" y="104"/>
                    <a:pt x="231" y="77"/>
                  </a:cubicBezTo>
                  <a:close/>
                  <a:moveTo>
                    <a:pt x="171" y="195"/>
                  </a:moveTo>
                  <a:cubicBezTo>
                    <a:pt x="153" y="195"/>
                    <a:pt x="46" y="237"/>
                    <a:pt x="45" y="128"/>
                  </a:cubicBezTo>
                  <a:cubicBezTo>
                    <a:pt x="45" y="104"/>
                    <a:pt x="39" y="83"/>
                    <a:pt x="69" y="98"/>
                  </a:cubicBezTo>
                  <a:cubicBezTo>
                    <a:pt x="99" y="112"/>
                    <a:pt x="72" y="111"/>
                    <a:pt x="137" y="108"/>
                  </a:cubicBezTo>
                  <a:cubicBezTo>
                    <a:pt x="137" y="108"/>
                    <a:pt x="184" y="110"/>
                    <a:pt x="191" y="106"/>
                  </a:cubicBezTo>
                  <a:cubicBezTo>
                    <a:pt x="199" y="101"/>
                    <a:pt x="192" y="91"/>
                    <a:pt x="207" y="91"/>
                  </a:cubicBezTo>
                  <a:cubicBezTo>
                    <a:pt x="222" y="90"/>
                    <a:pt x="220" y="105"/>
                    <a:pt x="220" y="105"/>
                  </a:cubicBezTo>
                  <a:cubicBezTo>
                    <a:pt x="220" y="105"/>
                    <a:pt x="207" y="124"/>
                    <a:pt x="305" y="111"/>
                  </a:cubicBezTo>
                  <a:cubicBezTo>
                    <a:pt x="317" y="109"/>
                    <a:pt x="327" y="121"/>
                    <a:pt x="302" y="121"/>
                  </a:cubicBezTo>
                  <a:cubicBezTo>
                    <a:pt x="290" y="122"/>
                    <a:pt x="272" y="128"/>
                    <a:pt x="278" y="143"/>
                  </a:cubicBezTo>
                  <a:cubicBezTo>
                    <a:pt x="284" y="158"/>
                    <a:pt x="276" y="256"/>
                    <a:pt x="276" y="256"/>
                  </a:cubicBezTo>
                  <a:cubicBezTo>
                    <a:pt x="276" y="256"/>
                    <a:pt x="271" y="274"/>
                    <a:pt x="262" y="245"/>
                  </a:cubicBezTo>
                  <a:cubicBezTo>
                    <a:pt x="259" y="235"/>
                    <a:pt x="262" y="144"/>
                    <a:pt x="260" y="137"/>
                  </a:cubicBezTo>
                  <a:cubicBezTo>
                    <a:pt x="259" y="129"/>
                    <a:pt x="217" y="122"/>
                    <a:pt x="215" y="154"/>
                  </a:cubicBezTo>
                  <a:cubicBezTo>
                    <a:pt x="214" y="185"/>
                    <a:pt x="205" y="195"/>
                    <a:pt x="171" y="195"/>
                  </a:cubicBezTo>
                  <a:close/>
                  <a:moveTo>
                    <a:pt x="237" y="231"/>
                  </a:moveTo>
                  <a:cubicBezTo>
                    <a:pt x="230" y="240"/>
                    <a:pt x="219" y="247"/>
                    <a:pt x="223" y="225"/>
                  </a:cubicBezTo>
                  <a:cubicBezTo>
                    <a:pt x="228" y="202"/>
                    <a:pt x="232" y="170"/>
                    <a:pt x="232" y="155"/>
                  </a:cubicBezTo>
                  <a:cubicBezTo>
                    <a:pt x="232" y="155"/>
                    <a:pt x="244" y="135"/>
                    <a:pt x="247" y="158"/>
                  </a:cubicBezTo>
                  <a:cubicBezTo>
                    <a:pt x="250" y="181"/>
                    <a:pt x="244" y="221"/>
                    <a:pt x="237" y="231"/>
                  </a:cubicBezTo>
                  <a:close/>
                  <a:moveTo>
                    <a:pt x="326" y="292"/>
                  </a:moveTo>
                  <a:cubicBezTo>
                    <a:pt x="327" y="320"/>
                    <a:pt x="355" y="400"/>
                    <a:pt x="286" y="399"/>
                  </a:cubicBezTo>
                  <a:cubicBezTo>
                    <a:pt x="217" y="398"/>
                    <a:pt x="214" y="409"/>
                    <a:pt x="215" y="321"/>
                  </a:cubicBezTo>
                  <a:cubicBezTo>
                    <a:pt x="216" y="236"/>
                    <a:pt x="225" y="253"/>
                    <a:pt x="230" y="264"/>
                  </a:cubicBezTo>
                  <a:cubicBezTo>
                    <a:pt x="230" y="264"/>
                    <a:pt x="253" y="318"/>
                    <a:pt x="309" y="277"/>
                  </a:cubicBezTo>
                  <a:cubicBezTo>
                    <a:pt x="319" y="269"/>
                    <a:pt x="324" y="263"/>
                    <a:pt x="326" y="292"/>
                  </a:cubicBezTo>
                  <a:close/>
                  <a:moveTo>
                    <a:pt x="318" y="133"/>
                  </a:moveTo>
                  <a:cubicBezTo>
                    <a:pt x="338" y="148"/>
                    <a:pt x="316" y="165"/>
                    <a:pt x="316" y="165"/>
                  </a:cubicBezTo>
                  <a:cubicBezTo>
                    <a:pt x="316" y="165"/>
                    <a:pt x="302" y="189"/>
                    <a:pt x="313" y="213"/>
                  </a:cubicBezTo>
                  <a:cubicBezTo>
                    <a:pt x="324" y="237"/>
                    <a:pt x="324" y="265"/>
                    <a:pt x="301" y="239"/>
                  </a:cubicBezTo>
                  <a:cubicBezTo>
                    <a:pt x="279" y="214"/>
                    <a:pt x="293" y="156"/>
                    <a:pt x="299" y="144"/>
                  </a:cubicBezTo>
                  <a:cubicBezTo>
                    <a:pt x="299" y="144"/>
                    <a:pt x="299" y="118"/>
                    <a:pt x="318" y="133"/>
                  </a:cubicBezTo>
                  <a:close/>
                  <a:moveTo>
                    <a:pt x="507" y="179"/>
                  </a:moveTo>
                  <a:cubicBezTo>
                    <a:pt x="498" y="185"/>
                    <a:pt x="507" y="179"/>
                    <a:pt x="465" y="177"/>
                  </a:cubicBezTo>
                  <a:cubicBezTo>
                    <a:pt x="423" y="176"/>
                    <a:pt x="461" y="162"/>
                    <a:pt x="461" y="162"/>
                  </a:cubicBezTo>
                  <a:cubicBezTo>
                    <a:pt x="565" y="166"/>
                    <a:pt x="516" y="173"/>
                    <a:pt x="507" y="17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4" name="Freeform 6">
              <a:extLst>
                <a:ext uri="{FF2B5EF4-FFF2-40B4-BE49-F238E27FC236}">
                  <a16:creationId xmlns:a16="http://schemas.microsoft.com/office/drawing/2014/main" id="{844403CF-B818-BEBA-CE55-E0C40F43C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287"/>
              <a:ext cx="238" cy="283"/>
            </a:xfrm>
            <a:custGeom>
              <a:avLst/>
              <a:gdLst>
                <a:gd name="T0" fmla="*/ 40 w 47"/>
                <a:gd name="T1" fmla="*/ 15 h 56"/>
                <a:gd name="T2" fmla="*/ 27 w 47"/>
                <a:gd name="T3" fmla="*/ 56 h 56"/>
                <a:gd name="T4" fmla="*/ 40 w 47"/>
                <a:gd name="T5" fmla="*/ 1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56">
                  <a:moveTo>
                    <a:pt x="40" y="15"/>
                  </a:moveTo>
                  <a:cubicBezTo>
                    <a:pt x="37" y="0"/>
                    <a:pt x="0" y="23"/>
                    <a:pt x="27" y="56"/>
                  </a:cubicBezTo>
                  <a:cubicBezTo>
                    <a:pt x="27" y="56"/>
                    <a:pt x="47" y="49"/>
                    <a:pt x="4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5" name="Freeform 7">
              <a:extLst>
                <a:ext uri="{FF2B5EF4-FFF2-40B4-BE49-F238E27FC236}">
                  <a16:creationId xmlns:a16="http://schemas.microsoft.com/office/drawing/2014/main" id="{43746786-F274-F44A-1251-7F7C606A3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03"/>
              <a:ext cx="208" cy="379"/>
            </a:xfrm>
            <a:custGeom>
              <a:avLst/>
              <a:gdLst>
                <a:gd name="T0" fmla="*/ 19 w 41"/>
                <a:gd name="T1" fmla="*/ 27 h 75"/>
                <a:gd name="T2" fmla="*/ 12 w 41"/>
                <a:gd name="T3" fmla="*/ 69 h 75"/>
                <a:gd name="T4" fmla="*/ 40 w 41"/>
                <a:gd name="T5" fmla="*/ 45 h 75"/>
                <a:gd name="T6" fmla="*/ 37 w 41"/>
                <a:gd name="T7" fmla="*/ 24 h 75"/>
                <a:gd name="T8" fmla="*/ 19 w 41"/>
                <a:gd name="T9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75">
                  <a:moveTo>
                    <a:pt x="19" y="27"/>
                  </a:moveTo>
                  <a:cubicBezTo>
                    <a:pt x="0" y="54"/>
                    <a:pt x="6" y="63"/>
                    <a:pt x="12" y="69"/>
                  </a:cubicBezTo>
                  <a:cubicBezTo>
                    <a:pt x="18" y="75"/>
                    <a:pt x="30" y="74"/>
                    <a:pt x="40" y="45"/>
                  </a:cubicBezTo>
                  <a:cubicBezTo>
                    <a:pt x="40" y="45"/>
                    <a:pt x="32" y="31"/>
                    <a:pt x="37" y="24"/>
                  </a:cubicBezTo>
                  <a:cubicBezTo>
                    <a:pt x="41" y="16"/>
                    <a:pt x="38" y="0"/>
                    <a:pt x="19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6" name="Freeform 8">
              <a:extLst>
                <a:ext uri="{FF2B5EF4-FFF2-40B4-BE49-F238E27FC236}">
                  <a16:creationId xmlns:a16="http://schemas.microsoft.com/office/drawing/2014/main" id="{E8978D1E-36CE-876C-E2C1-60C60F465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645"/>
              <a:ext cx="683" cy="318"/>
            </a:xfrm>
            <a:custGeom>
              <a:avLst/>
              <a:gdLst>
                <a:gd name="T0" fmla="*/ 112 w 135"/>
                <a:gd name="T1" fmla="*/ 4 h 63"/>
                <a:gd name="T2" fmla="*/ 24 w 135"/>
                <a:gd name="T3" fmla="*/ 4 h 63"/>
                <a:gd name="T4" fmla="*/ 2 w 135"/>
                <a:gd name="T5" fmla="*/ 25 h 63"/>
                <a:gd name="T6" fmla="*/ 60 w 135"/>
                <a:gd name="T7" fmla="*/ 58 h 63"/>
                <a:gd name="T8" fmla="*/ 96 w 135"/>
                <a:gd name="T9" fmla="*/ 54 h 63"/>
                <a:gd name="T10" fmla="*/ 113 w 135"/>
                <a:gd name="T11" fmla="*/ 53 h 63"/>
                <a:gd name="T12" fmla="*/ 112 w 135"/>
                <a:gd name="T13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63">
                  <a:moveTo>
                    <a:pt x="112" y="4"/>
                  </a:moveTo>
                  <a:cubicBezTo>
                    <a:pt x="105" y="9"/>
                    <a:pt x="24" y="4"/>
                    <a:pt x="24" y="4"/>
                  </a:cubicBezTo>
                  <a:cubicBezTo>
                    <a:pt x="15" y="4"/>
                    <a:pt x="3" y="1"/>
                    <a:pt x="2" y="25"/>
                  </a:cubicBezTo>
                  <a:cubicBezTo>
                    <a:pt x="0" y="63"/>
                    <a:pt x="48" y="58"/>
                    <a:pt x="60" y="58"/>
                  </a:cubicBezTo>
                  <a:cubicBezTo>
                    <a:pt x="72" y="58"/>
                    <a:pt x="84" y="48"/>
                    <a:pt x="96" y="54"/>
                  </a:cubicBezTo>
                  <a:cubicBezTo>
                    <a:pt x="96" y="54"/>
                    <a:pt x="107" y="63"/>
                    <a:pt x="113" y="53"/>
                  </a:cubicBezTo>
                  <a:cubicBezTo>
                    <a:pt x="135" y="13"/>
                    <a:pt x="120" y="0"/>
                    <a:pt x="11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7" name="Freeform 9">
              <a:extLst>
                <a:ext uri="{FF2B5EF4-FFF2-40B4-BE49-F238E27FC236}">
                  <a16:creationId xmlns:a16="http://schemas.microsoft.com/office/drawing/2014/main" id="{5359A365-329B-D17D-F6E0-4F99F3BDE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545"/>
              <a:ext cx="490" cy="515"/>
            </a:xfrm>
            <a:custGeom>
              <a:avLst/>
              <a:gdLst>
                <a:gd name="T0" fmla="*/ 67 w 97"/>
                <a:gd name="T1" fmla="*/ 5 h 102"/>
                <a:gd name="T2" fmla="*/ 31 w 97"/>
                <a:gd name="T3" fmla="*/ 5 h 102"/>
                <a:gd name="T4" fmla="*/ 12 w 97"/>
                <a:gd name="T5" fmla="*/ 57 h 102"/>
                <a:gd name="T6" fmla="*/ 79 w 97"/>
                <a:gd name="T7" fmla="*/ 62 h 102"/>
                <a:gd name="T8" fmla="*/ 67 w 97"/>
                <a:gd name="T9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2">
                  <a:moveTo>
                    <a:pt x="67" y="5"/>
                  </a:moveTo>
                  <a:cubicBezTo>
                    <a:pt x="55" y="10"/>
                    <a:pt x="31" y="5"/>
                    <a:pt x="31" y="5"/>
                  </a:cubicBezTo>
                  <a:cubicBezTo>
                    <a:pt x="0" y="6"/>
                    <a:pt x="16" y="39"/>
                    <a:pt x="12" y="57"/>
                  </a:cubicBezTo>
                  <a:cubicBezTo>
                    <a:pt x="8" y="76"/>
                    <a:pt x="63" y="102"/>
                    <a:pt x="79" y="62"/>
                  </a:cubicBezTo>
                  <a:cubicBezTo>
                    <a:pt x="97" y="20"/>
                    <a:pt x="79" y="0"/>
                    <a:pt x="67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8" name="Freeform 10">
              <a:extLst>
                <a:ext uri="{FF2B5EF4-FFF2-40B4-BE49-F238E27FC236}">
                  <a16:creationId xmlns:a16="http://schemas.microsoft.com/office/drawing/2014/main" id="{AF98A3E7-5C14-FFF8-7B89-97752A7EA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3" y="1024"/>
              <a:ext cx="501" cy="96"/>
            </a:xfrm>
            <a:custGeom>
              <a:avLst/>
              <a:gdLst>
                <a:gd name="T0" fmla="*/ 15 w 99"/>
                <a:gd name="T1" fmla="*/ 0 h 19"/>
                <a:gd name="T2" fmla="*/ 40 w 99"/>
                <a:gd name="T3" fmla="*/ 15 h 19"/>
                <a:gd name="T4" fmla="*/ 15 w 99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19">
                  <a:moveTo>
                    <a:pt x="15" y="0"/>
                  </a:moveTo>
                  <a:cubicBezTo>
                    <a:pt x="0" y="0"/>
                    <a:pt x="19" y="19"/>
                    <a:pt x="40" y="15"/>
                  </a:cubicBezTo>
                  <a:cubicBezTo>
                    <a:pt x="99" y="1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9" name="Freeform 11">
              <a:extLst>
                <a:ext uri="{FF2B5EF4-FFF2-40B4-BE49-F238E27FC236}">
                  <a16:creationId xmlns:a16="http://schemas.microsoft.com/office/drawing/2014/main" id="{CAC74A88-1877-8D74-347B-337E13370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1004"/>
              <a:ext cx="385" cy="237"/>
            </a:xfrm>
            <a:custGeom>
              <a:avLst/>
              <a:gdLst>
                <a:gd name="T0" fmla="*/ 21 w 76"/>
                <a:gd name="T1" fmla="*/ 37 h 47"/>
                <a:gd name="T2" fmla="*/ 70 w 76"/>
                <a:gd name="T3" fmla="*/ 17 h 47"/>
                <a:gd name="T4" fmla="*/ 48 w 76"/>
                <a:gd name="T5" fmla="*/ 3 h 47"/>
                <a:gd name="T6" fmla="*/ 19 w 76"/>
                <a:gd name="T7" fmla="*/ 32 h 47"/>
                <a:gd name="T8" fmla="*/ 21 w 76"/>
                <a:gd name="T9" fmla="*/ 3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7">
                  <a:moveTo>
                    <a:pt x="21" y="37"/>
                  </a:moveTo>
                  <a:cubicBezTo>
                    <a:pt x="21" y="37"/>
                    <a:pt x="50" y="47"/>
                    <a:pt x="70" y="17"/>
                  </a:cubicBezTo>
                  <a:cubicBezTo>
                    <a:pt x="76" y="7"/>
                    <a:pt x="65" y="0"/>
                    <a:pt x="48" y="3"/>
                  </a:cubicBezTo>
                  <a:cubicBezTo>
                    <a:pt x="39" y="5"/>
                    <a:pt x="39" y="32"/>
                    <a:pt x="19" y="32"/>
                  </a:cubicBezTo>
                  <a:cubicBezTo>
                    <a:pt x="0" y="32"/>
                    <a:pt x="21" y="37"/>
                    <a:pt x="21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0" name="Freeform 12">
              <a:extLst>
                <a:ext uri="{FF2B5EF4-FFF2-40B4-BE49-F238E27FC236}">
                  <a16:creationId xmlns:a16="http://schemas.microsoft.com/office/drawing/2014/main" id="{0AF94D07-EA7C-B8B3-4524-6A0E5021B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5" y="1201"/>
              <a:ext cx="415" cy="187"/>
            </a:xfrm>
            <a:custGeom>
              <a:avLst/>
              <a:gdLst>
                <a:gd name="T0" fmla="*/ 72 w 82"/>
                <a:gd name="T1" fmla="*/ 6 h 37"/>
                <a:gd name="T2" fmla="*/ 24 w 82"/>
                <a:gd name="T3" fmla="*/ 17 h 37"/>
                <a:gd name="T4" fmla="*/ 17 w 82"/>
                <a:gd name="T5" fmla="*/ 26 h 37"/>
                <a:gd name="T6" fmla="*/ 76 w 82"/>
                <a:gd name="T7" fmla="*/ 23 h 37"/>
                <a:gd name="T8" fmla="*/ 82 w 82"/>
                <a:gd name="T9" fmla="*/ 20 h 37"/>
                <a:gd name="T10" fmla="*/ 82 w 82"/>
                <a:gd name="T11" fmla="*/ 0 h 37"/>
                <a:gd name="T12" fmla="*/ 72 w 82"/>
                <a:gd name="T13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37">
                  <a:moveTo>
                    <a:pt x="72" y="6"/>
                  </a:moveTo>
                  <a:cubicBezTo>
                    <a:pt x="57" y="23"/>
                    <a:pt x="24" y="17"/>
                    <a:pt x="24" y="17"/>
                  </a:cubicBezTo>
                  <a:cubicBezTo>
                    <a:pt x="24" y="17"/>
                    <a:pt x="0" y="16"/>
                    <a:pt x="17" y="26"/>
                  </a:cubicBezTo>
                  <a:cubicBezTo>
                    <a:pt x="33" y="37"/>
                    <a:pt x="53" y="32"/>
                    <a:pt x="76" y="23"/>
                  </a:cubicBezTo>
                  <a:cubicBezTo>
                    <a:pt x="78" y="22"/>
                    <a:pt x="80" y="21"/>
                    <a:pt x="82" y="20"/>
                  </a:cubicBezTo>
                  <a:lnTo>
                    <a:pt x="82" y="0"/>
                  </a:lnTo>
                  <a:cubicBezTo>
                    <a:pt x="79" y="1"/>
                    <a:pt x="75" y="2"/>
                    <a:pt x="7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1" name="Freeform 13">
              <a:extLst>
                <a:ext uri="{FF2B5EF4-FFF2-40B4-BE49-F238E27FC236}">
                  <a16:creationId xmlns:a16="http://schemas.microsoft.com/office/drawing/2014/main" id="{2C1B1FC4-6585-A7E9-80CB-C07972B55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" y="1378"/>
              <a:ext cx="698" cy="167"/>
            </a:xfrm>
            <a:custGeom>
              <a:avLst/>
              <a:gdLst>
                <a:gd name="T0" fmla="*/ 21 w 138"/>
                <a:gd name="T1" fmla="*/ 1 h 33"/>
                <a:gd name="T2" fmla="*/ 8 w 138"/>
                <a:gd name="T3" fmla="*/ 14 h 33"/>
                <a:gd name="T4" fmla="*/ 57 w 138"/>
                <a:gd name="T5" fmla="*/ 22 h 33"/>
                <a:gd name="T6" fmla="*/ 117 w 138"/>
                <a:gd name="T7" fmla="*/ 23 h 33"/>
                <a:gd name="T8" fmla="*/ 114 w 138"/>
                <a:gd name="T9" fmla="*/ 8 h 33"/>
                <a:gd name="T10" fmla="*/ 82 w 138"/>
                <a:gd name="T11" fmla="*/ 3 h 33"/>
                <a:gd name="T12" fmla="*/ 21 w 138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33">
                  <a:moveTo>
                    <a:pt x="21" y="1"/>
                  </a:moveTo>
                  <a:cubicBezTo>
                    <a:pt x="21" y="1"/>
                    <a:pt x="0" y="8"/>
                    <a:pt x="8" y="14"/>
                  </a:cubicBezTo>
                  <a:cubicBezTo>
                    <a:pt x="15" y="20"/>
                    <a:pt x="48" y="22"/>
                    <a:pt x="57" y="22"/>
                  </a:cubicBezTo>
                  <a:cubicBezTo>
                    <a:pt x="66" y="22"/>
                    <a:pt x="96" y="33"/>
                    <a:pt x="117" y="23"/>
                  </a:cubicBezTo>
                  <a:cubicBezTo>
                    <a:pt x="138" y="12"/>
                    <a:pt x="123" y="9"/>
                    <a:pt x="114" y="8"/>
                  </a:cubicBezTo>
                  <a:cubicBezTo>
                    <a:pt x="105" y="6"/>
                    <a:pt x="102" y="0"/>
                    <a:pt x="82" y="3"/>
                  </a:cubicBezTo>
                  <a:cubicBezTo>
                    <a:pt x="37" y="1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2" name="Freeform 14">
              <a:extLst>
                <a:ext uri="{FF2B5EF4-FFF2-40B4-BE49-F238E27FC236}">
                  <a16:creationId xmlns:a16="http://schemas.microsoft.com/office/drawing/2014/main" id="{21DBC03E-00F9-10A4-437E-BA786BB92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540"/>
              <a:ext cx="567" cy="146"/>
            </a:xfrm>
            <a:custGeom>
              <a:avLst/>
              <a:gdLst>
                <a:gd name="T0" fmla="*/ 98 w 112"/>
                <a:gd name="T1" fmla="*/ 19 h 29"/>
                <a:gd name="T2" fmla="*/ 103 w 112"/>
                <a:gd name="T3" fmla="*/ 4 h 29"/>
                <a:gd name="T4" fmla="*/ 74 w 112"/>
                <a:gd name="T5" fmla="*/ 10 h 29"/>
                <a:gd name="T6" fmla="*/ 36 w 112"/>
                <a:gd name="T7" fmla="*/ 6 h 29"/>
                <a:gd name="T8" fmla="*/ 2 w 112"/>
                <a:gd name="T9" fmla="*/ 4 h 29"/>
                <a:gd name="T10" fmla="*/ 98 w 112"/>
                <a:gd name="T11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29">
                  <a:moveTo>
                    <a:pt x="98" y="19"/>
                  </a:moveTo>
                  <a:cubicBezTo>
                    <a:pt x="112" y="13"/>
                    <a:pt x="111" y="0"/>
                    <a:pt x="103" y="4"/>
                  </a:cubicBezTo>
                  <a:cubicBezTo>
                    <a:pt x="96" y="9"/>
                    <a:pt x="83" y="10"/>
                    <a:pt x="74" y="10"/>
                  </a:cubicBezTo>
                  <a:cubicBezTo>
                    <a:pt x="65" y="11"/>
                    <a:pt x="45" y="3"/>
                    <a:pt x="36" y="6"/>
                  </a:cubicBezTo>
                  <a:cubicBezTo>
                    <a:pt x="27" y="9"/>
                    <a:pt x="2" y="4"/>
                    <a:pt x="2" y="4"/>
                  </a:cubicBezTo>
                  <a:cubicBezTo>
                    <a:pt x="0" y="29"/>
                    <a:pt x="83" y="25"/>
                    <a:pt x="98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3" name="Freeform 15">
              <a:extLst>
                <a:ext uri="{FF2B5EF4-FFF2-40B4-BE49-F238E27FC236}">
                  <a16:creationId xmlns:a16="http://schemas.microsoft.com/office/drawing/2014/main" id="{52E08C78-4E0E-2841-1981-15492BA97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" y="1656"/>
              <a:ext cx="581" cy="480"/>
            </a:xfrm>
            <a:custGeom>
              <a:avLst/>
              <a:gdLst>
                <a:gd name="T0" fmla="*/ 3 w 115"/>
                <a:gd name="T1" fmla="*/ 53 h 95"/>
                <a:gd name="T2" fmla="*/ 26 w 115"/>
                <a:gd name="T3" fmla="*/ 54 h 95"/>
                <a:gd name="T4" fmla="*/ 50 w 115"/>
                <a:gd name="T5" fmla="*/ 77 h 95"/>
                <a:gd name="T6" fmla="*/ 59 w 115"/>
                <a:gd name="T7" fmla="*/ 84 h 95"/>
                <a:gd name="T8" fmla="*/ 81 w 115"/>
                <a:gd name="T9" fmla="*/ 52 h 95"/>
                <a:gd name="T10" fmla="*/ 111 w 115"/>
                <a:gd name="T11" fmla="*/ 52 h 95"/>
                <a:gd name="T12" fmla="*/ 79 w 115"/>
                <a:gd name="T13" fmla="*/ 27 h 95"/>
                <a:gd name="T14" fmla="*/ 37 w 115"/>
                <a:gd name="T15" fmla="*/ 16 h 95"/>
                <a:gd name="T16" fmla="*/ 12 w 115"/>
                <a:gd name="T17" fmla="*/ 41 h 95"/>
                <a:gd name="T18" fmla="*/ 3 w 115"/>
                <a:gd name="T19" fmla="*/ 5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95">
                  <a:moveTo>
                    <a:pt x="3" y="53"/>
                  </a:moveTo>
                  <a:cubicBezTo>
                    <a:pt x="5" y="60"/>
                    <a:pt x="14" y="68"/>
                    <a:pt x="26" y="54"/>
                  </a:cubicBezTo>
                  <a:cubicBezTo>
                    <a:pt x="48" y="29"/>
                    <a:pt x="48" y="72"/>
                    <a:pt x="50" y="77"/>
                  </a:cubicBezTo>
                  <a:cubicBezTo>
                    <a:pt x="51" y="81"/>
                    <a:pt x="54" y="95"/>
                    <a:pt x="59" y="84"/>
                  </a:cubicBezTo>
                  <a:cubicBezTo>
                    <a:pt x="63" y="74"/>
                    <a:pt x="70" y="39"/>
                    <a:pt x="81" y="52"/>
                  </a:cubicBezTo>
                  <a:cubicBezTo>
                    <a:pt x="100" y="76"/>
                    <a:pt x="115" y="54"/>
                    <a:pt x="111" y="52"/>
                  </a:cubicBezTo>
                  <a:cubicBezTo>
                    <a:pt x="106" y="51"/>
                    <a:pt x="79" y="37"/>
                    <a:pt x="79" y="27"/>
                  </a:cubicBezTo>
                  <a:cubicBezTo>
                    <a:pt x="79" y="16"/>
                    <a:pt x="42" y="0"/>
                    <a:pt x="37" y="16"/>
                  </a:cubicBezTo>
                  <a:cubicBezTo>
                    <a:pt x="33" y="33"/>
                    <a:pt x="12" y="41"/>
                    <a:pt x="12" y="41"/>
                  </a:cubicBezTo>
                  <a:cubicBezTo>
                    <a:pt x="0" y="44"/>
                    <a:pt x="2" y="45"/>
                    <a:pt x="3" y="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4" name="Freeform 16">
              <a:extLst>
                <a:ext uri="{FF2B5EF4-FFF2-40B4-BE49-F238E27FC236}">
                  <a16:creationId xmlns:a16="http://schemas.microsoft.com/office/drawing/2014/main" id="{B41A1EC3-5ECA-1FCE-018F-11D1C2E29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" y="1464"/>
              <a:ext cx="329" cy="854"/>
            </a:xfrm>
            <a:custGeom>
              <a:avLst/>
              <a:gdLst>
                <a:gd name="T0" fmla="*/ 51 w 65"/>
                <a:gd name="T1" fmla="*/ 40 h 169"/>
                <a:gd name="T2" fmla="*/ 22 w 65"/>
                <a:gd name="T3" fmla="*/ 49 h 169"/>
                <a:gd name="T4" fmla="*/ 22 w 65"/>
                <a:gd name="T5" fmla="*/ 59 h 169"/>
                <a:gd name="T6" fmla="*/ 50 w 65"/>
                <a:gd name="T7" fmla="*/ 90 h 169"/>
                <a:gd name="T8" fmla="*/ 34 w 65"/>
                <a:gd name="T9" fmla="*/ 118 h 169"/>
                <a:gd name="T10" fmla="*/ 0 w 65"/>
                <a:gd name="T11" fmla="*/ 148 h 169"/>
                <a:gd name="T12" fmla="*/ 17 w 65"/>
                <a:gd name="T13" fmla="*/ 155 h 169"/>
                <a:gd name="T14" fmla="*/ 47 w 65"/>
                <a:gd name="T15" fmla="*/ 166 h 169"/>
                <a:gd name="T16" fmla="*/ 63 w 65"/>
                <a:gd name="T17" fmla="*/ 162 h 169"/>
                <a:gd name="T18" fmla="*/ 65 w 65"/>
                <a:gd name="T19" fmla="*/ 0 h 169"/>
                <a:gd name="T20" fmla="*/ 51 w 65"/>
                <a:gd name="T21" fmla="*/ 4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5" h="169">
                  <a:moveTo>
                    <a:pt x="51" y="40"/>
                  </a:moveTo>
                  <a:cubicBezTo>
                    <a:pt x="44" y="46"/>
                    <a:pt x="30" y="49"/>
                    <a:pt x="22" y="49"/>
                  </a:cubicBezTo>
                  <a:cubicBezTo>
                    <a:pt x="13" y="48"/>
                    <a:pt x="14" y="56"/>
                    <a:pt x="22" y="59"/>
                  </a:cubicBezTo>
                  <a:cubicBezTo>
                    <a:pt x="30" y="62"/>
                    <a:pt x="49" y="75"/>
                    <a:pt x="50" y="90"/>
                  </a:cubicBezTo>
                  <a:cubicBezTo>
                    <a:pt x="50" y="104"/>
                    <a:pt x="51" y="115"/>
                    <a:pt x="34" y="118"/>
                  </a:cubicBezTo>
                  <a:cubicBezTo>
                    <a:pt x="18" y="122"/>
                    <a:pt x="3" y="124"/>
                    <a:pt x="0" y="148"/>
                  </a:cubicBezTo>
                  <a:cubicBezTo>
                    <a:pt x="0" y="148"/>
                    <a:pt x="10" y="154"/>
                    <a:pt x="17" y="155"/>
                  </a:cubicBezTo>
                  <a:cubicBezTo>
                    <a:pt x="23" y="155"/>
                    <a:pt x="42" y="163"/>
                    <a:pt x="47" y="166"/>
                  </a:cubicBezTo>
                  <a:cubicBezTo>
                    <a:pt x="51" y="169"/>
                    <a:pt x="58" y="167"/>
                    <a:pt x="63" y="162"/>
                  </a:cubicBezTo>
                  <a:lnTo>
                    <a:pt x="65" y="0"/>
                  </a:lnTo>
                  <a:cubicBezTo>
                    <a:pt x="64" y="8"/>
                    <a:pt x="58" y="36"/>
                    <a:pt x="51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6145" name="Group 17">
            <a:extLst>
              <a:ext uri="{FF2B5EF4-FFF2-40B4-BE49-F238E27FC236}">
                <a16:creationId xmlns:a16="http://schemas.microsoft.com/office/drawing/2014/main" id="{9860DE01-47D5-FDE1-7C13-337065BF2D98}"/>
              </a:ext>
            </a:extLst>
          </p:cNvPr>
          <p:cNvGrpSpPr>
            <a:grpSpLocks/>
          </p:cNvGrpSpPr>
          <p:nvPr/>
        </p:nvGrpSpPr>
        <p:grpSpPr bwMode="auto">
          <a:xfrm>
            <a:off x="554038" y="36513"/>
            <a:ext cx="7891462" cy="6821487"/>
            <a:chOff x="349" y="23"/>
            <a:chExt cx="4971" cy="4297"/>
          </a:xfrm>
        </p:grpSpPr>
        <p:sp>
          <p:nvSpPr>
            <p:cNvPr id="176146" name="Rectangle 18">
              <a:extLst>
                <a:ext uri="{FF2B5EF4-FFF2-40B4-BE49-F238E27FC236}">
                  <a16:creationId xmlns:a16="http://schemas.microsoft.com/office/drawing/2014/main" id="{72F2F1EC-03F7-3444-36FC-E81267F70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7" name="Freeform 19">
              <a:extLst>
                <a:ext uri="{FF2B5EF4-FFF2-40B4-BE49-F238E27FC236}">
                  <a16:creationId xmlns:a16="http://schemas.microsoft.com/office/drawing/2014/main" id="{0779FDF0-51EB-F655-2866-F5895ACF40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8" name="Freeform 20">
              <a:extLst>
                <a:ext uri="{FF2B5EF4-FFF2-40B4-BE49-F238E27FC236}">
                  <a16:creationId xmlns:a16="http://schemas.microsoft.com/office/drawing/2014/main" id="{E1418554-63E1-4375-9C03-22CD72BCE1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9" name="Freeform 21">
              <a:extLst>
                <a:ext uri="{FF2B5EF4-FFF2-40B4-BE49-F238E27FC236}">
                  <a16:creationId xmlns:a16="http://schemas.microsoft.com/office/drawing/2014/main" id="{E693AF0D-B45C-61CC-AF4D-71813F458C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0" name="Freeform 22">
              <a:extLst>
                <a:ext uri="{FF2B5EF4-FFF2-40B4-BE49-F238E27FC236}">
                  <a16:creationId xmlns:a16="http://schemas.microsoft.com/office/drawing/2014/main" id="{C493E5E2-8074-F7F0-CA8E-531B4FAC2B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1" name="Freeform 23">
              <a:extLst>
                <a:ext uri="{FF2B5EF4-FFF2-40B4-BE49-F238E27FC236}">
                  <a16:creationId xmlns:a16="http://schemas.microsoft.com/office/drawing/2014/main" id="{D273BF9C-74B5-32B3-1401-6167290F06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2" name="Freeform 24">
              <a:extLst>
                <a:ext uri="{FF2B5EF4-FFF2-40B4-BE49-F238E27FC236}">
                  <a16:creationId xmlns:a16="http://schemas.microsoft.com/office/drawing/2014/main" id="{5202FBD8-0E6C-EF2A-9915-8DF2749C49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3" name="Freeform 25">
              <a:extLst>
                <a:ext uri="{FF2B5EF4-FFF2-40B4-BE49-F238E27FC236}">
                  <a16:creationId xmlns:a16="http://schemas.microsoft.com/office/drawing/2014/main" id="{E363B7CC-83A2-85B0-C34C-9EE1C58DD2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4" name="Freeform 26">
              <a:extLst>
                <a:ext uri="{FF2B5EF4-FFF2-40B4-BE49-F238E27FC236}">
                  <a16:creationId xmlns:a16="http://schemas.microsoft.com/office/drawing/2014/main" id="{A147F9A7-071C-EF74-17A6-B3673C085B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5" name="Freeform 27">
              <a:extLst>
                <a:ext uri="{FF2B5EF4-FFF2-40B4-BE49-F238E27FC236}">
                  <a16:creationId xmlns:a16="http://schemas.microsoft.com/office/drawing/2014/main" id="{DE68A112-76E7-2F20-6438-3C84C1D722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6" name="Freeform 28">
              <a:extLst>
                <a:ext uri="{FF2B5EF4-FFF2-40B4-BE49-F238E27FC236}">
                  <a16:creationId xmlns:a16="http://schemas.microsoft.com/office/drawing/2014/main" id="{4275BBE7-CA3E-6542-380A-F8AF5015F0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7" name="Rectangle 29">
              <a:extLst>
                <a:ext uri="{FF2B5EF4-FFF2-40B4-BE49-F238E27FC236}">
                  <a16:creationId xmlns:a16="http://schemas.microsoft.com/office/drawing/2014/main" id="{A4AFD963-E1E6-A2F2-351F-2007A5EDD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8" name="Rectangle 30">
              <a:extLst>
                <a:ext uri="{FF2B5EF4-FFF2-40B4-BE49-F238E27FC236}">
                  <a16:creationId xmlns:a16="http://schemas.microsoft.com/office/drawing/2014/main" id="{99C75CB9-966A-0EB1-E7AB-E52683073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9" name="Freeform 31">
              <a:extLst>
                <a:ext uri="{FF2B5EF4-FFF2-40B4-BE49-F238E27FC236}">
                  <a16:creationId xmlns:a16="http://schemas.microsoft.com/office/drawing/2014/main" id="{8C209481-B2A6-5869-0FFD-2B214B944B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0" name="Freeform 32">
              <a:extLst>
                <a:ext uri="{FF2B5EF4-FFF2-40B4-BE49-F238E27FC236}">
                  <a16:creationId xmlns:a16="http://schemas.microsoft.com/office/drawing/2014/main" id="{E43B2422-1443-D8A5-33D5-1C09CA7ED9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1" name="Freeform 33">
              <a:extLst>
                <a:ext uri="{FF2B5EF4-FFF2-40B4-BE49-F238E27FC236}">
                  <a16:creationId xmlns:a16="http://schemas.microsoft.com/office/drawing/2014/main" id="{13A306BD-1491-3A02-6B84-8EA87CFBEA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2" name="Freeform 34">
              <a:extLst>
                <a:ext uri="{FF2B5EF4-FFF2-40B4-BE49-F238E27FC236}">
                  <a16:creationId xmlns:a16="http://schemas.microsoft.com/office/drawing/2014/main" id="{E44000CC-F612-9B70-2033-C081BE3E07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3" name="Freeform 35">
              <a:extLst>
                <a:ext uri="{FF2B5EF4-FFF2-40B4-BE49-F238E27FC236}">
                  <a16:creationId xmlns:a16="http://schemas.microsoft.com/office/drawing/2014/main" id="{C4C9B766-C731-05BF-4D9C-61AC1929C7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4" name="Freeform 36">
              <a:extLst>
                <a:ext uri="{FF2B5EF4-FFF2-40B4-BE49-F238E27FC236}">
                  <a16:creationId xmlns:a16="http://schemas.microsoft.com/office/drawing/2014/main" id="{8B2715EF-A738-9DA5-5AB6-54D875D81C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5" name="Freeform 37">
              <a:extLst>
                <a:ext uri="{FF2B5EF4-FFF2-40B4-BE49-F238E27FC236}">
                  <a16:creationId xmlns:a16="http://schemas.microsoft.com/office/drawing/2014/main" id="{C73B9813-8268-F1D5-70A6-7FD7143389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6" name="Freeform 38">
              <a:extLst>
                <a:ext uri="{FF2B5EF4-FFF2-40B4-BE49-F238E27FC236}">
                  <a16:creationId xmlns:a16="http://schemas.microsoft.com/office/drawing/2014/main" id="{C448FF76-CF6C-FEA9-0E97-4E470F1E4A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7" name="Freeform 39">
              <a:extLst>
                <a:ext uri="{FF2B5EF4-FFF2-40B4-BE49-F238E27FC236}">
                  <a16:creationId xmlns:a16="http://schemas.microsoft.com/office/drawing/2014/main" id="{874F7C6D-128D-720D-EC2D-A90FE1D66D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8" name="Freeform 40">
              <a:extLst>
                <a:ext uri="{FF2B5EF4-FFF2-40B4-BE49-F238E27FC236}">
                  <a16:creationId xmlns:a16="http://schemas.microsoft.com/office/drawing/2014/main" id="{5792BEFC-AA81-E9AE-7214-AD0330CF88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9" name="Rectangle 41">
              <a:extLst>
                <a:ext uri="{FF2B5EF4-FFF2-40B4-BE49-F238E27FC236}">
                  <a16:creationId xmlns:a16="http://schemas.microsoft.com/office/drawing/2014/main" id="{9FE581A2-C638-B140-1062-40823134B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0" name="Rectangle 42">
              <a:extLst>
                <a:ext uri="{FF2B5EF4-FFF2-40B4-BE49-F238E27FC236}">
                  <a16:creationId xmlns:a16="http://schemas.microsoft.com/office/drawing/2014/main" id="{610C8878-68C1-10CA-E92D-5CB14B775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1" name="Freeform 43">
              <a:extLst>
                <a:ext uri="{FF2B5EF4-FFF2-40B4-BE49-F238E27FC236}">
                  <a16:creationId xmlns:a16="http://schemas.microsoft.com/office/drawing/2014/main" id="{FA8BAE76-B863-384B-C671-A8DD0F305E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2" name="Freeform 44">
              <a:extLst>
                <a:ext uri="{FF2B5EF4-FFF2-40B4-BE49-F238E27FC236}">
                  <a16:creationId xmlns:a16="http://schemas.microsoft.com/office/drawing/2014/main" id="{EA75AC77-D777-E141-23FC-963E1DC867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3" name="Freeform 45">
              <a:extLst>
                <a:ext uri="{FF2B5EF4-FFF2-40B4-BE49-F238E27FC236}">
                  <a16:creationId xmlns:a16="http://schemas.microsoft.com/office/drawing/2014/main" id="{84CD0BDF-D2DA-882A-A10E-7D451655AF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4" name="Freeform 46">
              <a:extLst>
                <a:ext uri="{FF2B5EF4-FFF2-40B4-BE49-F238E27FC236}">
                  <a16:creationId xmlns:a16="http://schemas.microsoft.com/office/drawing/2014/main" id="{AFF580F5-1E6B-0654-1FE8-424A5B056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5" name="Freeform 47">
              <a:extLst>
                <a:ext uri="{FF2B5EF4-FFF2-40B4-BE49-F238E27FC236}">
                  <a16:creationId xmlns:a16="http://schemas.microsoft.com/office/drawing/2014/main" id="{00F60877-C747-CC2B-F88C-76C840FBD1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6" name="Freeform 48">
              <a:extLst>
                <a:ext uri="{FF2B5EF4-FFF2-40B4-BE49-F238E27FC236}">
                  <a16:creationId xmlns:a16="http://schemas.microsoft.com/office/drawing/2014/main" id="{AC1BE3FF-9788-A682-E895-5A53519E6F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7" name="Freeform 49">
              <a:extLst>
                <a:ext uri="{FF2B5EF4-FFF2-40B4-BE49-F238E27FC236}">
                  <a16:creationId xmlns:a16="http://schemas.microsoft.com/office/drawing/2014/main" id="{0F34B2BE-3CAB-E1E7-994C-25693DD94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8" name="Freeform 50">
              <a:extLst>
                <a:ext uri="{FF2B5EF4-FFF2-40B4-BE49-F238E27FC236}">
                  <a16:creationId xmlns:a16="http://schemas.microsoft.com/office/drawing/2014/main" id="{EE730874-0986-F435-C95B-D159CF75DA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9" name="Freeform 51">
              <a:extLst>
                <a:ext uri="{FF2B5EF4-FFF2-40B4-BE49-F238E27FC236}">
                  <a16:creationId xmlns:a16="http://schemas.microsoft.com/office/drawing/2014/main" id="{C498D32D-B6CA-4968-C9C1-5E9FD53857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0" name="Freeform 52">
              <a:extLst>
                <a:ext uri="{FF2B5EF4-FFF2-40B4-BE49-F238E27FC236}">
                  <a16:creationId xmlns:a16="http://schemas.microsoft.com/office/drawing/2014/main" id="{B5CC7DF8-B0EB-F699-9201-4DB8C7488C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1" name="Rectangle 53">
              <a:extLst>
                <a:ext uri="{FF2B5EF4-FFF2-40B4-BE49-F238E27FC236}">
                  <a16:creationId xmlns:a16="http://schemas.microsoft.com/office/drawing/2014/main" id="{15426AEB-B746-F394-86AD-91B2675ED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2" name="Rectangle 54">
              <a:extLst>
                <a:ext uri="{FF2B5EF4-FFF2-40B4-BE49-F238E27FC236}">
                  <a16:creationId xmlns:a16="http://schemas.microsoft.com/office/drawing/2014/main" id="{87C52C6E-4BDB-5C74-1E7C-12598952B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3" name="Freeform 55">
              <a:extLst>
                <a:ext uri="{FF2B5EF4-FFF2-40B4-BE49-F238E27FC236}">
                  <a16:creationId xmlns:a16="http://schemas.microsoft.com/office/drawing/2014/main" id="{AB3A32B1-17DE-B041-46C7-1EEE4F3106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4" name="Freeform 56">
              <a:extLst>
                <a:ext uri="{FF2B5EF4-FFF2-40B4-BE49-F238E27FC236}">
                  <a16:creationId xmlns:a16="http://schemas.microsoft.com/office/drawing/2014/main" id="{16A972FB-1E35-25CD-E2DC-DC5BA03F21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5" name="Freeform 57">
              <a:extLst>
                <a:ext uri="{FF2B5EF4-FFF2-40B4-BE49-F238E27FC236}">
                  <a16:creationId xmlns:a16="http://schemas.microsoft.com/office/drawing/2014/main" id="{ED1DE9CF-3CF5-3469-441B-D5023E9141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6" name="Freeform 58">
              <a:extLst>
                <a:ext uri="{FF2B5EF4-FFF2-40B4-BE49-F238E27FC236}">
                  <a16:creationId xmlns:a16="http://schemas.microsoft.com/office/drawing/2014/main" id="{44C74404-0089-1422-AC23-0724E6B91E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7" name="Freeform 59">
              <a:extLst>
                <a:ext uri="{FF2B5EF4-FFF2-40B4-BE49-F238E27FC236}">
                  <a16:creationId xmlns:a16="http://schemas.microsoft.com/office/drawing/2014/main" id="{48E5733A-76FD-18BD-93F6-B0CA9B54EC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8" name="Freeform 60">
              <a:extLst>
                <a:ext uri="{FF2B5EF4-FFF2-40B4-BE49-F238E27FC236}">
                  <a16:creationId xmlns:a16="http://schemas.microsoft.com/office/drawing/2014/main" id="{9D262177-CBD3-0811-7E32-4AC0A6F73A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9" name="Freeform 61">
              <a:extLst>
                <a:ext uri="{FF2B5EF4-FFF2-40B4-BE49-F238E27FC236}">
                  <a16:creationId xmlns:a16="http://schemas.microsoft.com/office/drawing/2014/main" id="{223A671E-9801-70DB-E1AF-A6CD5F187A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0" name="Freeform 62">
              <a:extLst>
                <a:ext uri="{FF2B5EF4-FFF2-40B4-BE49-F238E27FC236}">
                  <a16:creationId xmlns:a16="http://schemas.microsoft.com/office/drawing/2014/main" id="{C6EA147A-F846-32A9-9025-E228F67405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1" name="Freeform 63">
              <a:extLst>
                <a:ext uri="{FF2B5EF4-FFF2-40B4-BE49-F238E27FC236}">
                  <a16:creationId xmlns:a16="http://schemas.microsoft.com/office/drawing/2014/main" id="{8CB18DA9-4C92-056B-8E73-0223A2F8E8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2" name="Freeform 64">
              <a:extLst>
                <a:ext uri="{FF2B5EF4-FFF2-40B4-BE49-F238E27FC236}">
                  <a16:creationId xmlns:a16="http://schemas.microsoft.com/office/drawing/2014/main" id="{5512B65F-E92B-2A13-2AF1-C0AD1263A3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3" name="Rectangle 65">
              <a:extLst>
                <a:ext uri="{FF2B5EF4-FFF2-40B4-BE49-F238E27FC236}">
                  <a16:creationId xmlns:a16="http://schemas.microsoft.com/office/drawing/2014/main" id="{F12BAD45-9991-C709-8545-06178E313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4" name="Rectangle 66">
              <a:extLst>
                <a:ext uri="{FF2B5EF4-FFF2-40B4-BE49-F238E27FC236}">
                  <a16:creationId xmlns:a16="http://schemas.microsoft.com/office/drawing/2014/main" id="{40F816DE-D664-50B9-3A85-AC51E9BCF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5" name="Freeform 67">
              <a:extLst>
                <a:ext uri="{FF2B5EF4-FFF2-40B4-BE49-F238E27FC236}">
                  <a16:creationId xmlns:a16="http://schemas.microsoft.com/office/drawing/2014/main" id="{DC951417-B314-34A1-7D29-85E3ACA2F3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6" name="Freeform 68">
              <a:extLst>
                <a:ext uri="{FF2B5EF4-FFF2-40B4-BE49-F238E27FC236}">
                  <a16:creationId xmlns:a16="http://schemas.microsoft.com/office/drawing/2014/main" id="{3F6F124A-A687-24B7-09F1-02F514BAC6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7" name="Freeform 69">
              <a:extLst>
                <a:ext uri="{FF2B5EF4-FFF2-40B4-BE49-F238E27FC236}">
                  <a16:creationId xmlns:a16="http://schemas.microsoft.com/office/drawing/2014/main" id="{448920F6-A83E-D396-F98E-1E445E3A74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8" name="Freeform 70">
              <a:extLst>
                <a:ext uri="{FF2B5EF4-FFF2-40B4-BE49-F238E27FC236}">
                  <a16:creationId xmlns:a16="http://schemas.microsoft.com/office/drawing/2014/main" id="{53002B90-7DC3-0BDC-4E99-C6BC26C1BD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9" name="Freeform 71">
              <a:extLst>
                <a:ext uri="{FF2B5EF4-FFF2-40B4-BE49-F238E27FC236}">
                  <a16:creationId xmlns:a16="http://schemas.microsoft.com/office/drawing/2014/main" id="{47A97A83-AAE3-5706-D8EA-E3CBFDE805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0" name="Freeform 72">
              <a:extLst>
                <a:ext uri="{FF2B5EF4-FFF2-40B4-BE49-F238E27FC236}">
                  <a16:creationId xmlns:a16="http://schemas.microsoft.com/office/drawing/2014/main" id="{63C0DB73-9F05-E382-BA48-024A43B96A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1" name="Freeform 73">
              <a:extLst>
                <a:ext uri="{FF2B5EF4-FFF2-40B4-BE49-F238E27FC236}">
                  <a16:creationId xmlns:a16="http://schemas.microsoft.com/office/drawing/2014/main" id="{75E7BEF4-9EA8-EB99-CF58-2EF409A9AD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2" name="Freeform 74">
              <a:extLst>
                <a:ext uri="{FF2B5EF4-FFF2-40B4-BE49-F238E27FC236}">
                  <a16:creationId xmlns:a16="http://schemas.microsoft.com/office/drawing/2014/main" id="{9F040E5A-BF5F-E27E-C221-B1B9767865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3" name="Freeform 75">
              <a:extLst>
                <a:ext uri="{FF2B5EF4-FFF2-40B4-BE49-F238E27FC236}">
                  <a16:creationId xmlns:a16="http://schemas.microsoft.com/office/drawing/2014/main" id="{2BC080EC-51E4-CFFE-ABD1-BCB0BB3C63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4" name="Freeform 76">
              <a:extLst>
                <a:ext uri="{FF2B5EF4-FFF2-40B4-BE49-F238E27FC236}">
                  <a16:creationId xmlns:a16="http://schemas.microsoft.com/office/drawing/2014/main" id="{9A1177C1-171B-FEB2-F90D-A4EB0EA2D2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5" name="Rectangle 77">
              <a:extLst>
                <a:ext uri="{FF2B5EF4-FFF2-40B4-BE49-F238E27FC236}">
                  <a16:creationId xmlns:a16="http://schemas.microsoft.com/office/drawing/2014/main" id="{0BBC3E4B-63CE-836D-7593-A1E3DD430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6" name="Rectangle 78">
              <a:extLst>
                <a:ext uri="{FF2B5EF4-FFF2-40B4-BE49-F238E27FC236}">
                  <a16:creationId xmlns:a16="http://schemas.microsoft.com/office/drawing/2014/main" id="{77AA385C-0E0E-A50C-E6A6-B9590C89B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7" name="Freeform 79">
              <a:extLst>
                <a:ext uri="{FF2B5EF4-FFF2-40B4-BE49-F238E27FC236}">
                  <a16:creationId xmlns:a16="http://schemas.microsoft.com/office/drawing/2014/main" id="{5930FCA7-AA61-0BF5-79EB-BBED7F8D58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8" name="Freeform 80">
              <a:extLst>
                <a:ext uri="{FF2B5EF4-FFF2-40B4-BE49-F238E27FC236}">
                  <a16:creationId xmlns:a16="http://schemas.microsoft.com/office/drawing/2014/main" id="{002F26BE-D37D-CFDC-2A6C-1A388AF06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9" name="Freeform 81">
              <a:extLst>
                <a:ext uri="{FF2B5EF4-FFF2-40B4-BE49-F238E27FC236}">
                  <a16:creationId xmlns:a16="http://schemas.microsoft.com/office/drawing/2014/main" id="{5BF238A2-4BFF-1D8C-1A12-88A990737D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0" name="Freeform 82">
              <a:extLst>
                <a:ext uri="{FF2B5EF4-FFF2-40B4-BE49-F238E27FC236}">
                  <a16:creationId xmlns:a16="http://schemas.microsoft.com/office/drawing/2014/main" id="{DB73504B-69E4-A0F6-A16B-9D56971CDB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1" name="Freeform 83">
              <a:extLst>
                <a:ext uri="{FF2B5EF4-FFF2-40B4-BE49-F238E27FC236}">
                  <a16:creationId xmlns:a16="http://schemas.microsoft.com/office/drawing/2014/main" id="{39C3D16F-896B-C8D6-CEC2-E93A8621F2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2" name="Freeform 84">
              <a:extLst>
                <a:ext uri="{FF2B5EF4-FFF2-40B4-BE49-F238E27FC236}">
                  <a16:creationId xmlns:a16="http://schemas.microsoft.com/office/drawing/2014/main" id="{0460F581-F086-AB9B-6C88-C8F0258863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3" name="Freeform 85">
              <a:extLst>
                <a:ext uri="{FF2B5EF4-FFF2-40B4-BE49-F238E27FC236}">
                  <a16:creationId xmlns:a16="http://schemas.microsoft.com/office/drawing/2014/main" id="{6C62F720-9DA6-CA45-AC93-27BCD23421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4" name="Freeform 86">
              <a:extLst>
                <a:ext uri="{FF2B5EF4-FFF2-40B4-BE49-F238E27FC236}">
                  <a16:creationId xmlns:a16="http://schemas.microsoft.com/office/drawing/2014/main" id="{39049667-8DC5-539F-F414-8DD5BC9FE5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5" name="Freeform 87">
              <a:extLst>
                <a:ext uri="{FF2B5EF4-FFF2-40B4-BE49-F238E27FC236}">
                  <a16:creationId xmlns:a16="http://schemas.microsoft.com/office/drawing/2014/main" id="{7365E11E-E535-7D8C-78D6-B8286B852D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6" name="Freeform 88">
              <a:extLst>
                <a:ext uri="{FF2B5EF4-FFF2-40B4-BE49-F238E27FC236}">
                  <a16:creationId xmlns:a16="http://schemas.microsoft.com/office/drawing/2014/main" id="{89E04C51-25E6-0B19-C855-B866322C14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7" name="Rectangle 89">
              <a:extLst>
                <a:ext uri="{FF2B5EF4-FFF2-40B4-BE49-F238E27FC236}">
                  <a16:creationId xmlns:a16="http://schemas.microsoft.com/office/drawing/2014/main" id="{14C2B847-0DE2-CE18-0CE7-4DBD215EA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8" name="Rectangle 90">
              <a:extLst>
                <a:ext uri="{FF2B5EF4-FFF2-40B4-BE49-F238E27FC236}">
                  <a16:creationId xmlns:a16="http://schemas.microsoft.com/office/drawing/2014/main" id="{310BEFF8-A8C8-18F5-BE2C-CB8E37E4C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9" name="Freeform 91">
              <a:extLst>
                <a:ext uri="{FF2B5EF4-FFF2-40B4-BE49-F238E27FC236}">
                  <a16:creationId xmlns:a16="http://schemas.microsoft.com/office/drawing/2014/main" id="{D0DF2E86-3592-E06E-7A30-E64104F17F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0" name="Freeform 92">
              <a:extLst>
                <a:ext uri="{FF2B5EF4-FFF2-40B4-BE49-F238E27FC236}">
                  <a16:creationId xmlns:a16="http://schemas.microsoft.com/office/drawing/2014/main" id="{B10B942A-A217-195A-42E3-09A8216F7A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1" name="Freeform 93">
              <a:extLst>
                <a:ext uri="{FF2B5EF4-FFF2-40B4-BE49-F238E27FC236}">
                  <a16:creationId xmlns:a16="http://schemas.microsoft.com/office/drawing/2014/main" id="{2F86C838-7DF2-D994-1F55-C086E85B03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2" name="Freeform 94">
              <a:extLst>
                <a:ext uri="{FF2B5EF4-FFF2-40B4-BE49-F238E27FC236}">
                  <a16:creationId xmlns:a16="http://schemas.microsoft.com/office/drawing/2014/main" id="{7DB76BCD-5990-C5E8-D43D-A52C9BF7E4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3" name="Freeform 95">
              <a:extLst>
                <a:ext uri="{FF2B5EF4-FFF2-40B4-BE49-F238E27FC236}">
                  <a16:creationId xmlns:a16="http://schemas.microsoft.com/office/drawing/2014/main" id="{7E212AB9-116C-0D80-48DF-F217688D42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4" name="Freeform 96">
              <a:extLst>
                <a:ext uri="{FF2B5EF4-FFF2-40B4-BE49-F238E27FC236}">
                  <a16:creationId xmlns:a16="http://schemas.microsoft.com/office/drawing/2014/main" id="{865869DB-1DE5-D22C-1B67-D7D8F4E0CE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5" name="Freeform 97">
              <a:extLst>
                <a:ext uri="{FF2B5EF4-FFF2-40B4-BE49-F238E27FC236}">
                  <a16:creationId xmlns:a16="http://schemas.microsoft.com/office/drawing/2014/main" id="{302D3F4B-012A-C3E2-C0D9-12ABAC2B05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6" name="Freeform 98">
              <a:extLst>
                <a:ext uri="{FF2B5EF4-FFF2-40B4-BE49-F238E27FC236}">
                  <a16:creationId xmlns:a16="http://schemas.microsoft.com/office/drawing/2014/main" id="{08D4DABD-1443-67BD-9F1C-D1835B0654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7" name="Freeform 99">
              <a:extLst>
                <a:ext uri="{FF2B5EF4-FFF2-40B4-BE49-F238E27FC236}">
                  <a16:creationId xmlns:a16="http://schemas.microsoft.com/office/drawing/2014/main" id="{7D3062C8-415B-B6BD-5E5F-CAADC89F18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8" name="Freeform 100">
              <a:extLst>
                <a:ext uri="{FF2B5EF4-FFF2-40B4-BE49-F238E27FC236}">
                  <a16:creationId xmlns:a16="http://schemas.microsoft.com/office/drawing/2014/main" id="{E6885C95-FA84-1064-BD58-D1000533CC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9" name="Rectangle 101">
              <a:extLst>
                <a:ext uri="{FF2B5EF4-FFF2-40B4-BE49-F238E27FC236}">
                  <a16:creationId xmlns:a16="http://schemas.microsoft.com/office/drawing/2014/main" id="{5DE71B50-9101-46C1-08DF-2F47F230A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0" name="Rectangle 102">
              <a:extLst>
                <a:ext uri="{FF2B5EF4-FFF2-40B4-BE49-F238E27FC236}">
                  <a16:creationId xmlns:a16="http://schemas.microsoft.com/office/drawing/2014/main" id="{45055275-CC76-F604-DE7A-C4A3523A8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1" name="Freeform 103">
              <a:extLst>
                <a:ext uri="{FF2B5EF4-FFF2-40B4-BE49-F238E27FC236}">
                  <a16:creationId xmlns:a16="http://schemas.microsoft.com/office/drawing/2014/main" id="{23F86A1D-F267-C6AF-89CB-A74AC6E265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2" name="Freeform 104">
              <a:extLst>
                <a:ext uri="{FF2B5EF4-FFF2-40B4-BE49-F238E27FC236}">
                  <a16:creationId xmlns:a16="http://schemas.microsoft.com/office/drawing/2014/main" id="{CAFC834B-3B8F-5A8B-FD15-F7186C6C39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3" name="Freeform 105">
              <a:extLst>
                <a:ext uri="{FF2B5EF4-FFF2-40B4-BE49-F238E27FC236}">
                  <a16:creationId xmlns:a16="http://schemas.microsoft.com/office/drawing/2014/main" id="{A5AD89F0-10EE-FA8D-45CB-F5E77915B8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4" name="Freeform 106">
              <a:extLst>
                <a:ext uri="{FF2B5EF4-FFF2-40B4-BE49-F238E27FC236}">
                  <a16:creationId xmlns:a16="http://schemas.microsoft.com/office/drawing/2014/main" id="{BF90ED38-6814-298D-B39C-ABE01CCF63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5" name="Freeform 107">
              <a:extLst>
                <a:ext uri="{FF2B5EF4-FFF2-40B4-BE49-F238E27FC236}">
                  <a16:creationId xmlns:a16="http://schemas.microsoft.com/office/drawing/2014/main" id="{651655C7-F01F-9DF4-058C-965CCFBC10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6" name="Freeform 108">
              <a:extLst>
                <a:ext uri="{FF2B5EF4-FFF2-40B4-BE49-F238E27FC236}">
                  <a16:creationId xmlns:a16="http://schemas.microsoft.com/office/drawing/2014/main" id="{AA66EB88-0FC2-A377-1B2F-D710783D15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7" name="Freeform 109">
              <a:extLst>
                <a:ext uri="{FF2B5EF4-FFF2-40B4-BE49-F238E27FC236}">
                  <a16:creationId xmlns:a16="http://schemas.microsoft.com/office/drawing/2014/main" id="{07C357A0-DFF8-BFD0-170A-DE90F976E4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8" name="Freeform 110">
              <a:extLst>
                <a:ext uri="{FF2B5EF4-FFF2-40B4-BE49-F238E27FC236}">
                  <a16:creationId xmlns:a16="http://schemas.microsoft.com/office/drawing/2014/main" id="{520BEB26-77F1-6DDC-5FB9-745C35CAA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9" name="Freeform 111">
              <a:extLst>
                <a:ext uri="{FF2B5EF4-FFF2-40B4-BE49-F238E27FC236}">
                  <a16:creationId xmlns:a16="http://schemas.microsoft.com/office/drawing/2014/main" id="{84426AB7-375B-7A73-765E-B9DF877D5A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0" name="Freeform 112">
              <a:extLst>
                <a:ext uri="{FF2B5EF4-FFF2-40B4-BE49-F238E27FC236}">
                  <a16:creationId xmlns:a16="http://schemas.microsoft.com/office/drawing/2014/main" id="{C670F5B5-A073-92B7-261E-ABA5A2BC72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1" name="Rectangle 113">
              <a:extLst>
                <a:ext uri="{FF2B5EF4-FFF2-40B4-BE49-F238E27FC236}">
                  <a16:creationId xmlns:a16="http://schemas.microsoft.com/office/drawing/2014/main" id="{A6DFD65E-B9E4-328B-E8A3-0D1E4E3EB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2" name="Rectangle 114">
              <a:extLst>
                <a:ext uri="{FF2B5EF4-FFF2-40B4-BE49-F238E27FC236}">
                  <a16:creationId xmlns:a16="http://schemas.microsoft.com/office/drawing/2014/main" id="{A50483A9-261B-7572-0780-A812F31FC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3" name="Freeform 115">
              <a:extLst>
                <a:ext uri="{FF2B5EF4-FFF2-40B4-BE49-F238E27FC236}">
                  <a16:creationId xmlns:a16="http://schemas.microsoft.com/office/drawing/2014/main" id="{B5838A12-DFDF-DE4E-0C63-320F764F22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4" name="Freeform 116">
              <a:extLst>
                <a:ext uri="{FF2B5EF4-FFF2-40B4-BE49-F238E27FC236}">
                  <a16:creationId xmlns:a16="http://schemas.microsoft.com/office/drawing/2014/main" id="{0131E77E-3E94-BE35-AC1A-43CDC1EA5E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5" name="Freeform 117">
              <a:extLst>
                <a:ext uri="{FF2B5EF4-FFF2-40B4-BE49-F238E27FC236}">
                  <a16:creationId xmlns:a16="http://schemas.microsoft.com/office/drawing/2014/main" id="{B088F11E-D37C-12A8-E442-908B4B1ECB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6" name="Freeform 118">
              <a:extLst>
                <a:ext uri="{FF2B5EF4-FFF2-40B4-BE49-F238E27FC236}">
                  <a16:creationId xmlns:a16="http://schemas.microsoft.com/office/drawing/2014/main" id="{6C81FEF1-A482-7361-8227-4468E06375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7" name="Freeform 119">
              <a:extLst>
                <a:ext uri="{FF2B5EF4-FFF2-40B4-BE49-F238E27FC236}">
                  <a16:creationId xmlns:a16="http://schemas.microsoft.com/office/drawing/2014/main" id="{0B3DFF51-0E17-E83B-5E88-5F01353B15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8" name="Freeform 120">
              <a:extLst>
                <a:ext uri="{FF2B5EF4-FFF2-40B4-BE49-F238E27FC236}">
                  <a16:creationId xmlns:a16="http://schemas.microsoft.com/office/drawing/2014/main" id="{B5497E6C-BE3B-66F3-6578-48C6987896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9" name="Freeform 121">
              <a:extLst>
                <a:ext uri="{FF2B5EF4-FFF2-40B4-BE49-F238E27FC236}">
                  <a16:creationId xmlns:a16="http://schemas.microsoft.com/office/drawing/2014/main" id="{7DBF248B-926B-5825-AA37-FE2B6075FE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0" name="Freeform 122">
              <a:extLst>
                <a:ext uri="{FF2B5EF4-FFF2-40B4-BE49-F238E27FC236}">
                  <a16:creationId xmlns:a16="http://schemas.microsoft.com/office/drawing/2014/main" id="{1FBC3119-63ED-5CC8-111B-F6630E545F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1" name="Freeform 123">
              <a:extLst>
                <a:ext uri="{FF2B5EF4-FFF2-40B4-BE49-F238E27FC236}">
                  <a16:creationId xmlns:a16="http://schemas.microsoft.com/office/drawing/2014/main" id="{75DF7A62-F21B-D198-AB80-5E27997885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2" name="Freeform 124">
              <a:extLst>
                <a:ext uri="{FF2B5EF4-FFF2-40B4-BE49-F238E27FC236}">
                  <a16:creationId xmlns:a16="http://schemas.microsoft.com/office/drawing/2014/main" id="{31B75FE5-84F4-A4F4-97C3-AD3EA21CD8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3" name="Rectangle 125">
              <a:extLst>
                <a:ext uri="{FF2B5EF4-FFF2-40B4-BE49-F238E27FC236}">
                  <a16:creationId xmlns:a16="http://schemas.microsoft.com/office/drawing/2014/main" id="{73D8C7D0-D991-D2FC-D287-7F6EA0DD0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4" name="Rectangle 126">
              <a:extLst>
                <a:ext uri="{FF2B5EF4-FFF2-40B4-BE49-F238E27FC236}">
                  <a16:creationId xmlns:a16="http://schemas.microsoft.com/office/drawing/2014/main" id="{1DD256B4-2438-4900-56CF-F63640736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5" name="Freeform 127">
              <a:extLst>
                <a:ext uri="{FF2B5EF4-FFF2-40B4-BE49-F238E27FC236}">
                  <a16:creationId xmlns:a16="http://schemas.microsoft.com/office/drawing/2014/main" id="{BD669141-7379-AA89-253D-DA0FAF7DB7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6" name="Freeform 128">
              <a:extLst>
                <a:ext uri="{FF2B5EF4-FFF2-40B4-BE49-F238E27FC236}">
                  <a16:creationId xmlns:a16="http://schemas.microsoft.com/office/drawing/2014/main" id="{56B3055A-3F0B-0C35-3478-30C1AB2F53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7" name="Freeform 129">
              <a:extLst>
                <a:ext uri="{FF2B5EF4-FFF2-40B4-BE49-F238E27FC236}">
                  <a16:creationId xmlns:a16="http://schemas.microsoft.com/office/drawing/2014/main" id="{6B38A6D3-1298-65D0-0791-70B05314CB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8" name="Freeform 130">
              <a:extLst>
                <a:ext uri="{FF2B5EF4-FFF2-40B4-BE49-F238E27FC236}">
                  <a16:creationId xmlns:a16="http://schemas.microsoft.com/office/drawing/2014/main" id="{1C44E682-9C64-7703-E705-8288B898AA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9" name="Freeform 131">
              <a:extLst>
                <a:ext uri="{FF2B5EF4-FFF2-40B4-BE49-F238E27FC236}">
                  <a16:creationId xmlns:a16="http://schemas.microsoft.com/office/drawing/2014/main" id="{1E980E22-AE61-2732-991C-3F682A04A4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0" name="Freeform 132">
              <a:extLst>
                <a:ext uri="{FF2B5EF4-FFF2-40B4-BE49-F238E27FC236}">
                  <a16:creationId xmlns:a16="http://schemas.microsoft.com/office/drawing/2014/main" id="{4EEBA02B-9795-ADA0-BD47-FC8376E28E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1" name="Freeform 133">
              <a:extLst>
                <a:ext uri="{FF2B5EF4-FFF2-40B4-BE49-F238E27FC236}">
                  <a16:creationId xmlns:a16="http://schemas.microsoft.com/office/drawing/2014/main" id="{9909A7F7-7308-11AB-5E64-9C1380DE8F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2" name="Freeform 134">
              <a:extLst>
                <a:ext uri="{FF2B5EF4-FFF2-40B4-BE49-F238E27FC236}">
                  <a16:creationId xmlns:a16="http://schemas.microsoft.com/office/drawing/2014/main" id="{0B27F81A-ABA1-A699-E271-98D5E63258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3" name="Freeform 135">
              <a:extLst>
                <a:ext uri="{FF2B5EF4-FFF2-40B4-BE49-F238E27FC236}">
                  <a16:creationId xmlns:a16="http://schemas.microsoft.com/office/drawing/2014/main" id="{0968AE5A-6AC7-7135-06E4-9C8EB811FA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4" name="Freeform 136">
              <a:extLst>
                <a:ext uri="{FF2B5EF4-FFF2-40B4-BE49-F238E27FC236}">
                  <a16:creationId xmlns:a16="http://schemas.microsoft.com/office/drawing/2014/main" id="{4A094CBE-0FF6-5350-4B57-1FE28E76FE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5" name="Rectangle 137">
              <a:extLst>
                <a:ext uri="{FF2B5EF4-FFF2-40B4-BE49-F238E27FC236}">
                  <a16:creationId xmlns:a16="http://schemas.microsoft.com/office/drawing/2014/main" id="{BEE525F6-3FFE-2367-353F-383F5AA77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6" name="Rectangle 138">
              <a:extLst>
                <a:ext uri="{FF2B5EF4-FFF2-40B4-BE49-F238E27FC236}">
                  <a16:creationId xmlns:a16="http://schemas.microsoft.com/office/drawing/2014/main" id="{76FF5EB7-BC73-86AC-89C0-637F1E8B1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7" name="Freeform 139">
              <a:extLst>
                <a:ext uri="{FF2B5EF4-FFF2-40B4-BE49-F238E27FC236}">
                  <a16:creationId xmlns:a16="http://schemas.microsoft.com/office/drawing/2014/main" id="{FA6DC750-083D-7A9C-32CE-8784E7115C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8" name="Freeform 140">
              <a:extLst>
                <a:ext uri="{FF2B5EF4-FFF2-40B4-BE49-F238E27FC236}">
                  <a16:creationId xmlns:a16="http://schemas.microsoft.com/office/drawing/2014/main" id="{8BE1151C-CDA8-EC87-2725-A023FBEBC6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9" name="Freeform 141">
              <a:extLst>
                <a:ext uri="{FF2B5EF4-FFF2-40B4-BE49-F238E27FC236}">
                  <a16:creationId xmlns:a16="http://schemas.microsoft.com/office/drawing/2014/main" id="{D9DE18B2-D489-4740-6214-282E80F44D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0" name="Freeform 142">
              <a:extLst>
                <a:ext uri="{FF2B5EF4-FFF2-40B4-BE49-F238E27FC236}">
                  <a16:creationId xmlns:a16="http://schemas.microsoft.com/office/drawing/2014/main" id="{C0590605-2DB9-F3E3-2527-90DA888C45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1" name="Freeform 143">
              <a:extLst>
                <a:ext uri="{FF2B5EF4-FFF2-40B4-BE49-F238E27FC236}">
                  <a16:creationId xmlns:a16="http://schemas.microsoft.com/office/drawing/2014/main" id="{34B7F577-ECF5-54EA-0D9B-2C5BD728F3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2" name="Freeform 144">
              <a:extLst>
                <a:ext uri="{FF2B5EF4-FFF2-40B4-BE49-F238E27FC236}">
                  <a16:creationId xmlns:a16="http://schemas.microsoft.com/office/drawing/2014/main" id="{19AA6A8A-FF22-097B-BF9F-95E1ED5C82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3" name="Freeform 145">
              <a:extLst>
                <a:ext uri="{FF2B5EF4-FFF2-40B4-BE49-F238E27FC236}">
                  <a16:creationId xmlns:a16="http://schemas.microsoft.com/office/drawing/2014/main" id="{D6D34BAA-175D-E869-AB74-EEF3632582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4" name="Freeform 146">
              <a:extLst>
                <a:ext uri="{FF2B5EF4-FFF2-40B4-BE49-F238E27FC236}">
                  <a16:creationId xmlns:a16="http://schemas.microsoft.com/office/drawing/2014/main" id="{6D85708D-DE5E-5088-468E-32F3C7B351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5" name="Freeform 147">
              <a:extLst>
                <a:ext uri="{FF2B5EF4-FFF2-40B4-BE49-F238E27FC236}">
                  <a16:creationId xmlns:a16="http://schemas.microsoft.com/office/drawing/2014/main" id="{96141CBB-6169-AFA7-77F0-A9BF075457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6" name="Freeform 148">
              <a:extLst>
                <a:ext uri="{FF2B5EF4-FFF2-40B4-BE49-F238E27FC236}">
                  <a16:creationId xmlns:a16="http://schemas.microsoft.com/office/drawing/2014/main" id="{B2903874-9246-7126-C9D6-19E3B1C464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7" name="Rectangle 149">
              <a:extLst>
                <a:ext uri="{FF2B5EF4-FFF2-40B4-BE49-F238E27FC236}">
                  <a16:creationId xmlns:a16="http://schemas.microsoft.com/office/drawing/2014/main" id="{4A41C559-5B83-8CCB-A4FE-23D66D51E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8" name="Rectangle 150">
              <a:extLst>
                <a:ext uri="{FF2B5EF4-FFF2-40B4-BE49-F238E27FC236}">
                  <a16:creationId xmlns:a16="http://schemas.microsoft.com/office/drawing/2014/main" id="{E8AED3E7-C919-82CA-2222-9AC2D9CC6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9" name="Freeform 151">
              <a:extLst>
                <a:ext uri="{FF2B5EF4-FFF2-40B4-BE49-F238E27FC236}">
                  <a16:creationId xmlns:a16="http://schemas.microsoft.com/office/drawing/2014/main" id="{D29A9343-DFA4-03A1-72F3-A867B70C84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0" name="Freeform 152">
              <a:extLst>
                <a:ext uri="{FF2B5EF4-FFF2-40B4-BE49-F238E27FC236}">
                  <a16:creationId xmlns:a16="http://schemas.microsoft.com/office/drawing/2014/main" id="{0A303243-3BB5-B7EF-0965-DB83BC6269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1" name="Freeform 153">
              <a:extLst>
                <a:ext uri="{FF2B5EF4-FFF2-40B4-BE49-F238E27FC236}">
                  <a16:creationId xmlns:a16="http://schemas.microsoft.com/office/drawing/2014/main" id="{60D13762-E50A-30E6-9BB0-EFFB7F37BA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2" name="Freeform 154">
              <a:extLst>
                <a:ext uri="{FF2B5EF4-FFF2-40B4-BE49-F238E27FC236}">
                  <a16:creationId xmlns:a16="http://schemas.microsoft.com/office/drawing/2014/main" id="{5096240B-5058-4538-816E-33699339E6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3" name="Freeform 155">
              <a:extLst>
                <a:ext uri="{FF2B5EF4-FFF2-40B4-BE49-F238E27FC236}">
                  <a16:creationId xmlns:a16="http://schemas.microsoft.com/office/drawing/2014/main" id="{80C43526-A976-0F13-C1CD-6739D556CF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4" name="Freeform 156">
              <a:extLst>
                <a:ext uri="{FF2B5EF4-FFF2-40B4-BE49-F238E27FC236}">
                  <a16:creationId xmlns:a16="http://schemas.microsoft.com/office/drawing/2014/main" id="{4A976807-035C-D27D-B214-C2428AB0CA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5" name="Freeform 157">
              <a:extLst>
                <a:ext uri="{FF2B5EF4-FFF2-40B4-BE49-F238E27FC236}">
                  <a16:creationId xmlns:a16="http://schemas.microsoft.com/office/drawing/2014/main" id="{40797421-AA80-E4A8-06F9-07C2EAEB89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6" name="Freeform 158">
              <a:extLst>
                <a:ext uri="{FF2B5EF4-FFF2-40B4-BE49-F238E27FC236}">
                  <a16:creationId xmlns:a16="http://schemas.microsoft.com/office/drawing/2014/main" id="{9B83FC22-6450-3AD6-E711-819156639E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7" name="Freeform 159">
              <a:extLst>
                <a:ext uri="{FF2B5EF4-FFF2-40B4-BE49-F238E27FC236}">
                  <a16:creationId xmlns:a16="http://schemas.microsoft.com/office/drawing/2014/main" id="{737CD0D9-E1E2-08FE-7F36-043BB2C340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8" name="Freeform 160">
              <a:extLst>
                <a:ext uri="{FF2B5EF4-FFF2-40B4-BE49-F238E27FC236}">
                  <a16:creationId xmlns:a16="http://schemas.microsoft.com/office/drawing/2014/main" id="{94FBBCBF-E822-0C26-993F-9AF3F935EC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9" name="Rectangle 161">
              <a:extLst>
                <a:ext uri="{FF2B5EF4-FFF2-40B4-BE49-F238E27FC236}">
                  <a16:creationId xmlns:a16="http://schemas.microsoft.com/office/drawing/2014/main" id="{4E5B4650-EA3F-A0D7-BA68-20C571427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0" name="Freeform 162">
              <a:extLst>
                <a:ext uri="{FF2B5EF4-FFF2-40B4-BE49-F238E27FC236}">
                  <a16:creationId xmlns:a16="http://schemas.microsoft.com/office/drawing/2014/main" id="{E684B12C-8890-990B-3E97-7985B4307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6291" name="Rectangle 163">
            <a:extLst>
              <a:ext uri="{FF2B5EF4-FFF2-40B4-BE49-F238E27FC236}">
                <a16:creationId xmlns:a16="http://schemas.microsoft.com/office/drawing/2014/main" id="{52A41866-E67C-9CD2-446C-4A7C2D159D22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6292" name="Rectangle 164">
            <a:extLst>
              <a:ext uri="{FF2B5EF4-FFF2-40B4-BE49-F238E27FC236}">
                <a16:creationId xmlns:a16="http://schemas.microsoft.com/office/drawing/2014/main" id="{39397D4D-7568-8E1E-61E8-2A64F1DC551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01625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6293" name="Rectangle 165">
            <a:extLst>
              <a:ext uri="{FF2B5EF4-FFF2-40B4-BE49-F238E27FC236}">
                <a16:creationId xmlns:a16="http://schemas.microsoft.com/office/drawing/2014/main" id="{F49459BE-F18D-BF00-D905-738096A5C70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6294" name="Rectangle 166">
            <a:extLst>
              <a:ext uri="{FF2B5EF4-FFF2-40B4-BE49-F238E27FC236}">
                <a16:creationId xmlns:a16="http://schemas.microsoft.com/office/drawing/2014/main" id="{7D5F4BF4-32B2-4696-5D06-77C4E2B206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6809FE54-F11B-42C9-9A71-E51990EA045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76295" name="Rectangle 167">
            <a:extLst>
              <a:ext uri="{FF2B5EF4-FFF2-40B4-BE49-F238E27FC236}">
                <a16:creationId xmlns:a16="http://schemas.microsoft.com/office/drawing/2014/main" id="{8636E5CC-6E37-F076-2454-BFA710E10C33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05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grpSp>
        <p:nvGrpSpPr>
          <p:cNvPr id="176296" name="Group 168">
            <a:extLst>
              <a:ext uri="{FF2B5EF4-FFF2-40B4-BE49-F238E27FC236}">
                <a16:creationId xmlns:a16="http://schemas.microsoft.com/office/drawing/2014/main" id="{8295FF35-0FB2-E232-9A31-7D77D02A4C6B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724400"/>
            <a:ext cx="1685925" cy="1557338"/>
            <a:chOff x="96" y="2784"/>
            <a:chExt cx="1062" cy="981"/>
          </a:xfrm>
        </p:grpSpPr>
        <p:sp>
          <p:nvSpPr>
            <p:cNvPr id="176297" name="Freeform 169">
              <a:extLst>
                <a:ext uri="{FF2B5EF4-FFF2-40B4-BE49-F238E27FC236}">
                  <a16:creationId xmlns:a16="http://schemas.microsoft.com/office/drawing/2014/main" id="{A75B6DF9-98F7-8143-F245-712291D0C2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8" name="Freeform 170">
              <a:extLst>
                <a:ext uri="{FF2B5EF4-FFF2-40B4-BE49-F238E27FC236}">
                  <a16:creationId xmlns:a16="http://schemas.microsoft.com/office/drawing/2014/main" id="{FC75FF65-8F93-1226-8E8D-41C721D7DE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9" name="Freeform 171">
              <a:extLst>
                <a:ext uri="{FF2B5EF4-FFF2-40B4-BE49-F238E27FC236}">
                  <a16:creationId xmlns:a16="http://schemas.microsoft.com/office/drawing/2014/main" id="{95294C9B-4367-0AD5-9D90-02CC193FE4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0" name="Freeform 172">
              <a:extLst>
                <a:ext uri="{FF2B5EF4-FFF2-40B4-BE49-F238E27FC236}">
                  <a16:creationId xmlns:a16="http://schemas.microsoft.com/office/drawing/2014/main" id="{07B29749-6AD2-1A8A-69C4-4FD671229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1" name="Freeform 173">
              <a:extLst>
                <a:ext uri="{FF2B5EF4-FFF2-40B4-BE49-F238E27FC236}">
                  <a16:creationId xmlns:a16="http://schemas.microsoft.com/office/drawing/2014/main" id="{597042F5-190C-0E05-6A8B-C1DB780258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2" name="Freeform 174">
              <a:extLst>
                <a:ext uri="{FF2B5EF4-FFF2-40B4-BE49-F238E27FC236}">
                  <a16:creationId xmlns:a16="http://schemas.microsoft.com/office/drawing/2014/main" id="{D53FC464-92FE-CAC9-729F-82DCBEDF64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3" name="Freeform 175">
              <a:extLst>
                <a:ext uri="{FF2B5EF4-FFF2-40B4-BE49-F238E27FC236}">
                  <a16:creationId xmlns:a16="http://schemas.microsoft.com/office/drawing/2014/main" id="{664EFF0B-088F-385A-7682-1064E4863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4" name="Freeform 176">
              <a:extLst>
                <a:ext uri="{FF2B5EF4-FFF2-40B4-BE49-F238E27FC236}">
                  <a16:creationId xmlns:a16="http://schemas.microsoft.com/office/drawing/2014/main" id="{2C869043-8584-A45D-D246-CFF234C28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5" name="Freeform 177">
              <a:extLst>
                <a:ext uri="{FF2B5EF4-FFF2-40B4-BE49-F238E27FC236}">
                  <a16:creationId xmlns:a16="http://schemas.microsoft.com/office/drawing/2014/main" id="{FCAB7F68-213B-7547-3BC6-9955C606F5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6" name="Freeform 178">
              <a:extLst>
                <a:ext uri="{FF2B5EF4-FFF2-40B4-BE49-F238E27FC236}">
                  <a16:creationId xmlns:a16="http://schemas.microsoft.com/office/drawing/2014/main" id="{A41A1655-0186-8A1C-7CB5-CDE7613A5A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7" name="Freeform 179">
              <a:extLst>
                <a:ext uri="{FF2B5EF4-FFF2-40B4-BE49-F238E27FC236}">
                  <a16:creationId xmlns:a16="http://schemas.microsoft.com/office/drawing/2014/main" id="{9A43D279-3465-8581-508E-602150B3C7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8" name="Freeform 180">
              <a:extLst>
                <a:ext uri="{FF2B5EF4-FFF2-40B4-BE49-F238E27FC236}">
                  <a16:creationId xmlns:a16="http://schemas.microsoft.com/office/drawing/2014/main" id="{2B97148E-F4E3-9C7A-84E9-1E41B8BA7E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9" name="Freeform 181">
              <a:extLst>
                <a:ext uri="{FF2B5EF4-FFF2-40B4-BE49-F238E27FC236}">
                  <a16:creationId xmlns:a16="http://schemas.microsoft.com/office/drawing/2014/main" id="{8176B318-2729-3188-4EEC-21C928E410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5E028-A176-4E0A-C079-3D72DBDF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77C1DD-34BC-340A-94E6-BBC1FAD49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80C5E6-86D6-3AF1-C5D3-082C11C2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7FEBDA-7FAE-CE0D-1AB6-980C49D8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AB7AA1-9FD8-5791-68ED-DA7A1C78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AC9228-FABE-4F60-B4BD-62CDE8FA4C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0351082"/>
      </p:ext>
    </p:extLst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8C0AC-804F-BA66-B23D-5C6F032C8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585A38-79AA-2DA9-C564-1250BF476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CC67F4-86D0-8BA7-1028-09AC91B5B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4286A9-4AD4-22C8-87EA-6E4151BD7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F4BD6E-A81D-B9C8-C6A7-AD77195B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268B3F-E003-41CE-86DD-409DF94305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1255028"/>
      </p:ext>
    </p:extLst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7EC38-FF4A-5C43-3662-441837F8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0E2A25-442A-3688-6C3D-F3670C662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1919F4-1646-7666-8D38-D3195A444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5C9FA1-5BA1-D16E-E89D-975995F7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C924B6-F82D-53EE-511B-F484CDCF7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7958C2-786A-D55C-B7D0-83BBE274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629517-2C85-4234-87F3-5B21C628BE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6038938"/>
      </p:ext>
    </p:extLst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14D63-AA9D-FC4B-F1C8-FDE157EA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438C35-9ED2-C462-01A8-CFFB25557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E754B8-6E52-ECA6-97FA-6AD0D6C81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F49400-65FA-15E2-21F8-A8309758F8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9627A7-431B-DCD1-0BBB-9B32B8837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4A1F9D-808D-3253-A950-A16B66682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5A0EF4-2FD7-D5DD-351F-D849D4142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A2FAF33-961D-50A7-ED07-8FB7D6AE3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ACD982-A4C8-4082-808B-06C1F870AD7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8590478"/>
      </p:ext>
    </p:extLst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28D5E-DB64-9DE2-BA5A-B75396563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B55C84-E6A0-A117-1C3B-19139F0F6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F8062D-D94D-B829-1CD4-83C962B73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1E22AE-7FD3-7678-673B-965C7E82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A1B66E-1035-4160-B957-5F1650A717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9817640"/>
      </p:ext>
    </p:extLst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EAD2DB-DDEA-BD19-2B64-89E6AD21C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D13E69-A3FD-6784-F364-75ED3542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FF6E7A-8CA9-52E5-51CA-8269AE32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42D52E-EB8B-401A-9611-3DD12E915E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4205500"/>
      </p:ext>
    </p:extLst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C9206A-B7FE-65A3-0F3A-3F4ADC1F7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0AB620-817D-2E2E-BC26-F491AE3EE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1D78AA-FBCA-2363-3066-B60077AB1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EED7C8-333B-E3B6-4FD2-2C6C8D854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102B0A-30CE-C166-FB30-C45E500B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422ABB-D9C9-AD92-78C1-FC287B76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194295-BB4A-487D-8B3F-4FAA257DFF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1426446"/>
      </p:ext>
    </p:extLst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747F8-68EE-CF8E-444A-11D69A624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39DEF8-BD00-D042-2790-E84BF08A36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EB9BB0-ADFC-58EC-D9DE-31A8E6182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2AE51A-B73B-87D6-BA13-680C4B56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D63066-D910-EC0D-EEA7-45384B4D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528AC2-D7D2-90C0-DC84-8ED1CB07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269C52-8091-431C-B606-A119FAB3E6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6124106"/>
      </p:ext>
    </p:extLst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E7710-BC18-A8C7-58F7-CDB47247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D8798A-E9BD-8A11-9B00-3841979C9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B86CD4-C16E-8CE6-F8A2-BEE7E34EA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DE00D9-AC8A-66BE-53C1-575F1756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C0E393-FBB7-CC61-DEEB-8558044A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631313-9B33-4057-85A9-36FFE2D298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2830016"/>
      </p:ext>
    </p:extLst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E5B4C0-F3F0-627A-6142-1270254DE3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4013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41821A-D005-D6A1-B4EC-CB60E0981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8450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AAC269-BA59-72A5-163B-63D0C2DE8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493AA8-82E4-1410-3A97-52E63FA46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2F1D63-C0AA-6E27-8875-F50CFE7C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F1EF2B-37B2-480B-AA2C-DB91D864E7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3151913"/>
      </p:ext>
    </p:extLst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106" name="Group 2">
            <a:extLst>
              <a:ext uri="{FF2B5EF4-FFF2-40B4-BE49-F238E27FC236}">
                <a16:creationId xmlns:a16="http://schemas.microsoft.com/office/drawing/2014/main" id="{16FB9BAC-31FD-C5F1-39B6-5F2EBAF5568A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0"/>
            <a:ext cx="7891462" cy="6821488"/>
            <a:chOff x="349" y="23"/>
            <a:chExt cx="4971" cy="4297"/>
          </a:xfrm>
        </p:grpSpPr>
        <p:sp>
          <p:nvSpPr>
            <p:cNvPr id="175107" name="Rectangle 3">
              <a:extLst>
                <a:ext uri="{FF2B5EF4-FFF2-40B4-BE49-F238E27FC236}">
                  <a16:creationId xmlns:a16="http://schemas.microsoft.com/office/drawing/2014/main" id="{CA7FEEF8-9341-5756-621F-5242FD61A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8" name="Freeform 4">
              <a:extLst>
                <a:ext uri="{FF2B5EF4-FFF2-40B4-BE49-F238E27FC236}">
                  <a16:creationId xmlns:a16="http://schemas.microsoft.com/office/drawing/2014/main" id="{36CB992B-1440-D647-4FD5-880DA284B5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9" name="Freeform 5">
              <a:extLst>
                <a:ext uri="{FF2B5EF4-FFF2-40B4-BE49-F238E27FC236}">
                  <a16:creationId xmlns:a16="http://schemas.microsoft.com/office/drawing/2014/main" id="{3B30E670-274E-BBB5-CAF2-246D177D63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0" name="Freeform 6">
              <a:extLst>
                <a:ext uri="{FF2B5EF4-FFF2-40B4-BE49-F238E27FC236}">
                  <a16:creationId xmlns:a16="http://schemas.microsoft.com/office/drawing/2014/main" id="{68CFAB41-38C6-FAF3-EDF0-9E0B678375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1" name="Freeform 7">
              <a:extLst>
                <a:ext uri="{FF2B5EF4-FFF2-40B4-BE49-F238E27FC236}">
                  <a16:creationId xmlns:a16="http://schemas.microsoft.com/office/drawing/2014/main" id="{B82436D5-833F-00FE-3CFD-5160B92A7C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2" name="Freeform 8">
              <a:extLst>
                <a:ext uri="{FF2B5EF4-FFF2-40B4-BE49-F238E27FC236}">
                  <a16:creationId xmlns:a16="http://schemas.microsoft.com/office/drawing/2014/main" id="{B470D4D9-8C22-E627-09DE-A623450AE0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3" name="Freeform 9">
              <a:extLst>
                <a:ext uri="{FF2B5EF4-FFF2-40B4-BE49-F238E27FC236}">
                  <a16:creationId xmlns:a16="http://schemas.microsoft.com/office/drawing/2014/main" id="{11C77EFA-84DB-D42D-D1D0-721E2FAF83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4" name="Freeform 10">
              <a:extLst>
                <a:ext uri="{FF2B5EF4-FFF2-40B4-BE49-F238E27FC236}">
                  <a16:creationId xmlns:a16="http://schemas.microsoft.com/office/drawing/2014/main" id="{4FE03B26-2313-A0D4-0DD3-25E82D2CE3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5" name="Freeform 11">
              <a:extLst>
                <a:ext uri="{FF2B5EF4-FFF2-40B4-BE49-F238E27FC236}">
                  <a16:creationId xmlns:a16="http://schemas.microsoft.com/office/drawing/2014/main" id="{FAB38782-4774-DD32-01B5-AFB77E8A36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6" name="Freeform 12">
              <a:extLst>
                <a:ext uri="{FF2B5EF4-FFF2-40B4-BE49-F238E27FC236}">
                  <a16:creationId xmlns:a16="http://schemas.microsoft.com/office/drawing/2014/main" id="{A63D83BB-5856-7BCC-CDCD-2ED5BF3554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7" name="Freeform 13">
              <a:extLst>
                <a:ext uri="{FF2B5EF4-FFF2-40B4-BE49-F238E27FC236}">
                  <a16:creationId xmlns:a16="http://schemas.microsoft.com/office/drawing/2014/main" id="{50C3ED0C-4BF1-D9A5-2E0C-49BB33A698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8" name="Rectangle 14">
              <a:extLst>
                <a:ext uri="{FF2B5EF4-FFF2-40B4-BE49-F238E27FC236}">
                  <a16:creationId xmlns:a16="http://schemas.microsoft.com/office/drawing/2014/main" id="{0F573EF7-5B42-639E-0211-2DEDD5EF4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9" name="Rectangle 15">
              <a:extLst>
                <a:ext uri="{FF2B5EF4-FFF2-40B4-BE49-F238E27FC236}">
                  <a16:creationId xmlns:a16="http://schemas.microsoft.com/office/drawing/2014/main" id="{B34F5FDD-60F9-4D13-2896-1FB6C2AC7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0" name="Freeform 16">
              <a:extLst>
                <a:ext uri="{FF2B5EF4-FFF2-40B4-BE49-F238E27FC236}">
                  <a16:creationId xmlns:a16="http://schemas.microsoft.com/office/drawing/2014/main" id="{F13D8F66-F900-6333-5BDF-8020281CD6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1" name="Freeform 17">
              <a:extLst>
                <a:ext uri="{FF2B5EF4-FFF2-40B4-BE49-F238E27FC236}">
                  <a16:creationId xmlns:a16="http://schemas.microsoft.com/office/drawing/2014/main" id="{0670F8E9-956D-31B2-F74F-E0269D1F58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2" name="Freeform 18">
              <a:extLst>
                <a:ext uri="{FF2B5EF4-FFF2-40B4-BE49-F238E27FC236}">
                  <a16:creationId xmlns:a16="http://schemas.microsoft.com/office/drawing/2014/main" id="{66697A97-92ED-ACA8-B0BB-C0E0BE2972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3" name="Freeform 19">
              <a:extLst>
                <a:ext uri="{FF2B5EF4-FFF2-40B4-BE49-F238E27FC236}">
                  <a16:creationId xmlns:a16="http://schemas.microsoft.com/office/drawing/2014/main" id="{42116AD9-6536-5AAB-9A48-F88D8D8333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4" name="Freeform 20">
              <a:extLst>
                <a:ext uri="{FF2B5EF4-FFF2-40B4-BE49-F238E27FC236}">
                  <a16:creationId xmlns:a16="http://schemas.microsoft.com/office/drawing/2014/main" id="{68A37D5C-EEAC-68B7-6266-7F2D268F25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5" name="Freeform 21">
              <a:extLst>
                <a:ext uri="{FF2B5EF4-FFF2-40B4-BE49-F238E27FC236}">
                  <a16:creationId xmlns:a16="http://schemas.microsoft.com/office/drawing/2014/main" id="{549F02FE-AAAC-70CD-7E3A-442078FE67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6" name="Freeform 22">
              <a:extLst>
                <a:ext uri="{FF2B5EF4-FFF2-40B4-BE49-F238E27FC236}">
                  <a16:creationId xmlns:a16="http://schemas.microsoft.com/office/drawing/2014/main" id="{4117C5BD-924E-DD96-172F-E40EC97B3A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7" name="Freeform 23">
              <a:extLst>
                <a:ext uri="{FF2B5EF4-FFF2-40B4-BE49-F238E27FC236}">
                  <a16:creationId xmlns:a16="http://schemas.microsoft.com/office/drawing/2014/main" id="{854747A7-3F6F-D2DA-86DF-2B0449F1AC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8" name="Freeform 24">
              <a:extLst>
                <a:ext uri="{FF2B5EF4-FFF2-40B4-BE49-F238E27FC236}">
                  <a16:creationId xmlns:a16="http://schemas.microsoft.com/office/drawing/2014/main" id="{330A8827-EDB1-3593-4837-56A891BD77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9" name="Freeform 25">
              <a:extLst>
                <a:ext uri="{FF2B5EF4-FFF2-40B4-BE49-F238E27FC236}">
                  <a16:creationId xmlns:a16="http://schemas.microsoft.com/office/drawing/2014/main" id="{61CEBA28-5D59-76F4-E898-2793E40989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0" name="Rectangle 26">
              <a:extLst>
                <a:ext uri="{FF2B5EF4-FFF2-40B4-BE49-F238E27FC236}">
                  <a16:creationId xmlns:a16="http://schemas.microsoft.com/office/drawing/2014/main" id="{254743BC-499C-19B7-3FFB-969A04096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1" name="Rectangle 27">
              <a:extLst>
                <a:ext uri="{FF2B5EF4-FFF2-40B4-BE49-F238E27FC236}">
                  <a16:creationId xmlns:a16="http://schemas.microsoft.com/office/drawing/2014/main" id="{5EF8CF97-E33A-25EA-FCC6-20CB3BA10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2" name="Freeform 28">
              <a:extLst>
                <a:ext uri="{FF2B5EF4-FFF2-40B4-BE49-F238E27FC236}">
                  <a16:creationId xmlns:a16="http://schemas.microsoft.com/office/drawing/2014/main" id="{5210AF90-0A07-7939-176E-6CC1E1067E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3" name="Freeform 29">
              <a:extLst>
                <a:ext uri="{FF2B5EF4-FFF2-40B4-BE49-F238E27FC236}">
                  <a16:creationId xmlns:a16="http://schemas.microsoft.com/office/drawing/2014/main" id="{D49E017D-41A3-66AA-F861-70CE8250B4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4" name="Freeform 30">
              <a:extLst>
                <a:ext uri="{FF2B5EF4-FFF2-40B4-BE49-F238E27FC236}">
                  <a16:creationId xmlns:a16="http://schemas.microsoft.com/office/drawing/2014/main" id="{05C998B9-5C12-A76A-0C7A-777FA988C7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5" name="Freeform 31">
              <a:extLst>
                <a:ext uri="{FF2B5EF4-FFF2-40B4-BE49-F238E27FC236}">
                  <a16:creationId xmlns:a16="http://schemas.microsoft.com/office/drawing/2014/main" id="{722F5892-3DB8-E61A-F3A9-C3933B41CD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6" name="Freeform 32">
              <a:extLst>
                <a:ext uri="{FF2B5EF4-FFF2-40B4-BE49-F238E27FC236}">
                  <a16:creationId xmlns:a16="http://schemas.microsoft.com/office/drawing/2014/main" id="{3ED1DA0E-93B8-BCA8-CDB6-5592CC14B9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7" name="Freeform 33">
              <a:extLst>
                <a:ext uri="{FF2B5EF4-FFF2-40B4-BE49-F238E27FC236}">
                  <a16:creationId xmlns:a16="http://schemas.microsoft.com/office/drawing/2014/main" id="{6C250AAF-80A1-F7E0-3FB7-7022ED2786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8" name="Freeform 34">
              <a:extLst>
                <a:ext uri="{FF2B5EF4-FFF2-40B4-BE49-F238E27FC236}">
                  <a16:creationId xmlns:a16="http://schemas.microsoft.com/office/drawing/2014/main" id="{92AD44AB-9A73-9F38-341B-D14E117BA3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9" name="Freeform 35">
              <a:extLst>
                <a:ext uri="{FF2B5EF4-FFF2-40B4-BE49-F238E27FC236}">
                  <a16:creationId xmlns:a16="http://schemas.microsoft.com/office/drawing/2014/main" id="{2508E43C-059F-0635-B9E6-3653EEBDC2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0" name="Freeform 36">
              <a:extLst>
                <a:ext uri="{FF2B5EF4-FFF2-40B4-BE49-F238E27FC236}">
                  <a16:creationId xmlns:a16="http://schemas.microsoft.com/office/drawing/2014/main" id="{343A97E1-0383-7255-F90C-BCA5B0B044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1" name="Freeform 37">
              <a:extLst>
                <a:ext uri="{FF2B5EF4-FFF2-40B4-BE49-F238E27FC236}">
                  <a16:creationId xmlns:a16="http://schemas.microsoft.com/office/drawing/2014/main" id="{18FDA943-821A-146E-913F-982956DECC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2" name="Rectangle 38">
              <a:extLst>
                <a:ext uri="{FF2B5EF4-FFF2-40B4-BE49-F238E27FC236}">
                  <a16:creationId xmlns:a16="http://schemas.microsoft.com/office/drawing/2014/main" id="{906B52D3-C804-CAB5-C14A-9A1E10090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3" name="Rectangle 39">
              <a:extLst>
                <a:ext uri="{FF2B5EF4-FFF2-40B4-BE49-F238E27FC236}">
                  <a16:creationId xmlns:a16="http://schemas.microsoft.com/office/drawing/2014/main" id="{5E6FB5B7-C3D2-760A-79A5-DA0D926BA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4" name="Freeform 40">
              <a:extLst>
                <a:ext uri="{FF2B5EF4-FFF2-40B4-BE49-F238E27FC236}">
                  <a16:creationId xmlns:a16="http://schemas.microsoft.com/office/drawing/2014/main" id="{4587941F-22CD-6E73-1668-8D23C2440F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5" name="Freeform 41">
              <a:extLst>
                <a:ext uri="{FF2B5EF4-FFF2-40B4-BE49-F238E27FC236}">
                  <a16:creationId xmlns:a16="http://schemas.microsoft.com/office/drawing/2014/main" id="{DF8FB8D5-FF82-6423-D860-206ACF4EDB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6" name="Freeform 42">
              <a:extLst>
                <a:ext uri="{FF2B5EF4-FFF2-40B4-BE49-F238E27FC236}">
                  <a16:creationId xmlns:a16="http://schemas.microsoft.com/office/drawing/2014/main" id="{5C0B351A-D7A6-3F62-61FC-480092357A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7" name="Freeform 43">
              <a:extLst>
                <a:ext uri="{FF2B5EF4-FFF2-40B4-BE49-F238E27FC236}">
                  <a16:creationId xmlns:a16="http://schemas.microsoft.com/office/drawing/2014/main" id="{9A8D7C90-EC27-4FE3-9912-0BA8186C69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8" name="Freeform 44">
              <a:extLst>
                <a:ext uri="{FF2B5EF4-FFF2-40B4-BE49-F238E27FC236}">
                  <a16:creationId xmlns:a16="http://schemas.microsoft.com/office/drawing/2014/main" id="{172438DC-CFAD-1A93-8787-F187342340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9" name="Freeform 45">
              <a:extLst>
                <a:ext uri="{FF2B5EF4-FFF2-40B4-BE49-F238E27FC236}">
                  <a16:creationId xmlns:a16="http://schemas.microsoft.com/office/drawing/2014/main" id="{C915D3F9-A680-AA83-30D7-2DFA98F180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0" name="Freeform 46">
              <a:extLst>
                <a:ext uri="{FF2B5EF4-FFF2-40B4-BE49-F238E27FC236}">
                  <a16:creationId xmlns:a16="http://schemas.microsoft.com/office/drawing/2014/main" id="{EBA435A3-398E-8720-CE0A-96B79C2DF6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1" name="Freeform 47">
              <a:extLst>
                <a:ext uri="{FF2B5EF4-FFF2-40B4-BE49-F238E27FC236}">
                  <a16:creationId xmlns:a16="http://schemas.microsoft.com/office/drawing/2014/main" id="{1B0C0511-CB55-A451-A67B-25049E69BB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2" name="Freeform 48">
              <a:extLst>
                <a:ext uri="{FF2B5EF4-FFF2-40B4-BE49-F238E27FC236}">
                  <a16:creationId xmlns:a16="http://schemas.microsoft.com/office/drawing/2014/main" id="{2ECC4A70-21EE-50E8-7D06-881D923349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3" name="Freeform 49">
              <a:extLst>
                <a:ext uri="{FF2B5EF4-FFF2-40B4-BE49-F238E27FC236}">
                  <a16:creationId xmlns:a16="http://schemas.microsoft.com/office/drawing/2014/main" id="{6CA35DED-E5A8-D3EE-F0FD-C4BA4417D3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4" name="Rectangle 50">
              <a:extLst>
                <a:ext uri="{FF2B5EF4-FFF2-40B4-BE49-F238E27FC236}">
                  <a16:creationId xmlns:a16="http://schemas.microsoft.com/office/drawing/2014/main" id="{ECB0B056-143E-D5DB-4616-731B81142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5" name="Rectangle 51">
              <a:extLst>
                <a:ext uri="{FF2B5EF4-FFF2-40B4-BE49-F238E27FC236}">
                  <a16:creationId xmlns:a16="http://schemas.microsoft.com/office/drawing/2014/main" id="{DDE95918-9B33-41B1-A187-D6170AF48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6" name="Freeform 52">
              <a:extLst>
                <a:ext uri="{FF2B5EF4-FFF2-40B4-BE49-F238E27FC236}">
                  <a16:creationId xmlns:a16="http://schemas.microsoft.com/office/drawing/2014/main" id="{30506F54-0C2E-5FDC-3B43-5A72E0D5BC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7" name="Freeform 53">
              <a:extLst>
                <a:ext uri="{FF2B5EF4-FFF2-40B4-BE49-F238E27FC236}">
                  <a16:creationId xmlns:a16="http://schemas.microsoft.com/office/drawing/2014/main" id="{7409AE40-FDD7-A4DF-E77B-B5D8883DAC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8" name="Freeform 54">
              <a:extLst>
                <a:ext uri="{FF2B5EF4-FFF2-40B4-BE49-F238E27FC236}">
                  <a16:creationId xmlns:a16="http://schemas.microsoft.com/office/drawing/2014/main" id="{06B1D5C0-81A4-AC4E-6F21-D8C2FDE954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9" name="Freeform 55">
              <a:extLst>
                <a:ext uri="{FF2B5EF4-FFF2-40B4-BE49-F238E27FC236}">
                  <a16:creationId xmlns:a16="http://schemas.microsoft.com/office/drawing/2014/main" id="{F462AC9A-7E9D-8177-EE1F-95D042E1AE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0" name="Freeform 56">
              <a:extLst>
                <a:ext uri="{FF2B5EF4-FFF2-40B4-BE49-F238E27FC236}">
                  <a16:creationId xmlns:a16="http://schemas.microsoft.com/office/drawing/2014/main" id="{DDD9E349-575D-DF7F-CE86-C2E85A1FC3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1" name="Freeform 57">
              <a:extLst>
                <a:ext uri="{FF2B5EF4-FFF2-40B4-BE49-F238E27FC236}">
                  <a16:creationId xmlns:a16="http://schemas.microsoft.com/office/drawing/2014/main" id="{0BE7C490-1648-4C47-37FB-8083AD3255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2" name="Freeform 58">
              <a:extLst>
                <a:ext uri="{FF2B5EF4-FFF2-40B4-BE49-F238E27FC236}">
                  <a16:creationId xmlns:a16="http://schemas.microsoft.com/office/drawing/2014/main" id="{7933FCB7-6278-B72B-66E6-253E3B81B0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3" name="Freeform 59">
              <a:extLst>
                <a:ext uri="{FF2B5EF4-FFF2-40B4-BE49-F238E27FC236}">
                  <a16:creationId xmlns:a16="http://schemas.microsoft.com/office/drawing/2014/main" id="{C82BF2BB-3BC7-48B2-E345-2F22A06CE1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4" name="Freeform 60">
              <a:extLst>
                <a:ext uri="{FF2B5EF4-FFF2-40B4-BE49-F238E27FC236}">
                  <a16:creationId xmlns:a16="http://schemas.microsoft.com/office/drawing/2014/main" id="{18C4320C-3151-1F73-97D0-4E57CDB8B9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5" name="Freeform 61">
              <a:extLst>
                <a:ext uri="{FF2B5EF4-FFF2-40B4-BE49-F238E27FC236}">
                  <a16:creationId xmlns:a16="http://schemas.microsoft.com/office/drawing/2014/main" id="{BFD2BC29-29A7-EBD2-524B-F3AE5521A7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6" name="Rectangle 62">
              <a:extLst>
                <a:ext uri="{FF2B5EF4-FFF2-40B4-BE49-F238E27FC236}">
                  <a16:creationId xmlns:a16="http://schemas.microsoft.com/office/drawing/2014/main" id="{A2F3342E-363C-679E-57B9-89F4685A4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7" name="Rectangle 63">
              <a:extLst>
                <a:ext uri="{FF2B5EF4-FFF2-40B4-BE49-F238E27FC236}">
                  <a16:creationId xmlns:a16="http://schemas.microsoft.com/office/drawing/2014/main" id="{52A5B933-BA38-18ED-0318-BF3127013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8" name="Freeform 64">
              <a:extLst>
                <a:ext uri="{FF2B5EF4-FFF2-40B4-BE49-F238E27FC236}">
                  <a16:creationId xmlns:a16="http://schemas.microsoft.com/office/drawing/2014/main" id="{CFC789EA-15C1-7621-DF0E-90B8D4BE0A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9" name="Freeform 65">
              <a:extLst>
                <a:ext uri="{FF2B5EF4-FFF2-40B4-BE49-F238E27FC236}">
                  <a16:creationId xmlns:a16="http://schemas.microsoft.com/office/drawing/2014/main" id="{5D480C3D-A10F-BB09-CACF-313E34520E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0" name="Freeform 66">
              <a:extLst>
                <a:ext uri="{FF2B5EF4-FFF2-40B4-BE49-F238E27FC236}">
                  <a16:creationId xmlns:a16="http://schemas.microsoft.com/office/drawing/2014/main" id="{1DA4E895-06D6-CEC4-674F-238431470A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1" name="Freeform 67">
              <a:extLst>
                <a:ext uri="{FF2B5EF4-FFF2-40B4-BE49-F238E27FC236}">
                  <a16:creationId xmlns:a16="http://schemas.microsoft.com/office/drawing/2014/main" id="{7FA54AFE-53A6-9590-7770-92829D5764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2" name="Freeform 68">
              <a:extLst>
                <a:ext uri="{FF2B5EF4-FFF2-40B4-BE49-F238E27FC236}">
                  <a16:creationId xmlns:a16="http://schemas.microsoft.com/office/drawing/2014/main" id="{19A824AD-4025-15AB-EE00-088EF7BEC2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3" name="Freeform 69">
              <a:extLst>
                <a:ext uri="{FF2B5EF4-FFF2-40B4-BE49-F238E27FC236}">
                  <a16:creationId xmlns:a16="http://schemas.microsoft.com/office/drawing/2014/main" id="{49C1E906-A331-A39E-C35F-21411BF94A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4" name="Freeform 70">
              <a:extLst>
                <a:ext uri="{FF2B5EF4-FFF2-40B4-BE49-F238E27FC236}">
                  <a16:creationId xmlns:a16="http://schemas.microsoft.com/office/drawing/2014/main" id="{8C791026-3211-2326-85B7-E2A4F69E07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5" name="Freeform 71">
              <a:extLst>
                <a:ext uri="{FF2B5EF4-FFF2-40B4-BE49-F238E27FC236}">
                  <a16:creationId xmlns:a16="http://schemas.microsoft.com/office/drawing/2014/main" id="{47F58A26-33B3-97B0-3C36-8932567B52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6" name="Freeform 72">
              <a:extLst>
                <a:ext uri="{FF2B5EF4-FFF2-40B4-BE49-F238E27FC236}">
                  <a16:creationId xmlns:a16="http://schemas.microsoft.com/office/drawing/2014/main" id="{7F4CC690-9EE2-7141-96E2-B3326B05CD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7" name="Freeform 73">
              <a:extLst>
                <a:ext uri="{FF2B5EF4-FFF2-40B4-BE49-F238E27FC236}">
                  <a16:creationId xmlns:a16="http://schemas.microsoft.com/office/drawing/2014/main" id="{BDD8F4AB-7F11-531F-03F1-4A59EA1E66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8" name="Rectangle 74">
              <a:extLst>
                <a:ext uri="{FF2B5EF4-FFF2-40B4-BE49-F238E27FC236}">
                  <a16:creationId xmlns:a16="http://schemas.microsoft.com/office/drawing/2014/main" id="{4A10490F-0D9C-6E4B-7602-38366BFE3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9" name="Rectangle 75">
              <a:extLst>
                <a:ext uri="{FF2B5EF4-FFF2-40B4-BE49-F238E27FC236}">
                  <a16:creationId xmlns:a16="http://schemas.microsoft.com/office/drawing/2014/main" id="{9A55386B-B496-5DCA-A477-B37A9E6FA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0" name="Freeform 76">
              <a:extLst>
                <a:ext uri="{FF2B5EF4-FFF2-40B4-BE49-F238E27FC236}">
                  <a16:creationId xmlns:a16="http://schemas.microsoft.com/office/drawing/2014/main" id="{2057DA59-876F-4914-50B0-9A061399F7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1" name="Freeform 77">
              <a:extLst>
                <a:ext uri="{FF2B5EF4-FFF2-40B4-BE49-F238E27FC236}">
                  <a16:creationId xmlns:a16="http://schemas.microsoft.com/office/drawing/2014/main" id="{F720F8EF-12B3-44EA-C2F2-F73CC60D20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2" name="Freeform 78">
              <a:extLst>
                <a:ext uri="{FF2B5EF4-FFF2-40B4-BE49-F238E27FC236}">
                  <a16:creationId xmlns:a16="http://schemas.microsoft.com/office/drawing/2014/main" id="{5DF44BCF-4798-F19D-1280-12FF7333E1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3" name="Freeform 79">
              <a:extLst>
                <a:ext uri="{FF2B5EF4-FFF2-40B4-BE49-F238E27FC236}">
                  <a16:creationId xmlns:a16="http://schemas.microsoft.com/office/drawing/2014/main" id="{6D9137D7-51A9-2974-D0A8-4949DA87DD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4" name="Freeform 80">
              <a:extLst>
                <a:ext uri="{FF2B5EF4-FFF2-40B4-BE49-F238E27FC236}">
                  <a16:creationId xmlns:a16="http://schemas.microsoft.com/office/drawing/2014/main" id="{E252E474-D2C8-610D-ADF1-722534D665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5" name="Freeform 81">
              <a:extLst>
                <a:ext uri="{FF2B5EF4-FFF2-40B4-BE49-F238E27FC236}">
                  <a16:creationId xmlns:a16="http://schemas.microsoft.com/office/drawing/2014/main" id="{94BF0554-FE68-E521-7AA8-16653835F7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6" name="Freeform 82">
              <a:extLst>
                <a:ext uri="{FF2B5EF4-FFF2-40B4-BE49-F238E27FC236}">
                  <a16:creationId xmlns:a16="http://schemas.microsoft.com/office/drawing/2014/main" id="{4C4429FB-6956-AE46-D7F0-B9305ECA65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7" name="Freeform 83">
              <a:extLst>
                <a:ext uri="{FF2B5EF4-FFF2-40B4-BE49-F238E27FC236}">
                  <a16:creationId xmlns:a16="http://schemas.microsoft.com/office/drawing/2014/main" id="{342C8506-D64F-5CBF-A1EF-78942DBCDC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8" name="Freeform 84">
              <a:extLst>
                <a:ext uri="{FF2B5EF4-FFF2-40B4-BE49-F238E27FC236}">
                  <a16:creationId xmlns:a16="http://schemas.microsoft.com/office/drawing/2014/main" id="{89012649-26AA-8762-9EA6-F7C604BDA0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9" name="Freeform 85">
              <a:extLst>
                <a:ext uri="{FF2B5EF4-FFF2-40B4-BE49-F238E27FC236}">
                  <a16:creationId xmlns:a16="http://schemas.microsoft.com/office/drawing/2014/main" id="{02D017DF-8BA9-3DC2-A12D-72FEB2AAD9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0" name="Rectangle 86">
              <a:extLst>
                <a:ext uri="{FF2B5EF4-FFF2-40B4-BE49-F238E27FC236}">
                  <a16:creationId xmlns:a16="http://schemas.microsoft.com/office/drawing/2014/main" id="{E8DBE96F-8494-19D7-3075-596964127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1" name="Rectangle 87">
              <a:extLst>
                <a:ext uri="{FF2B5EF4-FFF2-40B4-BE49-F238E27FC236}">
                  <a16:creationId xmlns:a16="http://schemas.microsoft.com/office/drawing/2014/main" id="{C9A7A899-ACEF-68A2-C184-5843D0848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2" name="Freeform 88">
              <a:extLst>
                <a:ext uri="{FF2B5EF4-FFF2-40B4-BE49-F238E27FC236}">
                  <a16:creationId xmlns:a16="http://schemas.microsoft.com/office/drawing/2014/main" id="{7D1C339D-7AEB-BC67-3A22-BE766B38D5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3" name="Freeform 89">
              <a:extLst>
                <a:ext uri="{FF2B5EF4-FFF2-40B4-BE49-F238E27FC236}">
                  <a16:creationId xmlns:a16="http://schemas.microsoft.com/office/drawing/2014/main" id="{B866D914-3F98-C963-EF8B-F3EA8C77B4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4" name="Freeform 90">
              <a:extLst>
                <a:ext uri="{FF2B5EF4-FFF2-40B4-BE49-F238E27FC236}">
                  <a16:creationId xmlns:a16="http://schemas.microsoft.com/office/drawing/2014/main" id="{5BBDFA6D-D67A-1AEF-9208-90D58EDA4C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5" name="Freeform 91">
              <a:extLst>
                <a:ext uri="{FF2B5EF4-FFF2-40B4-BE49-F238E27FC236}">
                  <a16:creationId xmlns:a16="http://schemas.microsoft.com/office/drawing/2014/main" id="{73D959BF-5E92-B229-A7AC-65F80668E5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6" name="Freeform 92">
              <a:extLst>
                <a:ext uri="{FF2B5EF4-FFF2-40B4-BE49-F238E27FC236}">
                  <a16:creationId xmlns:a16="http://schemas.microsoft.com/office/drawing/2014/main" id="{0CF7D690-65B9-E9C4-303A-A4263B55CC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7" name="Freeform 93">
              <a:extLst>
                <a:ext uri="{FF2B5EF4-FFF2-40B4-BE49-F238E27FC236}">
                  <a16:creationId xmlns:a16="http://schemas.microsoft.com/office/drawing/2014/main" id="{6EAA5C7E-EA04-90CD-7A57-63F7C63C19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8" name="Freeform 94">
              <a:extLst>
                <a:ext uri="{FF2B5EF4-FFF2-40B4-BE49-F238E27FC236}">
                  <a16:creationId xmlns:a16="http://schemas.microsoft.com/office/drawing/2014/main" id="{CE8E4814-5AFE-787E-B85D-17DB23A54E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9" name="Freeform 95">
              <a:extLst>
                <a:ext uri="{FF2B5EF4-FFF2-40B4-BE49-F238E27FC236}">
                  <a16:creationId xmlns:a16="http://schemas.microsoft.com/office/drawing/2014/main" id="{CBEE33B4-E1E5-6B3E-095B-E9D54B789B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0" name="Freeform 96">
              <a:extLst>
                <a:ext uri="{FF2B5EF4-FFF2-40B4-BE49-F238E27FC236}">
                  <a16:creationId xmlns:a16="http://schemas.microsoft.com/office/drawing/2014/main" id="{D091653B-9518-89C6-74E9-AEE8AD164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1" name="Freeform 97">
              <a:extLst>
                <a:ext uri="{FF2B5EF4-FFF2-40B4-BE49-F238E27FC236}">
                  <a16:creationId xmlns:a16="http://schemas.microsoft.com/office/drawing/2014/main" id="{ED1A9618-9C72-BEEB-0750-F648EE85DB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2" name="Rectangle 98">
              <a:extLst>
                <a:ext uri="{FF2B5EF4-FFF2-40B4-BE49-F238E27FC236}">
                  <a16:creationId xmlns:a16="http://schemas.microsoft.com/office/drawing/2014/main" id="{C74EFCEE-7796-9B97-C9DD-7D42897CB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3" name="Rectangle 99">
              <a:extLst>
                <a:ext uri="{FF2B5EF4-FFF2-40B4-BE49-F238E27FC236}">
                  <a16:creationId xmlns:a16="http://schemas.microsoft.com/office/drawing/2014/main" id="{7C5EE610-8E12-9221-0E55-78E1DC795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4" name="Freeform 100">
              <a:extLst>
                <a:ext uri="{FF2B5EF4-FFF2-40B4-BE49-F238E27FC236}">
                  <a16:creationId xmlns:a16="http://schemas.microsoft.com/office/drawing/2014/main" id="{FA365F44-D19D-77C2-7556-4A97584DF0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5" name="Freeform 101">
              <a:extLst>
                <a:ext uri="{FF2B5EF4-FFF2-40B4-BE49-F238E27FC236}">
                  <a16:creationId xmlns:a16="http://schemas.microsoft.com/office/drawing/2014/main" id="{6AED7CDF-35AF-3958-B230-2C823E5273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6" name="Freeform 102">
              <a:extLst>
                <a:ext uri="{FF2B5EF4-FFF2-40B4-BE49-F238E27FC236}">
                  <a16:creationId xmlns:a16="http://schemas.microsoft.com/office/drawing/2014/main" id="{37E8E86D-285B-A375-C088-4CED42B04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7" name="Freeform 103">
              <a:extLst>
                <a:ext uri="{FF2B5EF4-FFF2-40B4-BE49-F238E27FC236}">
                  <a16:creationId xmlns:a16="http://schemas.microsoft.com/office/drawing/2014/main" id="{C67F8C80-6A09-8510-9E7B-2FC1107AE6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8" name="Freeform 104">
              <a:extLst>
                <a:ext uri="{FF2B5EF4-FFF2-40B4-BE49-F238E27FC236}">
                  <a16:creationId xmlns:a16="http://schemas.microsoft.com/office/drawing/2014/main" id="{5862272C-BA7E-3FCE-E697-79FFBDAAC6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9" name="Freeform 105">
              <a:extLst>
                <a:ext uri="{FF2B5EF4-FFF2-40B4-BE49-F238E27FC236}">
                  <a16:creationId xmlns:a16="http://schemas.microsoft.com/office/drawing/2014/main" id="{62148F01-D360-7D12-E77A-3AB420501E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0" name="Freeform 106">
              <a:extLst>
                <a:ext uri="{FF2B5EF4-FFF2-40B4-BE49-F238E27FC236}">
                  <a16:creationId xmlns:a16="http://schemas.microsoft.com/office/drawing/2014/main" id="{B4B8EF66-7E23-7E64-FB83-E6ADC88C9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1" name="Freeform 107">
              <a:extLst>
                <a:ext uri="{FF2B5EF4-FFF2-40B4-BE49-F238E27FC236}">
                  <a16:creationId xmlns:a16="http://schemas.microsoft.com/office/drawing/2014/main" id="{7DBD60AB-BE99-FFAA-CD58-0D9107BFD2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2" name="Freeform 108">
              <a:extLst>
                <a:ext uri="{FF2B5EF4-FFF2-40B4-BE49-F238E27FC236}">
                  <a16:creationId xmlns:a16="http://schemas.microsoft.com/office/drawing/2014/main" id="{9A98B01F-1487-08DB-4961-1D2AE8C581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3" name="Freeform 109">
              <a:extLst>
                <a:ext uri="{FF2B5EF4-FFF2-40B4-BE49-F238E27FC236}">
                  <a16:creationId xmlns:a16="http://schemas.microsoft.com/office/drawing/2014/main" id="{505C4ED4-57E9-C703-6DF5-FD10FC5FEC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4" name="Rectangle 110">
              <a:extLst>
                <a:ext uri="{FF2B5EF4-FFF2-40B4-BE49-F238E27FC236}">
                  <a16:creationId xmlns:a16="http://schemas.microsoft.com/office/drawing/2014/main" id="{81C1207D-41B8-7982-CF10-0218FD3DF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5" name="Rectangle 111">
              <a:extLst>
                <a:ext uri="{FF2B5EF4-FFF2-40B4-BE49-F238E27FC236}">
                  <a16:creationId xmlns:a16="http://schemas.microsoft.com/office/drawing/2014/main" id="{7146CBED-08A2-D4B6-F8A0-90A49A0F7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6" name="Freeform 112">
              <a:extLst>
                <a:ext uri="{FF2B5EF4-FFF2-40B4-BE49-F238E27FC236}">
                  <a16:creationId xmlns:a16="http://schemas.microsoft.com/office/drawing/2014/main" id="{BACE3F01-9C8E-C7BE-E5C0-F904FB630B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7" name="Freeform 113">
              <a:extLst>
                <a:ext uri="{FF2B5EF4-FFF2-40B4-BE49-F238E27FC236}">
                  <a16:creationId xmlns:a16="http://schemas.microsoft.com/office/drawing/2014/main" id="{4A2E748D-A746-F413-2EDD-5264C85813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8" name="Freeform 114">
              <a:extLst>
                <a:ext uri="{FF2B5EF4-FFF2-40B4-BE49-F238E27FC236}">
                  <a16:creationId xmlns:a16="http://schemas.microsoft.com/office/drawing/2014/main" id="{2141E06F-9D8B-6A8D-17B8-CC270EA17E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9" name="Freeform 115">
              <a:extLst>
                <a:ext uri="{FF2B5EF4-FFF2-40B4-BE49-F238E27FC236}">
                  <a16:creationId xmlns:a16="http://schemas.microsoft.com/office/drawing/2014/main" id="{CCADF1D9-B382-561B-BBD3-D5664BE3CA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0" name="Freeform 116">
              <a:extLst>
                <a:ext uri="{FF2B5EF4-FFF2-40B4-BE49-F238E27FC236}">
                  <a16:creationId xmlns:a16="http://schemas.microsoft.com/office/drawing/2014/main" id="{98769260-F2A4-4E5F-6201-D85A5B2F24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1" name="Freeform 117">
              <a:extLst>
                <a:ext uri="{FF2B5EF4-FFF2-40B4-BE49-F238E27FC236}">
                  <a16:creationId xmlns:a16="http://schemas.microsoft.com/office/drawing/2014/main" id="{CC84D303-6B52-4941-FDB5-DCEAE4C50E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2" name="Freeform 118">
              <a:extLst>
                <a:ext uri="{FF2B5EF4-FFF2-40B4-BE49-F238E27FC236}">
                  <a16:creationId xmlns:a16="http://schemas.microsoft.com/office/drawing/2014/main" id="{8D3AF378-841F-545B-4341-B0FF58F396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3" name="Freeform 119">
              <a:extLst>
                <a:ext uri="{FF2B5EF4-FFF2-40B4-BE49-F238E27FC236}">
                  <a16:creationId xmlns:a16="http://schemas.microsoft.com/office/drawing/2014/main" id="{2B1A4B34-8419-C97A-6DEF-BEBC291E9A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4" name="Freeform 120">
              <a:extLst>
                <a:ext uri="{FF2B5EF4-FFF2-40B4-BE49-F238E27FC236}">
                  <a16:creationId xmlns:a16="http://schemas.microsoft.com/office/drawing/2014/main" id="{7303C5BE-4AD2-36FE-AFBF-49DAED7836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5" name="Freeform 121">
              <a:extLst>
                <a:ext uri="{FF2B5EF4-FFF2-40B4-BE49-F238E27FC236}">
                  <a16:creationId xmlns:a16="http://schemas.microsoft.com/office/drawing/2014/main" id="{471A6BDF-35DB-31E9-A09F-25BEF8F078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6" name="Rectangle 122">
              <a:extLst>
                <a:ext uri="{FF2B5EF4-FFF2-40B4-BE49-F238E27FC236}">
                  <a16:creationId xmlns:a16="http://schemas.microsoft.com/office/drawing/2014/main" id="{F54792B5-D4BB-A410-D0B6-15A7C94E3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7" name="Rectangle 123">
              <a:extLst>
                <a:ext uri="{FF2B5EF4-FFF2-40B4-BE49-F238E27FC236}">
                  <a16:creationId xmlns:a16="http://schemas.microsoft.com/office/drawing/2014/main" id="{5AC77CBF-5CA5-040C-623E-BF57C4275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8" name="Freeform 124">
              <a:extLst>
                <a:ext uri="{FF2B5EF4-FFF2-40B4-BE49-F238E27FC236}">
                  <a16:creationId xmlns:a16="http://schemas.microsoft.com/office/drawing/2014/main" id="{05828BDF-F35D-6B33-1925-158D8B9AE8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9" name="Freeform 125">
              <a:extLst>
                <a:ext uri="{FF2B5EF4-FFF2-40B4-BE49-F238E27FC236}">
                  <a16:creationId xmlns:a16="http://schemas.microsoft.com/office/drawing/2014/main" id="{2592FCFE-27F0-1F65-151F-44908CB93F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0" name="Freeform 126">
              <a:extLst>
                <a:ext uri="{FF2B5EF4-FFF2-40B4-BE49-F238E27FC236}">
                  <a16:creationId xmlns:a16="http://schemas.microsoft.com/office/drawing/2014/main" id="{E1AEE8AC-9BE9-9522-A733-CFD58ED4C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1" name="Freeform 127">
              <a:extLst>
                <a:ext uri="{FF2B5EF4-FFF2-40B4-BE49-F238E27FC236}">
                  <a16:creationId xmlns:a16="http://schemas.microsoft.com/office/drawing/2014/main" id="{434B4B38-FEB7-CF50-10D4-9BEBEB1F5A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2" name="Freeform 128">
              <a:extLst>
                <a:ext uri="{FF2B5EF4-FFF2-40B4-BE49-F238E27FC236}">
                  <a16:creationId xmlns:a16="http://schemas.microsoft.com/office/drawing/2014/main" id="{157A5824-1D22-4794-3954-F590EC1905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3" name="Freeform 129">
              <a:extLst>
                <a:ext uri="{FF2B5EF4-FFF2-40B4-BE49-F238E27FC236}">
                  <a16:creationId xmlns:a16="http://schemas.microsoft.com/office/drawing/2014/main" id="{1B7FF9CC-10F2-47E4-6D1D-B8435F5A22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4" name="Freeform 130">
              <a:extLst>
                <a:ext uri="{FF2B5EF4-FFF2-40B4-BE49-F238E27FC236}">
                  <a16:creationId xmlns:a16="http://schemas.microsoft.com/office/drawing/2014/main" id="{69C2358A-8EBB-4E2F-9878-F630C78415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5" name="Freeform 131">
              <a:extLst>
                <a:ext uri="{FF2B5EF4-FFF2-40B4-BE49-F238E27FC236}">
                  <a16:creationId xmlns:a16="http://schemas.microsoft.com/office/drawing/2014/main" id="{EC99A00F-309F-E462-E497-CFDF5F3528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6" name="Freeform 132">
              <a:extLst>
                <a:ext uri="{FF2B5EF4-FFF2-40B4-BE49-F238E27FC236}">
                  <a16:creationId xmlns:a16="http://schemas.microsoft.com/office/drawing/2014/main" id="{D8BACC8B-6663-0A19-A628-E22171361C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7" name="Freeform 133">
              <a:extLst>
                <a:ext uri="{FF2B5EF4-FFF2-40B4-BE49-F238E27FC236}">
                  <a16:creationId xmlns:a16="http://schemas.microsoft.com/office/drawing/2014/main" id="{FC91DF9C-139D-548B-D912-B8F6D6831B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8" name="Rectangle 134">
              <a:extLst>
                <a:ext uri="{FF2B5EF4-FFF2-40B4-BE49-F238E27FC236}">
                  <a16:creationId xmlns:a16="http://schemas.microsoft.com/office/drawing/2014/main" id="{331A4A7A-D036-DF45-FBC3-AED938A3F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9" name="Rectangle 135">
              <a:extLst>
                <a:ext uri="{FF2B5EF4-FFF2-40B4-BE49-F238E27FC236}">
                  <a16:creationId xmlns:a16="http://schemas.microsoft.com/office/drawing/2014/main" id="{6593A8F1-01A7-F297-3592-A5D76D346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0" name="Freeform 136">
              <a:extLst>
                <a:ext uri="{FF2B5EF4-FFF2-40B4-BE49-F238E27FC236}">
                  <a16:creationId xmlns:a16="http://schemas.microsoft.com/office/drawing/2014/main" id="{ACD119F6-FA52-0CEB-E8DC-7128AE054C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1" name="Freeform 137">
              <a:extLst>
                <a:ext uri="{FF2B5EF4-FFF2-40B4-BE49-F238E27FC236}">
                  <a16:creationId xmlns:a16="http://schemas.microsoft.com/office/drawing/2014/main" id="{6B6077A4-C149-D527-593E-773DDAD63E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2" name="Freeform 138">
              <a:extLst>
                <a:ext uri="{FF2B5EF4-FFF2-40B4-BE49-F238E27FC236}">
                  <a16:creationId xmlns:a16="http://schemas.microsoft.com/office/drawing/2014/main" id="{C3BF226D-B779-A9E8-296F-33EA812D7F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3" name="Freeform 139">
              <a:extLst>
                <a:ext uri="{FF2B5EF4-FFF2-40B4-BE49-F238E27FC236}">
                  <a16:creationId xmlns:a16="http://schemas.microsoft.com/office/drawing/2014/main" id="{839D24A7-71AE-46A2-E50A-2ECD922EC9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4" name="Freeform 140">
              <a:extLst>
                <a:ext uri="{FF2B5EF4-FFF2-40B4-BE49-F238E27FC236}">
                  <a16:creationId xmlns:a16="http://schemas.microsoft.com/office/drawing/2014/main" id="{8ECFC089-045F-A00D-AD63-EB55698ABC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5" name="Freeform 141">
              <a:extLst>
                <a:ext uri="{FF2B5EF4-FFF2-40B4-BE49-F238E27FC236}">
                  <a16:creationId xmlns:a16="http://schemas.microsoft.com/office/drawing/2014/main" id="{C8225240-75B8-186A-3035-2859203768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6" name="Freeform 142">
              <a:extLst>
                <a:ext uri="{FF2B5EF4-FFF2-40B4-BE49-F238E27FC236}">
                  <a16:creationId xmlns:a16="http://schemas.microsoft.com/office/drawing/2014/main" id="{3BE5DE5D-52AC-0CA7-8CC1-4766CAE9FA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7" name="Freeform 143">
              <a:extLst>
                <a:ext uri="{FF2B5EF4-FFF2-40B4-BE49-F238E27FC236}">
                  <a16:creationId xmlns:a16="http://schemas.microsoft.com/office/drawing/2014/main" id="{DB48B99F-EC44-DACF-48C8-40B7400B78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8" name="Freeform 144">
              <a:extLst>
                <a:ext uri="{FF2B5EF4-FFF2-40B4-BE49-F238E27FC236}">
                  <a16:creationId xmlns:a16="http://schemas.microsoft.com/office/drawing/2014/main" id="{6AA709B5-6715-B8CA-DE7F-3791950AF5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9" name="Freeform 145">
              <a:extLst>
                <a:ext uri="{FF2B5EF4-FFF2-40B4-BE49-F238E27FC236}">
                  <a16:creationId xmlns:a16="http://schemas.microsoft.com/office/drawing/2014/main" id="{604D8721-9C1F-833D-36FF-4ADC9CC4A6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0" name="Rectangle 146">
              <a:extLst>
                <a:ext uri="{FF2B5EF4-FFF2-40B4-BE49-F238E27FC236}">
                  <a16:creationId xmlns:a16="http://schemas.microsoft.com/office/drawing/2014/main" id="{34B16850-B1C3-8ED1-A2D2-054CCE4BE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1" name="Freeform 147">
              <a:extLst>
                <a:ext uri="{FF2B5EF4-FFF2-40B4-BE49-F238E27FC236}">
                  <a16:creationId xmlns:a16="http://schemas.microsoft.com/office/drawing/2014/main" id="{A3C77AFF-0162-E85D-1D67-21D33B66E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52" name="Group 148">
            <a:extLst>
              <a:ext uri="{FF2B5EF4-FFF2-40B4-BE49-F238E27FC236}">
                <a16:creationId xmlns:a16="http://schemas.microsoft.com/office/drawing/2014/main" id="{31E1B74C-7B61-46AF-D160-A687E8D781EC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444875"/>
            <a:ext cx="533400" cy="492125"/>
            <a:chOff x="96" y="2784"/>
            <a:chExt cx="1062" cy="981"/>
          </a:xfrm>
        </p:grpSpPr>
        <p:sp>
          <p:nvSpPr>
            <p:cNvPr id="175253" name="Freeform 149">
              <a:extLst>
                <a:ext uri="{FF2B5EF4-FFF2-40B4-BE49-F238E27FC236}">
                  <a16:creationId xmlns:a16="http://schemas.microsoft.com/office/drawing/2014/main" id="{5C2E9042-1824-3820-5630-2B5F294869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4" name="Freeform 150">
              <a:extLst>
                <a:ext uri="{FF2B5EF4-FFF2-40B4-BE49-F238E27FC236}">
                  <a16:creationId xmlns:a16="http://schemas.microsoft.com/office/drawing/2014/main" id="{0A944F01-5FFE-DEBD-B4FA-BA57758EF3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5" name="Freeform 151">
              <a:extLst>
                <a:ext uri="{FF2B5EF4-FFF2-40B4-BE49-F238E27FC236}">
                  <a16:creationId xmlns:a16="http://schemas.microsoft.com/office/drawing/2014/main" id="{28F6CFF0-0A3D-36B2-5C09-AA8E38709E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6" name="Freeform 152">
              <a:extLst>
                <a:ext uri="{FF2B5EF4-FFF2-40B4-BE49-F238E27FC236}">
                  <a16:creationId xmlns:a16="http://schemas.microsoft.com/office/drawing/2014/main" id="{40D55057-6235-2E8A-3AF6-153B69CAA2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7" name="Freeform 153">
              <a:extLst>
                <a:ext uri="{FF2B5EF4-FFF2-40B4-BE49-F238E27FC236}">
                  <a16:creationId xmlns:a16="http://schemas.microsoft.com/office/drawing/2014/main" id="{FB82ACF5-12EF-1EBF-41DA-FF8644AEB3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8" name="Freeform 154">
              <a:extLst>
                <a:ext uri="{FF2B5EF4-FFF2-40B4-BE49-F238E27FC236}">
                  <a16:creationId xmlns:a16="http://schemas.microsoft.com/office/drawing/2014/main" id="{3AC7ABA1-C024-F446-35D0-B0FA17EB52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9" name="Freeform 155">
              <a:extLst>
                <a:ext uri="{FF2B5EF4-FFF2-40B4-BE49-F238E27FC236}">
                  <a16:creationId xmlns:a16="http://schemas.microsoft.com/office/drawing/2014/main" id="{B77322AC-9D4F-3F2C-AEFC-B16BD568F7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0" name="Freeform 156">
              <a:extLst>
                <a:ext uri="{FF2B5EF4-FFF2-40B4-BE49-F238E27FC236}">
                  <a16:creationId xmlns:a16="http://schemas.microsoft.com/office/drawing/2014/main" id="{73BF5D46-6894-E3DF-E83A-18EC0997C4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1" name="Freeform 157">
              <a:extLst>
                <a:ext uri="{FF2B5EF4-FFF2-40B4-BE49-F238E27FC236}">
                  <a16:creationId xmlns:a16="http://schemas.microsoft.com/office/drawing/2014/main" id="{97CC50A7-2E78-748A-74B5-A8C808F399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2" name="Freeform 158">
              <a:extLst>
                <a:ext uri="{FF2B5EF4-FFF2-40B4-BE49-F238E27FC236}">
                  <a16:creationId xmlns:a16="http://schemas.microsoft.com/office/drawing/2014/main" id="{581C170F-261E-6395-E6F2-344C1590FF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3" name="Freeform 159">
              <a:extLst>
                <a:ext uri="{FF2B5EF4-FFF2-40B4-BE49-F238E27FC236}">
                  <a16:creationId xmlns:a16="http://schemas.microsoft.com/office/drawing/2014/main" id="{DFE5C6F4-20A1-CB09-8B8A-8E33D5FEE1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4" name="Freeform 160">
              <a:extLst>
                <a:ext uri="{FF2B5EF4-FFF2-40B4-BE49-F238E27FC236}">
                  <a16:creationId xmlns:a16="http://schemas.microsoft.com/office/drawing/2014/main" id="{9A71548A-DBB4-F176-9A06-3392C07BA3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5" name="Freeform 161">
              <a:extLst>
                <a:ext uri="{FF2B5EF4-FFF2-40B4-BE49-F238E27FC236}">
                  <a16:creationId xmlns:a16="http://schemas.microsoft.com/office/drawing/2014/main" id="{07FDA2A1-9F5E-E40F-B9FB-12796D0A48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66" name="Group 162">
            <a:extLst>
              <a:ext uri="{FF2B5EF4-FFF2-40B4-BE49-F238E27FC236}">
                <a16:creationId xmlns:a16="http://schemas.microsoft.com/office/drawing/2014/main" id="{325FC0BB-4AFC-9906-4F46-88395973A50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552950"/>
            <a:ext cx="533400" cy="492125"/>
            <a:chOff x="96" y="2784"/>
            <a:chExt cx="1062" cy="981"/>
          </a:xfrm>
        </p:grpSpPr>
        <p:sp>
          <p:nvSpPr>
            <p:cNvPr id="175267" name="Freeform 163">
              <a:extLst>
                <a:ext uri="{FF2B5EF4-FFF2-40B4-BE49-F238E27FC236}">
                  <a16:creationId xmlns:a16="http://schemas.microsoft.com/office/drawing/2014/main" id="{2BE453FD-5F6F-1223-702D-22316FE817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8" name="Freeform 164">
              <a:extLst>
                <a:ext uri="{FF2B5EF4-FFF2-40B4-BE49-F238E27FC236}">
                  <a16:creationId xmlns:a16="http://schemas.microsoft.com/office/drawing/2014/main" id="{A4367BED-C216-1F04-5C49-FA1151F90D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9" name="Freeform 165">
              <a:extLst>
                <a:ext uri="{FF2B5EF4-FFF2-40B4-BE49-F238E27FC236}">
                  <a16:creationId xmlns:a16="http://schemas.microsoft.com/office/drawing/2014/main" id="{79B92080-FE90-8BAF-6DF2-1C7F607145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0" name="Freeform 166">
              <a:extLst>
                <a:ext uri="{FF2B5EF4-FFF2-40B4-BE49-F238E27FC236}">
                  <a16:creationId xmlns:a16="http://schemas.microsoft.com/office/drawing/2014/main" id="{55832E55-67BA-A884-BC26-E15E6BFFD8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1" name="Freeform 167">
              <a:extLst>
                <a:ext uri="{FF2B5EF4-FFF2-40B4-BE49-F238E27FC236}">
                  <a16:creationId xmlns:a16="http://schemas.microsoft.com/office/drawing/2014/main" id="{6F954F15-8277-0C6D-65D6-F06EACBACA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2" name="Freeform 168">
              <a:extLst>
                <a:ext uri="{FF2B5EF4-FFF2-40B4-BE49-F238E27FC236}">
                  <a16:creationId xmlns:a16="http://schemas.microsoft.com/office/drawing/2014/main" id="{FEB3530A-5A62-9969-C26C-5269C665C7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3" name="Freeform 169">
              <a:extLst>
                <a:ext uri="{FF2B5EF4-FFF2-40B4-BE49-F238E27FC236}">
                  <a16:creationId xmlns:a16="http://schemas.microsoft.com/office/drawing/2014/main" id="{00C442C0-5078-7CC5-1083-B522D26770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4" name="Freeform 170">
              <a:extLst>
                <a:ext uri="{FF2B5EF4-FFF2-40B4-BE49-F238E27FC236}">
                  <a16:creationId xmlns:a16="http://schemas.microsoft.com/office/drawing/2014/main" id="{E4743B2D-F26E-A272-1B3D-975DEB1BC4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5" name="Freeform 171">
              <a:extLst>
                <a:ext uri="{FF2B5EF4-FFF2-40B4-BE49-F238E27FC236}">
                  <a16:creationId xmlns:a16="http://schemas.microsoft.com/office/drawing/2014/main" id="{7AE53402-D134-5B68-2FE1-A2DA4FA20D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6" name="Freeform 172">
              <a:extLst>
                <a:ext uri="{FF2B5EF4-FFF2-40B4-BE49-F238E27FC236}">
                  <a16:creationId xmlns:a16="http://schemas.microsoft.com/office/drawing/2014/main" id="{DC172781-126B-5E53-1299-88F49024B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7" name="Freeform 173">
              <a:extLst>
                <a:ext uri="{FF2B5EF4-FFF2-40B4-BE49-F238E27FC236}">
                  <a16:creationId xmlns:a16="http://schemas.microsoft.com/office/drawing/2014/main" id="{90E7D5B5-B0E3-271D-C92C-A794415088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8" name="Freeform 174">
              <a:extLst>
                <a:ext uri="{FF2B5EF4-FFF2-40B4-BE49-F238E27FC236}">
                  <a16:creationId xmlns:a16="http://schemas.microsoft.com/office/drawing/2014/main" id="{162C4826-93FD-DF40-CCC3-6B75D5DB73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9" name="Freeform 175">
              <a:extLst>
                <a:ext uri="{FF2B5EF4-FFF2-40B4-BE49-F238E27FC236}">
                  <a16:creationId xmlns:a16="http://schemas.microsoft.com/office/drawing/2014/main" id="{DB527374-C641-63DD-52AD-A913668A68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80" name="Group 176">
            <a:extLst>
              <a:ext uri="{FF2B5EF4-FFF2-40B4-BE49-F238E27FC236}">
                <a16:creationId xmlns:a16="http://schemas.microsoft.com/office/drawing/2014/main" id="{E955196E-81B4-112C-2A2E-A238F2EAC84F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562600"/>
            <a:ext cx="533400" cy="492125"/>
            <a:chOff x="96" y="2784"/>
            <a:chExt cx="1062" cy="981"/>
          </a:xfrm>
        </p:grpSpPr>
        <p:sp>
          <p:nvSpPr>
            <p:cNvPr id="175281" name="Freeform 177">
              <a:extLst>
                <a:ext uri="{FF2B5EF4-FFF2-40B4-BE49-F238E27FC236}">
                  <a16:creationId xmlns:a16="http://schemas.microsoft.com/office/drawing/2014/main" id="{55687C68-1237-C175-67D1-3DA4F4D3B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2" name="Freeform 178">
              <a:extLst>
                <a:ext uri="{FF2B5EF4-FFF2-40B4-BE49-F238E27FC236}">
                  <a16:creationId xmlns:a16="http://schemas.microsoft.com/office/drawing/2014/main" id="{B6B3E98D-A984-A7EF-A012-62F38DB1D1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3" name="Freeform 179">
              <a:extLst>
                <a:ext uri="{FF2B5EF4-FFF2-40B4-BE49-F238E27FC236}">
                  <a16:creationId xmlns:a16="http://schemas.microsoft.com/office/drawing/2014/main" id="{D50A94C6-C684-EDE8-AD09-A114551780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4" name="Freeform 180">
              <a:extLst>
                <a:ext uri="{FF2B5EF4-FFF2-40B4-BE49-F238E27FC236}">
                  <a16:creationId xmlns:a16="http://schemas.microsoft.com/office/drawing/2014/main" id="{FF1196BF-9BF8-2093-AF11-74F810B113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5" name="Freeform 181">
              <a:extLst>
                <a:ext uri="{FF2B5EF4-FFF2-40B4-BE49-F238E27FC236}">
                  <a16:creationId xmlns:a16="http://schemas.microsoft.com/office/drawing/2014/main" id="{BF386D0C-6AB2-8647-E434-76AE797444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6" name="Freeform 182">
              <a:extLst>
                <a:ext uri="{FF2B5EF4-FFF2-40B4-BE49-F238E27FC236}">
                  <a16:creationId xmlns:a16="http://schemas.microsoft.com/office/drawing/2014/main" id="{2CB45375-EF7F-5A5A-4C0B-8F9D9C9AA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7" name="Freeform 183">
              <a:extLst>
                <a:ext uri="{FF2B5EF4-FFF2-40B4-BE49-F238E27FC236}">
                  <a16:creationId xmlns:a16="http://schemas.microsoft.com/office/drawing/2014/main" id="{46A17E71-2A8D-EE34-006D-8DB6C129FB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8" name="Freeform 184">
              <a:extLst>
                <a:ext uri="{FF2B5EF4-FFF2-40B4-BE49-F238E27FC236}">
                  <a16:creationId xmlns:a16="http://schemas.microsoft.com/office/drawing/2014/main" id="{4F510101-7C75-306E-38CA-88FF907765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9" name="Freeform 185">
              <a:extLst>
                <a:ext uri="{FF2B5EF4-FFF2-40B4-BE49-F238E27FC236}">
                  <a16:creationId xmlns:a16="http://schemas.microsoft.com/office/drawing/2014/main" id="{6F1566FF-FBA9-38A9-8FC8-D88C498BA7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0" name="Freeform 186">
              <a:extLst>
                <a:ext uri="{FF2B5EF4-FFF2-40B4-BE49-F238E27FC236}">
                  <a16:creationId xmlns:a16="http://schemas.microsoft.com/office/drawing/2014/main" id="{63DF9B98-C85D-4BB1-92C6-01DA37A624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1" name="Freeform 187">
              <a:extLst>
                <a:ext uri="{FF2B5EF4-FFF2-40B4-BE49-F238E27FC236}">
                  <a16:creationId xmlns:a16="http://schemas.microsoft.com/office/drawing/2014/main" id="{4A361625-F475-893E-FC71-87B51E7393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2" name="Freeform 188">
              <a:extLst>
                <a:ext uri="{FF2B5EF4-FFF2-40B4-BE49-F238E27FC236}">
                  <a16:creationId xmlns:a16="http://schemas.microsoft.com/office/drawing/2014/main" id="{539853AD-BE9D-6EFC-8E80-AB5D568D5F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3" name="Freeform 189">
              <a:extLst>
                <a:ext uri="{FF2B5EF4-FFF2-40B4-BE49-F238E27FC236}">
                  <a16:creationId xmlns:a16="http://schemas.microsoft.com/office/drawing/2014/main" id="{6146612A-D1F8-8EF8-638F-5803CD7B9E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94" name="Group 190">
            <a:extLst>
              <a:ext uri="{FF2B5EF4-FFF2-40B4-BE49-F238E27FC236}">
                <a16:creationId xmlns:a16="http://schemas.microsoft.com/office/drawing/2014/main" id="{944EFBBF-F79F-5B8C-8419-0237692497B1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962400"/>
            <a:ext cx="533400" cy="492125"/>
            <a:chOff x="96" y="2784"/>
            <a:chExt cx="1062" cy="981"/>
          </a:xfrm>
        </p:grpSpPr>
        <p:sp>
          <p:nvSpPr>
            <p:cNvPr id="175295" name="Freeform 191">
              <a:extLst>
                <a:ext uri="{FF2B5EF4-FFF2-40B4-BE49-F238E27FC236}">
                  <a16:creationId xmlns:a16="http://schemas.microsoft.com/office/drawing/2014/main" id="{916E887A-98C6-DC08-4B96-D92D888090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6" name="Freeform 192">
              <a:extLst>
                <a:ext uri="{FF2B5EF4-FFF2-40B4-BE49-F238E27FC236}">
                  <a16:creationId xmlns:a16="http://schemas.microsoft.com/office/drawing/2014/main" id="{8CF861E3-CF35-C726-CEF2-9A80386724B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7" name="Freeform 193">
              <a:extLst>
                <a:ext uri="{FF2B5EF4-FFF2-40B4-BE49-F238E27FC236}">
                  <a16:creationId xmlns:a16="http://schemas.microsoft.com/office/drawing/2014/main" id="{6DEA00A3-F4BF-B306-A5B8-155DDA7322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8" name="Freeform 194">
              <a:extLst>
                <a:ext uri="{FF2B5EF4-FFF2-40B4-BE49-F238E27FC236}">
                  <a16:creationId xmlns:a16="http://schemas.microsoft.com/office/drawing/2014/main" id="{BA7A379C-AE33-A80D-D5B4-5A1F6884CE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9" name="Freeform 195">
              <a:extLst>
                <a:ext uri="{FF2B5EF4-FFF2-40B4-BE49-F238E27FC236}">
                  <a16:creationId xmlns:a16="http://schemas.microsoft.com/office/drawing/2014/main" id="{AB8130A3-00F7-2925-08D8-C146A2EAFE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0" name="Freeform 196">
              <a:extLst>
                <a:ext uri="{FF2B5EF4-FFF2-40B4-BE49-F238E27FC236}">
                  <a16:creationId xmlns:a16="http://schemas.microsoft.com/office/drawing/2014/main" id="{606CDBD1-1A03-F53D-828D-A99A8BFDA2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1" name="Freeform 197">
              <a:extLst>
                <a:ext uri="{FF2B5EF4-FFF2-40B4-BE49-F238E27FC236}">
                  <a16:creationId xmlns:a16="http://schemas.microsoft.com/office/drawing/2014/main" id="{35DE086D-D458-425C-3C61-3778F3DD82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2" name="Freeform 198">
              <a:extLst>
                <a:ext uri="{FF2B5EF4-FFF2-40B4-BE49-F238E27FC236}">
                  <a16:creationId xmlns:a16="http://schemas.microsoft.com/office/drawing/2014/main" id="{846F85AF-FBB1-9EE4-0807-1DD3C33DF6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3" name="Freeform 199">
              <a:extLst>
                <a:ext uri="{FF2B5EF4-FFF2-40B4-BE49-F238E27FC236}">
                  <a16:creationId xmlns:a16="http://schemas.microsoft.com/office/drawing/2014/main" id="{17FAC2EE-8CCB-3895-6B9D-0EB4996FE4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4" name="Freeform 200">
              <a:extLst>
                <a:ext uri="{FF2B5EF4-FFF2-40B4-BE49-F238E27FC236}">
                  <a16:creationId xmlns:a16="http://schemas.microsoft.com/office/drawing/2014/main" id="{9DD72D51-770C-8A8F-E95C-093BF124B3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5" name="Freeform 201">
              <a:extLst>
                <a:ext uri="{FF2B5EF4-FFF2-40B4-BE49-F238E27FC236}">
                  <a16:creationId xmlns:a16="http://schemas.microsoft.com/office/drawing/2014/main" id="{375ABF73-A458-DF94-4553-6822F420DA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6" name="Freeform 202">
              <a:extLst>
                <a:ext uri="{FF2B5EF4-FFF2-40B4-BE49-F238E27FC236}">
                  <a16:creationId xmlns:a16="http://schemas.microsoft.com/office/drawing/2014/main" id="{C20F49EF-B0CF-0D3A-0B98-287FBC3728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7" name="Freeform 203">
              <a:extLst>
                <a:ext uri="{FF2B5EF4-FFF2-40B4-BE49-F238E27FC236}">
                  <a16:creationId xmlns:a16="http://schemas.microsoft.com/office/drawing/2014/main" id="{22CA406D-5D1E-F202-7700-F36BAD1269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08" name="Group 204">
            <a:extLst>
              <a:ext uri="{FF2B5EF4-FFF2-40B4-BE49-F238E27FC236}">
                <a16:creationId xmlns:a16="http://schemas.microsoft.com/office/drawing/2014/main" id="{2E98EDCC-A5F6-2E1A-EE7F-81FD450A2B43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5070475"/>
            <a:ext cx="533400" cy="492125"/>
            <a:chOff x="96" y="2784"/>
            <a:chExt cx="1062" cy="981"/>
          </a:xfrm>
        </p:grpSpPr>
        <p:sp>
          <p:nvSpPr>
            <p:cNvPr id="175309" name="Freeform 205">
              <a:extLst>
                <a:ext uri="{FF2B5EF4-FFF2-40B4-BE49-F238E27FC236}">
                  <a16:creationId xmlns:a16="http://schemas.microsoft.com/office/drawing/2014/main" id="{9CF9F168-3CD6-9AC2-2D1C-2ED8EF7784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0" name="Freeform 206">
              <a:extLst>
                <a:ext uri="{FF2B5EF4-FFF2-40B4-BE49-F238E27FC236}">
                  <a16:creationId xmlns:a16="http://schemas.microsoft.com/office/drawing/2014/main" id="{C1842248-0B9F-DF26-CA8A-F38DB9250D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1" name="Freeform 207">
              <a:extLst>
                <a:ext uri="{FF2B5EF4-FFF2-40B4-BE49-F238E27FC236}">
                  <a16:creationId xmlns:a16="http://schemas.microsoft.com/office/drawing/2014/main" id="{3C0A4957-858C-3ADD-FA40-2D3CE13062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2" name="Freeform 208">
              <a:extLst>
                <a:ext uri="{FF2B5EF4-FFF2-40B4-BE49-F238E27FC236}">
                  <a16:creationId xmlns:a16="http://schemas.microsoft.com/office/drawing/2014/main" id="{4799B861-C68E-5370-35EB-874DD345A3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3" name="Freeform 209">
              <a:extLst>
                <a:ext uri="{FF2B5EF4-FFF2-40B4-BE49-F238E27FC236}">
                  <a16:creationId xmlns:a16="http://schemas.microsoft.com/office/drawing/2014/main" id="{47CFBF0F-7EE9-3378-EAC1-9DB1855E25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4" name="Freeform 210">
              <a:extLst>
                <a:ext uri="{FF2B5EF4-FFF2-40B4-BE49-F238E27FC236}">
                  <a16:creationId xmlns:a16="http://schemas.microsoft.com/office/drawing/2014/main" id="{3790B4ED-9EBF-2A3E-F378-8F3FE2EEAF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5" name="Freeform 211">
              <a:extLst>
                <a:ext uri="{FF2B5EF4-FFF2-40B4-BE49-F238E27FC236}">
                  <a16:creationId xmlns:a16="http://schemas.microsoft.com/office/drawing/2014/main" id="{DD1C85C1-5B0A-27CE-4A67-7E7E181F8F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6" name="Freeform 212">
              <a:extLst>
                <a:ext uri="{FF2B5EF4-FFF2-40B4-BE49-F238E27FC236}">
                  <a16:creationId xmlns:a16="http://schemas.microsoft.com/office/drawing/2014/main" id="{F7F2676F-39CA-B91B-2770-CE4633D3F8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7" name="Freeform 213">
              <a:extLst>
                <a:ext uri="{FF2B5EF4-FFF2-40B4-BE49-F238E27FC236}">
                  <a16:creationId xmlns:a16="http://schemas.microsoft.com/office/drawing/2014/main" id="{A2D923EF-263D-B8CA-E461-47502FCF1E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8" name="Freeform 214">
              <a:extLst>
                <a:ext uri="{FF2B5EF4-FFF2-40B4-BE49-F238E27FC236}">
                  <a16:creationId xmlns:a16="http://schemas.microsoft.com/office/drawing/2014/main" id="{5AB9EEFF-CC3E-E897-8BBA-8A75964013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9" name="Freeform 215">
              <a:extLst>
                <a:ext uri="{FF2B5EF4-FFF2-40B4-BE49-F238E27FC236}">
                  <a16:creationId xmlns:a16="http://schemas.microsoft.com/office/drawing/2014/main" id="{724938BF-FE67-5DFE-B215-3D027EA9D5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0" name="Freeform 216">
              <a:extLst>
                <a:ext uri="{FF2B5EF4-FFF2-40B4-BE49-F238E27FC236}">
                  <a16:creationId xmlns:a16="http://schemas.microsoft.com/office/drawing/2014/main" id="{B4ACAE0B-0925-9154-4ECD-E4378EEB54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1" name="Freeform 217">
              <a:extLst>
                <a:ext uri="{FF2B5EF4-FFF2-40B4-BE49-F238E27FC236}">
                  <a16:creationId xmlns:a16="http://schemas.microsoft.com/office/drawing/2014/main" id="{88AB8C04-3593-2111-205E-CAA06BD19A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22" name="Group 218">
            <a:extLst>
              <a:ext uri="{FF2B5EF4-FFF2-40B4-BE49-F238E27FC236}">
                <a16:creationId xmlns:a16="http://schemas.microsoft.com/office/drawing/2014/main" id="{6895ED6B-A6C4-6462-D116-5A0C3923D1E5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6121400"/>
            <a:ext cx="533400" cy="492125"/>
            <a:chOff x="96" y="2784"/>
            <a:chExt cx="1062" cy="981"/>
          </a:xfrm>
        </p:grpSpPr>
        <p:sp>
          <p:nvSpPr>
            <p:cNvPr id="175323" name="Freeform 219">
              <a:extLst>
                <a:ext uri="{FF2B5EF4-FFF2-40B4-BE49-F238E27FC236}">
                  <a16:creationId xmlns:a16="http://schemas.microsoft.com/office/drawing/2014/main" id="{EA91A677-9D5A-2EF1-8593-BDD4178D0A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4" name="Freeform 220">
              <a:extLst>
                <a:ext uri="{FF2B5EF4-FFF2-40B4-BE49-F238E27FC236}">
                  <a16:creationId xmlns:a16="http://schemas.microsoft.com/office/drawing/2014/main" id="{F27629F9-FEE6-D840-A1C1-99B1E968A4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5" name="Freeform 221">
              <a:extLst>
                <a:ext uri="{FF2B5EF4-FFF2-40B4-BE49-F238E27FC236}">
                  <a16:creationId xmlns:a16="http://schemas.microsoft.com/office/drawing/2014/main" id="{41A650AC-4A55-005E-A640-3BFFF344F2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6" name="Freeform 222">
              <a:extLst>
                <a:ext uri="{FF2B5EF4-FFF2-40B4-BE49-F238E27FC236}">
                  <a16:creationId xmlns:a16="http://schemas.microsoft.com/office/drawing/2014/main" id="{714A6807-AD26-6EE6-0920-4D5F8B2531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7" name="Freeform 223">
              <a:extLst>
                <a:ext uri="{FF2B5EF4-FFF2-40B4-BE49-F238E27FC236}">
                  <a16:creationId xmlns:a16="http://schemas.microsoft.com/office/drawing/2014/main" id="{7E35CD0B-0F9A-168B-BAB8-659340E110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8" name="Freeform 224">
              <a:extLst>
                <a:ext uri="{FF2B5EF4-FFF2-40B4-BE49-F238E27FC236}">
                  <a16:creationId xmlns:a16="http://schemas.microsoft.com/office/drawing/2014/main" id="{697BBE2B-B3D2-72FA-8CAC-EE46ABEFD0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9" name="Freeform 225">
              <a:extLst>
                <a:ext uri="{FF2B5EF4-FFF2-40B4-BE49-F238E27FC236}">
                  <a16:creationId xmlns:a16="http://schemas.microsoft.com/office/drawing/2014/main" id="{3D0688CD-4CD7-0E47-F9AF-E199878608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0" name="Freeform 226">
              <a:extLst>
                <a:ext uri="{FF2B5EF4-FFF2-40B4-BE49-F238E27FC236}">
                  <a16:creationId xmlns:a16="http://schemas.microsoft.com/office/drawing/2014/main" id="{130574A5-7D3C-871F-6575-C4F724D2A4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1" name="Freeform 227">
              <a:extLst>
                <a:ext uri="{FF2B5EF4-FFF2-40B4-BE49-F238E27FC236}">
                  <a16:creationId xmlns:a16="http://schemas.microsoft.com/office/drawing/2014/main" id="{D3F08386-8339-F5A2-D163-3541DEA6E4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2" name="Freeform 228">
              <a:extLst>
                <a:ext uri="{FF2B5EF4-FFF2-40B4-BE49-F238E27FC236}">
                  <a16:creationId xmlns:a16="http://schemas.microsoft.com/office/drawing/2014/main" id="{7C916740-F088-B38B-0338-AC3A433875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3" name="Freeform 229">
              <a:extLst>
                <a:ext uri="{FF2B5EF4-FFF2-40B4-BE49-F238E27FC236}">
                  <a16:creationId xmlns:a16="http://schemas.microsoft.com/office/drawing/2014/main" id="{5527E69E-0989-2F3C-39F6-64692056EC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4" name="Freeform 230">
              <a:extLst>
                <a:ext uri="{FF2B5EF4-FFF2-40B4-BE49-F238E27FC236}">
                  <a16:creationId xmlns:a16="http://schemas.microsoft.com/office/drawing/2014/main" id="{75C98368-8B9D-A1A5-D134-A1E46C9B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5" name="Freeform 231">
              <a:extLst>
                <a:ext uri="{FF2B5EF4-FFF2-40B4-BE49-F238E27FC236}">
                  <a16:creationId xmlns:a16="http://schemas.microsoft.com/office/drawing/2014/main" id="{A22B75F6-D214-99BE-8B0E-FE66753717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36" name="Group 232">
            <a:extLst>
              <a:ext uri="{FF2B5EF4-FFF2-40B4-BE49-F238E27FC236}">
                <a16:creationId xmlns:a16="http://schemas.microsoft.com/office/drawing/2014/main" id="{953121A7-6707-2D81-04D6-8E0DC28D09B6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-7938"/>
            <a:ext cx="2317750" cy="2063751"/>
            <a:chOff x="4080" y="-5"/>
            <a:chExt cx="1748" cy="1556"/>
          </a:xfrm>
        </p:grpSpPr>
        <p:sp>
          <p:nvSpPr>
            <p:cNvPr id="175337" name="Freeform 233">
              <a:extLst>
                <a:ext uri="{FF2B5EF4-FFF2-40B4-BE49-F238E27FC236}">
                  <a16:creationId xmlns:a16="http://schemas.microsoft.com/office/drawing/2014/main" id="{32AD1802-C0FD-461B-76D2-BDA70F7BA8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1" y="-5"/>
              <a:ext cx="1586" cy="1443"/>
            </a:xfrm>
            <a:custGeom>
              <a:avLst/>
              <a:gdLst>
                <a:gd name="T0" fmla="*/ 23 w 546"/>
                <a:gd name="T1" fmla="*/ 4 h 497"/>
                <a:gd name="T2" fmla="*/ 11 w 546"/>
                <a:gd name="T3" fmla="*/ 71 h 497"/>
                <a:gd name="T4" fmla="*/ 25 w 546"/>
                <a:gd name="T5" fmla="*/ 393 h 497"/>
                <a:gd name="T6" fmla="*/ 54 w 546"/>
                <a:gd name="T7" fmla="*/ 457 h 497"/>
                <a:gd name="T8" fmla="*/ 158 w 546"/>
                <a:gd name="T9" fmla="*/ 482 h 497"/>
                <a:gd name="T10" fmla="*/ 204 w 546"/>
                <a:gd name="T11" fmla="*/ 495 h 497"/>
                <a:gd name="T12" fmla="*/ 520 w 546"/>
                <a:gd name="T13" fmla="*/ 475 h 497"/>
                <a:gd name="T14" fmla="*/ 533 w 546"/>
                <a:gd name="T15" fmla="*/ 167 h 497"/>
                <a:gd name="T16" fmla="*/ 369 w 546"/>
                <a:gd name="T17" fmla="*/ 16 h 497"/>
                <a:gd name="T18" fmla="*/ 249 w 546"/>
                <a:gd name="T19" fmla="*/ 29 h 497"/>
                <a:gd name="T20" fmla="*/ 198 w 546"/>
                <a:gd name="T21" fmla="*/ 11 h 497"/>
                <a:gd name="T22" fmla="*/ 151 w 546"/>
                <a:gd name="T23" fmla="*/ 2 h 497"/>
                <a:gd name="T24" fmla="*/ 23 w 546"/>
                <a:gd name="T25" fmla="*/ 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6" h="497">
                  <a:moveTo>
                    <a:pt x="23" y="4"/>
                  </a:moveTo>
                  <a:cubicBezTo>
                    <a:pt x="23" y="4"/>
                    <a:pt x="0" y="34"/>
                    <a:pt x="11" y="71"/>
                  </a:cubicBezTo>
                  <a:cubicBezTo>
                    <a:pt x="19" y="100"/>
                    <a:pt x="25" y="393"/>
                    <a:pt x="25" y="393"/>
                  </a:cubicBezTo>
                  <a:cubicBezTo>
                    <a:pt x="25" y="393"/>
                    <a:pt x="42" y="452"/>
                    <a:pt x="54" y="457"/>
                  </a:cubicBezTo>
                  <a:cubicBezTo>
                    <a:pt x="66" y="462"/>
                    <a:pt x="158" y="482"/>
                    <a:pt x="158" y="482"/>
                  </a:cubicBezTo>
                  <a:cubicBezTo>
                    <a:pt x="158" y="482"/>
                    <a:pt x="191" y="497"/>
                    <a:pt x="204" y="495"/>
                  </a:cubicBezTo>
                  <a:cubicBezTo>
                    <a:pt x="217" y="494"/>
                    <a:pt x="506" y="487"/>
                    <a:pt x="520" y="475"/>
                  </a:cubicBezTo>
                  <a:cubicBezTo>
                    <a:pt x="533" y="463"/>
                    <a:pt x="546" y="218"/>
                    <a:pt x="533" y="167"/>
                  </a:cubicBezTo>
                  <a:cubicBezTo>
                    <a:pt x="520" y="117"/>
                    <a:pt x="404" y="14"/>
                    <a:pt x="369" y="16"/>
                  </a:cubicBezTo>
                  <a:cubicBezTo>
                    <a:pt x="335" y="17"/>
                    <a:pt x="249" y="29"/>
                    <a:pt x="249" y="29"/>
                  </a:cubicBezTo>
                  <a:lnTo>
                    <a:pt x="198" y="11"/>
                  </a:lnTo>
                  <a:lnTo>
                    <a:pt x="151" y="2"/>
                  </a:lnTo>
                  <a:cubicBezTo>
                    <a:pt x="151" y="2"/>
                    <a:pt x="79" y="0"/>
                    <a:pt x="2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5338" name="Group 234">
              <a:extLst>
                <a:ext uri="{FF2B5EF4-FFF2-40B4-BE49-F238E27FC236}">
                  <a16:creationId xmlns:a16="http://schemas.microsoft.com/office/drawing/2014/main" id="{96C66C28-5BA7-C738-FEB9-DED3DE52661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80" y="0"/>
              <a:ext cx="1748" cy="1551"/>
              <a:chOff x="2918" y="18"/>
              <a:chExt cx="2958" cy="2699"/>
            </a:xfrm>
          </p:grpSpPr>
          <p:sp>
            <p:nvSpPr>
              <p:cNvPr id="175339" name="Freeform 235">
                <a:extLst>
                  <a:ext uri="{FF2B5EF4-FFF2-40B4-BE49-F238E27FC236}">
                    <a16:creationId xmlns:a16="http://schemas.microsoft.com/office/drawing/2014/main" id="{ED341716-AA8B-48F7-0BD9-663FB7938B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18"/>
                <a:ext cx="490" cy="187"/>
              </a:xfrm>
              <a:custGeom>
                <a:avLst/>
                <a:gdLst>
                  <a:gd name="T0" fmla="*/ 71 w 97"/>
                  <a:gd name="T1" fmla="*/ 25 h 37"/>
                  <a:gd name="T2" fmla="*/ 91 w 97"/>
                  <a:gd name="T3" fmla="*/ 20 h 37"/>
                  <a:gd name="T4" fmla="*/ 92 w 97"/>
                  <a:gd name="T5" fmla="*/ 17 h 37"/>
                  <a:gd name="T6" fmla="*/ 88 w 97"/>
                  <a:gd name="T7" fmla="*/ 0 h 37"/>
                  <a:gd name="T8" fmla="*/ 25 w 97"/>
                  <a:gd name="T9" fmla="*/ 0 h 37"/>
                  <a:gd name="T10" fmla="*/ 10 w 97"/>
                  <a:gd name="T11" fmla="*/ 22 h 37"/>
                  <a:gd name="T12" fmla="*/ 71 w 97"/>
                  <a:gd name="T13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" h="37">
                    <a:moveTo>
                      <a:pt x="71" y="25"/>
                    </a:moveTo>
                    <a:cubicBezTo>
                      <a:pt x="81" y="22"/>
                      <a:pt x="87" y="21"/>
                      <a:pt x="91" y="20"/>
                    </a:cubicBezTo>
                    <a:cubicBezTo>
                      <a:pt x="91" y="19"/>
                      <a:pt x="91" y="19"/>
                      <a:pt x="92" y="17"/>
                    </a:cubicBezTo>
                    <a:cubicBezTo>
                      <a:pt x="97" y="11"/>
                      <a:pt x="95" y="4"/>
                      <a:pt x="88" y="0"/>
                    </a:cubicBezTo>
                    <a:lnTo>
                      <a:pt x="25" y="0"/>
                    </a:lnTo>
                    <a:cubicBezTo>
                      <a:pt x="10" y="3"/>
                      <a:pt x="0" y="10"/>
                      <a:pt x="10" y="22"/>
                    </a:cubicBezTo>
                    <a:cubicBezTo>
                      <a:pt x="10" y="22"/>
                      <a:pt x="28" y="37"/>
                      <a:pt x="71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0" name="Freeform 236">
                <a:extLst>
                  <a:ext uri="{FF2B5EF4-FFF2-40B4-BE49-F238E27FC236}">
                    <a16:creationId xmlns:a16="http://schemas.microsoft.com/office/drawing/2014/main" id="{BCE3F272-8EF7-85B8-3CF5-15A87E876F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18" y="18"/>
                <a:ext cx="2958" cy="2699"/>
              </a:xfrm>
              <a:custGeom>
                <a:avLst/>
                <a:gdLst>
                  <a:gd name="T0" fmla="*/ 504 w 585"/>
                  <a:gd name="T1" fmla="*/ 1 h 534"/>
                  <a:gd name="T2" fmla="*/ 157 w 585"/>
                  <a:gd name="T3" fmla="*/ 0 h 534"/>
                  <a:gd name="T4" fmla="*/ 225 w 585"/>
                  <a:gd name="T5" fmla="*/ 21 h 534"/>
                  <a:gd name="T6" fmla="*/ 174 w 585"/>
                  <a:gd name="T7" fmla="*/ 39 h 534"/>
                  <a:gd name="T8" fmla="*/ 207 w 585"/>
                  <a:gd name="T9" fmla="*/ 71 h 534"/>
                  <a:gd name="T10" fmla="*/ 74 w 585"/>
                  <a:gd name="T11" fmla="*/ 60 h 534"/>
                  <a:gd name="T12" fmla="*/ 26 w 585"/>
                  <a:gd name="T13" fmla="*/ 63 h 534"/>
                  <a:gd name="T14" fmla="*/ 199 w 585"/>
                  <a:gd name="T15" fmla="*/ 487 h 534"/>
                  <a:gd name="T16" fmla="*/ 144 w 585"/>
                  <a:gd name="T17" fmla="*/ 341 h 534"/>
                  <a:gd name="T18" fmla="*/ 105 w 585"/>
                  <a:gd name="T19" fmla="*/ 376 h 534"/>
                  <a:gd name="T20" fmla="*/ 94 w 585"/>
                  <a:gd name="T21" fmla="*/ 435 h 534"/>
                  <a:gd name="T22" fmla="*/ 124 w 585"/>
                  <a:gd name="T23" fmla="*/ 265 h 534"/>
                  <a:gd name="T24" fmla="*/ 153 w 585"/>
                  <a:gd name="T25" fmla="*/ 228 h 534"/>
                  <a:gd name="T26" fmla="*/ 209 w 585"/>
                  <a:gd name="T27" fmla="*/ 237 h 534"/>
                  <a:gd name="T28" fmla="*/ 188 w 585"/>
                  <a:gd name="T29" fmla="*/ 306 h 534"/>
                  <a:gd name="T30" fmla="*/ 192 w 585"/>
                  <a:gd name="T31" fmla="*/ 395 h 534"/>
                  <a:gd name="T32" fmla="*/ 515 w 585"/>
                  <a:gd name="T33" fmla="*/ 483 h 534"/>
                  <a:gd name="T34" fmla="*/ 454 w 585"/>
                  <a:gd name="T35" fmla="*/ 427 h 534"/>
                  <a:gd name="T36" fmla="*/ 425 w 585"/>
                  <a:gd name="T37" fmla="*/ 345 h 534"/>
                  <a:gd name="T38" fmla="*/ 396 w 585"/>
                  <a:gd name="T39" fmla="*/ 270 h 534"/>
                  <a:gd name="T40" fmla="*/ 460 w 585"/>
                  <a:gd name="T41" fmla="*/ 256 h 534"/>
                  <a:gd name="T42" fmla="*/ 407 w 585"/>
                  <a:gd name="T43" fmla="*/ 223 h 534"/>
                  <a:gd name="T44" fmla="*/ 439 w 585"/>
                  <a:gd name="T45" fmla="*/ 226 h 534"/>
                  <a:gd name="T46" fmla="*/ 438 w 585"/>
                  <a:gd name="T47" fmla="*/ 209 h 534"/>
                  <a:gd name="T48" fmla="*/ 376 w 585"/>
                  <a:gd name="T49" fmla="*/ 211 h 534"/>
                  <a:gd name="T50" fmla="*/ 357 w 585"/>
                  <a:gd name="T51" fmla="*/ 343 h 534"/>
                  <a:gd name="T52" fmla="*/ 347 w 585"/>
                  <a:gd name="T53" fmla="*/ 230 h 534"/>
                  <a:gd name="T54" fmla="*/ 331 w 585"/>
                  <a:gd name="T55" fmla="*/ 182 h 534"/>
                  <a:gd name="T56" fmla="*/ 347 w 585"/>
                  <a:gd name="T57" fmla="*/ 136 h 534"/>
                  <a:gd name="T58" fmla="*/ 339 w 585"/>
                  <a:gd name="T59" fmla="*/ 99 h 534"/>
                  <a:gd name="T60" fmla="*/ 331 w 585"/>
                  <a:gd name="T61" fmla="*/ 62 h 534"/>
                  <a:gd name="T62" fmla="*/ 369 w 585"/>
                  <a:gd name="T63" fmla="*/ 103 h 534"/>
                  <a:gd name="T64" fmla="*/ 415 w 585"/>
                  <a:gd name="T65" fmla="*/ 47 h 534"/>
                  <a:gd name="T66" fmla="*/ 409 w 585"/>
                  <a:gd name="T67" fmla="*/ 95 h 534"/>
                  <a:gd name="T68" fmla="*/ 401 w 585"/>
                  <a:gd name="T69" fmla="*/ 130 h 534"/>
                  <a:gd name="T70" fmla="*/ 401 w 585"/>
                  <a:gd name="T71" fmla="*/ 181 h 534"/>
                  <a:gd name="T72" fmla="*/ 558 w 585"/>
                  <a:gd name="T73" fmla="*/ 181 h 534"/>
                  <a:gd name="T74" fmla="*/ 554 w 585"/>
                  <a:gd name="T75" fmla="*/ 76 h 534"/>
                  <a:gd name="T76" fmla="*/ 249 w 585"/>
                  <a:gd name="T77" fmla="*/ 69 h 534"/>
                  <a:gd name="T78" fmla="*/ 293 w 585"/>
                  <a:gd name="T79" fmla="*/ 93 h 534"/>
                  <a:gd name="T80" fmla="*/ 171 w 585"/>
                  <a:gd name="T81" fmla="*/ 195 h 534"/>
                  <a:gd name="T82" fmla="*/ 69 w 585"/>
                  <a:gd name="T83" fmla="*/ 98 h 534"/>
                  <a:gd name="T84" fmla="*/ 191 w 585"/>
                  <a:gd name="T85" fmla="*/ 106 h 534"/>
                  <a:gd name="T86" fmla="*/ 220 w 585"/>
                  <a:gd name="T87" fmla="*/ 105 h 534"/>
                  <a:gd name="T88" fmla="*/ 302 w 585"/>
                  <a:gd name="T89" fmla="*/ 121 h 534"/>
                  <a:gd name="T90" fmla="*/ 276 w 585"/>
                  <a:gd name="T91" fmla="*/ 256 h 534"/>
                  <a:gd name="T92" fmla="*/ 260 w 585"/>
                  <a:gd name="T93" fmla="*/ 137 h 534"/>
                  <a:gd name="T94" fmla="*/ 171 w 585"/>
                  <a:gd name="T95" fmla="*/ 195 h 534"/>
                  <a:gd name="T96" fmla="*/ 223 w 585"/>
                  <a:gd name="T97" fmla="*/ 225 h 534"/>
                  <a:gd name="T98" fmla="*/ 247 w 585"/>
                  <a:gd name="T99" fmla="*/ 158 h 534"/>
                  <a:gd name="T100" fmla="*/ 326 w 585"/>
                  <a:gd name="T101" fmla="*/ 292 h 534"/>
                  <a:gd name="T102" fmla="*/ 215 w 585"/>
                  <a:gd name="T103" fmla="*/ 321 h 534"/>
                  <a:gd name="T104" fmla="*/ 309 w 585"/>
                  <a:gd name="T105" fmla="*/ 277 h 534"/>
                  <a:gd name="T106" fmla="*/ 318 w 585"/>
                  <a:gd name="T107" fmla="*/ 133 h 534"/>
                  <a:gd name="T108" fmla="*/ 313 w 585"/>
                  <a:gd name="T109" fmla="*/ 213 h 534"/>
                  <a:gd name="T110" fmla="*/ 299 w 585"/>
                  <a:gd name="T111" fmla="*/ 144 h 534"/>
                  <a:gd name="T112" fmla="*/ 507 w 585"/>
                  <a:gd name="T113" fmla="*/ 179 h 534"/>
                  <a:gd name="T114" fmla="*/ 461 w 585"/>
                  <a:gd name="T115" fmla="*/ 162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5" h="534">
                    <a:moveTo>
                      <a:pt x="554" y="76"/>
                    </a:moveTo>
                    <a:cubicBezTo>
                      <a:pt x="551" y="32"/>
                      <a:pt x="543" y="9"/>
                      <a:pt x="504" y="1"/>
                    </a:cubicBezTo>
                    <a:cubicBezTo>
                      <a:pt x="500" y="1"/>
                      <a:pt x="494" y="0"/>
                      <a:pt x="486" y="0"/>
                    </a:cubicBezTo>
                    <a:lnTo>
                      <a:pt x="157" y="0"/>
                    </a:lnTo>
                    <a:cubicBezTo>
                      <a:pt x="156" y="5"/>
                      <a:pt x="153" y="17"/>
                      <a:pt x="158" y="17"/>
                    </a:cubicBezTo>
                    <a:cubicBezTo>
                      <a:pt x="171" y="17"/>
                      <a:pt x="223" y="21"/>
                      <a:pt x="225" y="21"/>
                    </a:cubicBezTo>
                    <a:cubicBezTo>
                      <a:pt x="226" y="21"/>
                      <a:pt x="250" y="16"/>
                      <a:pt x="237" y="28"/>
                    </a:cubicBezTo>
                    <a:cubicBezTo>
                      <a:pt x="223" y="41"/>
                      <a:pt x="192" y="41"/>
                      <a:pt x="174" y="39"/>
                    </a:cubicBezTo>
                    <a:cubicBezTo>
                      <a:pt x="131" y="36"/>
                      <a:pt x="152" y="56"/>
                      <a:pt x="168" y="56"/>
                    </a:cubicBezTo>
                    <a:cubicBezTo>
                      <a:pt x="218" y="56"/>
                      <a:pt x="228" y="68"/>
                      <a:pt x="207" y="71"/>
                    </a:cubicBezTo>
                    <a:cubicBezTo>
                      <a:pt x="186" y="74"/>
                      <a:pt x="182" y="73"/>
                      <a:pt x="162" y="76"/>
                    </a:cubicBezTo>
                    <a:cubicBezTo>
                      <a:pt x="7" y="101"/>
                      <a:pt x="59" y="60"/>
                      <a:pt x="74" y="60"/>
                    </a:cubicBezTo>
                    <a:cubicBezTo>
                      <a:pt x="139" y="59"/>
                      <a:pt x="123" y="37"/>
                      <a:pt x="107" y="42"/>
                    </a:cubicBezTo>
                    <a:cubicBezTo>
                      <a:pt x="91" y="46"/>
                      <a:pt x="34" y="27"/>
                      <a:pt x="26" y="63"/>
                    </a:cubicBezTo>
                    <a:cubicBezTo>
                      <a:pt x="19" y="100"/>
                      <a:pt x="42" y="282"/>
                      <a:pt x="36" y="317"/>
                    </a:cubicBezTo>
                    <a:cubicBezTo>
                      <a:pt x="0" y="534"/>
                      <a:pt x="199" y="487"/>
                      <a:pt x="199" y="487"/>
                    </a:cubicBezTo>
                    <a:cubicBezTo>
                      <a:pt x="156" y="453"/>
                      <a:pt x="174" y="421"/>
                      <a:pt x="171" y="403"/>
                    </a:cubicBezTo>
                    <a:cubicBezTo>
                      <a:pt x="161" y="345"/>
                      <a:pt x="154" y="337"/>
                      <a:pt x="144" y="341"/>
                    </a:cubicBezTo>
                    <a:cubicBezTo>
                      <a:pt x="121" y="352"/>
                      <a:pt x="123" y="358"/>
                      <a:pt x="126" y="367"/>
                    </a:cubicBezTo>
                    <a:cubicBezTo>
                      <a:pt x="142" y="416"/>
                      <a:pt x="105" y="376"/>
                      <a:pt x="105" y="376"/>
                    </a:cubicBezTo>
                    <a:cubicBezTo>
                      <a:pt x="98" y="380"/>
                      <a:pt x="95" y="390"/>
                      <a:pt x="99" y="399"/>
                    </a:cubicBezTo>
                    <a:cubicBezTo>
                      <a:pt x="131" y="463"/>
                      <a:pt x="101" y="446"/>
                      <a:pt x="94" y="435"/>
                    </a:cubicBezTo>
                    <a:cubicBezTo>
                      <a:pt x="61" y="390"/>
                      <a:pt x="92" y="366"/>
                      <a:pt x="88" y="352"/>
                    </a:cubicBezTo>
                    <a:cubicBezTo>
                      <a:pt x="75" y="295"/>
                      <a:pt x="118" y="274"/>
                      <a:pt x="124" y="265"/>
                    </a:cubicBezTo>
                    <a:cubicBezTo>
                      <a:pt x="130" y="256"/>
                      <a:pt x="127" y="253"/>
                      <a:pt x="129" y="234"/>
                    </a:cubicBezTo>
                    <a:cubicBezTo>
                      <a:pt x="136" y="195"/>
                      <a:pt x="155" y="216"/>
                      <a:pt x="153" y="228"/>
                    </a:cubicBezTo>
                    <a:cubicBezTo>
                      <a:pt x="148" y="274"/>
                      <a:pt x="176" y="242"/>
                      <a:pt x="186" y="228"/>
                    </a:cubicBezTo>
                    <a:cubicBezTo>
                      <a:pt x="218" y="186"/>
                      <a:pt x="214" y="229"/>
                      <a:pt x="209" y="237"/>
                    </a:cubicBezTo>
                    <a:cubicBezTo>
                      <a:pt x="203" y="244"/>
                      <a:pt x="198" y="255"/>
                      <a:pt x="200" y="260"/>
                    </a:cubicBezTo>
                    <a:cubicBezTo>
                      <a:pt x="208" y="283"/>
                      <a:pt x="193" y="305"/>
                      <a:pt x="188" y="306"/>
                    </a:cubicBezTo>
                    <a:cubicBezTo>
                      <a:pt x="184" y="308"/>
                      <a:pt x="170" y="314"/>
                      <a:pt x="170" y="332"/>
                    </a:cubicBezTo>
                    <a:cubicBezTo>
                      <a:pt x="171" y="350"/>
                      <a:pt x="192" y="382"/>
                      <a:pt x="192" y="395"/>
                    </a:cubicBezTo>
                    <a:cubicBezTo>
                      <a:pt x="193" y="492"/>
                      <a:pt x="236" y="499"/>
                      <a:pt x="255" y="497"/>
                    </a:cubicBezTo>
                    <a:cubicBezTo>
                      <a:pt x="275" y="496"/>
                      <a:pt x="445" y="490"/>
                      <a:pt x="515" y="483"/>
                    </a:cubicBezTo>
                    <a:cubicBezTo>
                      <a:pt x="585" y="477"/>
                      <a:pt x="538" y="458"/>
                      <a:pt x="518" y="458"/>
                    </a:cubicBezTo>
                    <a:cubicBezTo>
                      <a:pt x="467" y="458"/>
                      <a:pt x="454" y="427"/>
                      <a:pt x="454" y="427"/>
                    </a:cubicBezTo>
                    <a:cubicBezTo>
                      <a:pt x="454" y="427"/>
                      <a:pt x="453" y="405"/>
                      <a:pt x="431" y="400"/>
                    </a:cubicBezTo>
                    <a:cubicBezTo>
                      <a:pt x="376" y="385"/>
                      <a:pt x="411" y="353"/>
                      <a:pt x="425" y="345"/>
                    </a:cubicBezTo>
                    <a:cubicBezTo>
                      <a:pt x="438" y="338"/>
                      <a:pt x="430" y="335"/>
                      <a:pt x="420" y="329"/>
                    </a:cubicBezTo>
                    <a:cubicBezTo>
                      <a:pt x="398" y="316"/>
                      <a:pt x="394" y="300"/>
                      <a:pt x="396" y="270"/>
                    </a:cubicBezTo>
                    <a:cubicBezTo>
                      <a:pt x="397" y="240"/>
                      <a:pt x="416" y="249"/>
                      <a:pt x="416" y="249"/>
                    </a:cubicBezTo>
                    <a:cubicBezTo>
                      <a:pt x="416" y="249"/>
                      <a:pt x="448" y="262"/>
                      <a:pt x="460" y="256"/>
                    </a:cubicBezTo>
                    <a:cubicBezTo>
                      <a:pt x="472" y="250"/>
                      <a:pt x="467" y="239"/>
                      <a:pt x="461" y="244"/>
                    </a:cubicBezTo>
                    <a:cubicBezTo>
                      <a:pt x="455" y="248"/>
                      <a:pt x="412" y="244"/>
                      <a:pt x="407" y="223"/>
                    </a:cubicBezTo>
                    <a:cubicBezTo>
                      <a:pt x="403" y="202"/>
                      <a:pt x="418" y="213"/>
                      <a:pt x="422" y="214"/>
                    </a:cubicBezTo>
                    <a:cubicBezTo>
                      <a:pt x="427" y="216"/>
                      <a:pt x="427" y="220"/>
                      <a:pt x="439" y="226"/>
                    </a:cubicBezTo>
                    <a:cubicBezTo>
                      <a:pt x="468" y="241"/>
                      <a:pt x="454" y="224"/>
                      <a:pt x="454" y="224"/>
                    </a:cubicBezTo>
                    <a:cubicBezTo>
                      <a:pt x="454" y="224"/>
                      <a:pt x="454" y="224"/>
                      <a:pt x="438" y="209"/>
                    </a:cubicBezTo>
                    <a:cubicBezTo>
                      <a:pt x="423" y="194"/>
                      <a:pt x="406" y="199"/>
                      <a:pt x="389" y="199"/>
                    </a:cubicBezTo>
                    <a:cubicBezTo>
                      <a:pt x="373" y="199"/>
                      <a:pt x="376" y="211"/>
                      <a:pt x="376" y="211"/>
                    </a:cubicBezTo>
                    <a:cubicBezTo>
                      <a:pt x="376" y="211"/>
                      <a:pt x="373" y="242"/>
                      <a:pt x="370" y="291"/>
                    </a:cubicBezTo>
                    <a:cubicBezTo>
                      <a:pt x="368" y="341"/>
                      <a:pt x="360" y="347"/>
                      <a:pt x="357" y="343"/>
                    </a:cubicBezTo>
                    <a:cubicBezTo>
                      <a:pt x="354" y="338"/>
                      <a:pt x="350" y="313"/>
                      <a:pt x="350" y="305"/>
                    </a:cubicBezTo>
                    <a:cubicBezTo>
                      <a:pt x="350" y="298"/>
                      <a:pt x="345" y="264"/>
                      <a:pt x="347" y="230"/>
                    </a:cubicBezTo>
                    <a:cubicBezTo>
                      <a:pt x="350" y="195"/>
                      <a:pt x="356" y="210"/>
                      <a:pt x="334" y="201"/>
                    </a:cubicBezTo>
                    <a:cubicBezTo>
                      <a:pt x="311" y="192"/>
                      <a:pt x="323" y="182"/>
                      <a:pt x="331" y="182"/>
                    </a:cubicBezTo>
                    <a:cubicBezTo>
                      <a:pt x="338" y="182"/>
                      <a:pt x="350" y="189"/>
                      <a:pt x="352" y="181"/>
                    </a:cubicBezTo>
                    <a:cubicBezTo>
                      <a:pt x="356" y="160"/>
                      <a:pt x="359" y="141"/>
                      <a:pt x="347" y="136"/>
                    </a:cubicBezTo>
                    <a:cubicBezTo>
                      <a:pt x="322" y="127"/>
                      <a:pt x="332" y="121"/>
                      <a:pt x="341" y="118"/>
                    </a:cubicBezTo>
                    <a:cubicBezTo>
                      <a:pt x="350" y="115"/>
                      <a:pt x="352" y="94"/>
                      <a:pt x="339" y="99"/>
                    </a:cubicBezTo>
                    <a:cubicBezTo>
                      <a:pt x="313" y="107"/>
                      <a:pt x="316" y="85"/>
                      <a:pt x="321" y="82"/>
                    </a:cubicBezTo>
                    <a:cubicBezTo>
                      <a:pt x="325" y="79"/>
                      <a:pt x="334" y="83"/>
                      <a:pt x="331" y="62"/>
                    </a:cubicBezTo>
                    <a:cubicBezTo>
                      <a:pt x="328" y="41"/>
                      <a:pt x="347" y="34"/>
                      <a:pt x="351" y="53"/>
                    </a:cubicBezTo>
                    <a:cubicBezTo>
                      <a:pt x="354" y="73"/>
                      <a:pt x="363" y="112"/>
                      <a:pt x="369" y="103"/>
                    </a:cubicBezTo>
                    <a:cubicBezTo>
                      <a:pt x="375" y="94"/>
                      <a:pt x="385" y="57"/>
                      <a:pt x="395" y="41"/>
                    </a:cubicBezTo>
                    <a:cubicBezTo>
                      <a:pt x="406" y="24"/>
                      <a:pt x="418" y="38"/>
                      <a:pt x="415" y="47"/>
                    </a:cubicBezTo>
                    <a:cubicBezTo>
                      <a:pt x="401" y="88"/>
                      <a:pt x="426" y="90"/>
                      <a:pt x="426" y="90"/>
                    </a:cubicBezTo>
                    <a:cubicBezTo>
                      <a:pt x="426" y="90"/>
                      <a:pt x="423" y="96"/>
                      <a:pt x="409" y="95"/>
                    </a:cubicBezTo>
                    <a:cubicBezTo>
                      <a:pt x="382" y="92"/>
                      <a:pt x="393" y="110"/>
                      <a:pt x="405" y="115"/>
                    </a:cubicBezTo>
                    <a:cubicBezTo>
                      <a:pt x="431" y="124"/>
                      <a:pt x="414" y="130"/>
                      <a:pt x="401" y="130"/>
                    </a:cubicBezTo>
                    <a:cubicBezTo>
                      <a:pt x="387" y="130"/>
                      <a:pt x="381" y="134"/>
                      <a:pt x="378" y="148"/>
                    </a:cubicBezTo>
                    <a:cubicBezTo>
                      <a:pt x="369" y="191"/>
                      <a:pt x="401" y="181"/>
                      <a:pt x="401" y="181"/>
                    </a:cubicBezTo>
                    <a:cubicBezTo>
                      <a:pt x="452" y="195"/>
                      <a:pt x="528" y="188"/>
                      <a:pt x="528" y="188"/>
                    </a:cubicBezTo>
                    <a:cubicBezTo>
                      <a:pt x="543" y="192"/>
                      <a:pt x="552" y="189"/>
                      <a:pt x="558" y="181"/>
                    </a:cubicBezTo>
                    <a:lnTo>
                      <a:pt x="558" y="103"/>
                    </a:lnTo>
                    <a:cubicBezTo>
                      <a:pt x="556" y="93"/>
                      <a:pt x="555" y="84"/>
                      <a:pt x="554" y="76"/>
                    </a:cubicBezTo>
                    <a:close/>
                    <a:moveTo>
                      <a:pt x="231" y="77"/>
                    </a:moveTo>
                    <a:cubicBezTo>
                      <a:pt x="233" y="65"/>
                      <a:pt x="249" y="69"/>
                      <a:pt x="249" y="69"/>
                    </a:cubicBezTo>
                    <a:cubicBezTo>
                      <a:pt x="249" y="69"/>
                      <a:pt x="278" y="79"/>
                      <a:pt x="290" y="78"/>
                    </a:cubicBezTo>
                    <a:cubicBezTo>
                      <a:pt x="301" y="76"/>
                      <a:pt x="318" y="93"/>
                      <a:pt x="293" y="93"/>
                    </a:cubicBezTo>
                    <a:cubicBezTo>
                      <a:pt x="267" y="93"/>
                      <a:pt x="228" y="104"/>
                      <a:pt x="231" y="77"/>
                    </a:cubicBezTo>
                    <a:close/>
                    <a:moveTo>
                      <a:pt x="171" y="195"/>
                    </a:moveTo>
                    <a:cubicBezTo>
                      <a:pt x="153" y="195"/>
                      <a:pt x="46" y="237"/>
                      <a:pt x="45" y="128"/>
                    </a:cubicBezTo>
                    <a:cubicBezTo>
                      <a:pt x="45" y="104"/>
                      <a:pt x="39" y="83"/>
                      <a:pt x="69" y="98"/>
                    </a:cubicBezTo>
                    <a:cubicBezTo>
                      <a:pt x="99" y="112"/>
                      <a:pt x="72" y="111"/>
                      <a:pt x="137" y="108"/>
                    </a:cubicBezTo>
                    <a:cubicBezTo>
                      <a:pt x="137" y="108"/>
                      <a:pt x="184" y="110"/>
                      <a:pt x="191" y="106"/>
                    </a:cubicBezTo>
                    <a:cubicBezTo>
                      <a:pt x="199" y="101"/>
                      <a:pt x="192" y="91"/>
                      <a:pt x="207" y="91"/>
                    </a:cubicBezTo>
                    <a:cubicBezTo>
                      <a:pt x="222" y="90"/>
                      <a:pt x="220" y="105"/>
                      <a:pt x="220" y="105"/>
                    </a:cubicBezTo>
                    <a:cubicBezTo>
                      <a:pt x="220" y="105"/>
                      <a:pt x="207" y="124"/>
                      <a:pt x="305" y="111"/>
                    </a:cubicBezTo>
                    <a:cubicBezTo>
                      <a:pt x="317" y="109"/>
                      <a:pt x="327" y="121"/>
                      <a:pt x="302" y="121"/>
                    </a:cubicBezTo>
                    <a:cubicBezTo>
                      <a:pt x="290" y="122"/>
                      <a:pt x="272" y="128"/>
                      <a:pt x="278" y="143"/>
                    </a:cubicBezTo>
                    <a:cubicBezTo>
                      <a:pt x="284" y="158"/>
                      <a:pt x="276" y="256"/>
                      <a:pt x="276" y="256"/>
                    </a:cubicBezTo>
                    <a:cubicBezTo>
                      <a:pt x="276" y="256"/>
                      <a:pt x="271" y="274"/>
                      <a:pt x="262" y="245"/>
                    </a:cubicBezTo>
                    <a:cubicBezTo>
                      <a:pt x="259" y="235"/>
                      <a:pt x="262" y="144"/>
                      <a:pt x="260" y="137"/>
                    </a:cubicBezTo>
                    <a:cubicBezTo>
                      <a:pt x="259" y="129"/>
                      <a:pt x="217" y="122"/>
                      <a:pt x="215" y="154"/>
                    </a:cubicBezTo>
                    <a:cubicBezTo>
                      <a:pt x="214" y="185"/>
                      <a:pt x="205" y="195"/>
                      <a:pt x="171" y="195"/>
                    </a:cubicBezTo>
                    <a:close/>
                    <a:moveTo>
                      <a:pt x="237" y="231"/>
                    </a:moveTo>
                    <a:cubicBezTo>
                      <a:pt x="230" y="240"/>
                      <a:pt x="219" y="247"/>
                      <a:pt x="223" y="225"/>
                    </a:cubicBezTo>
                    <a:cubicBezTo>
                      <a:pt x="228" y="202"/>
                      <a:pt x="232" y="170"/>
                      <a:pt x="232" y="155"/>
                    </a:cubicBezTo>
                    <a:cubicBezTo>
                      <a:pt x="232" y="155"/>
                      <a:pt x="244" y="135"/>
                      <a:pt x="247" y="158"/>
                    </a:cubicBezTo>
                    <a:cubicBezTo>
                      <a:pt x="250" y="181"/>
                      <a:pt x="244" y="221"/>
                      <a:pt x="237" y="231"/>
                    </a:cubicBezTo>
                    <a:close/>
                    <a:moveTo>
                      <a:pt x="326" y="292"/>
                    </a:moveTo>
                    <a:cubicBezTo>
                      <a:pt x="327" y="320"/>
                      <a:pt x="355" y="400"/>
                      <a:pt x="286" y="399"/>
                    </a:cubicBezTo>
                    <a:cubicBezTo>
                      <a:pt x="217" y="398"/>
                      <a:pt x="214" y="409"/>
                      <a:pt x="215" y="321"/>
                    </a:cubicBezTo>
                    <a:cubicBezTo>
                      <a:pt x="216" y="236"/>
                      <a:pt x="225" y="253"/>
                      <a:pt x="230" y="264"/>
                    </a:cubicBezTo>
                    <a:cubicBezTo>
                      <a:pt x="230" y="264"/>
                      <a:pt x="253" y="318"/>
                      <a:pt x="309" y="277"/>
                    </a:cubicBezTo>
                    <a:cubicBezTo>
                      <a:pt x="319" y="269"/>
                      <a:pt x="324" y="263"/>
                      <a:pt x="326" y="292"/>
                    </a:cubicBezTo>
                    <a:close/>
                    <a:moveTo>
                      <a:pt x="318" y="133"/>
                    </a:moveTo>
                    <a:cubicBezTo>
                      <a:pt x="338" y="148"/>
                      <a:pt x="316" y="165"/>
                      <a:pt x="316" y="165"/>
                    </a:cubicBezTo>
                    <a:cubicBezTo>
                      <a:pt x="316" y="165"/>
                      <a:pt x="302" y="189"/>
                      <a:pt x="313" y="213"/>
                    </a:cubicBezTo>
                    <a:cubicBezTo>
                      <a:pt x="324" y="237"/>
                      <a:pt x="324" y="265"/>
                      <a:pt x="301" y="239"/>
                    </a:cubicBezTo>
                    <a:cubicBezTo>
                      <a:pt x="279" y="214"/>
                      <a:pt x="293" y="156"/>
                      <a:pt x="299" y="144"/>
                    </a:cubicBezTo>
                    <a:cubicBezTo>
                      <a:pt x="299" y="144"/>
                      <a:pt x="299" y="118"/>
                      <a:pt x="318" y="133"/>
                    </a:cubicBezTo>
                    <a:close/>
                    <a:moveTo>
                      <a:pt x="507" y="179"/>
                    </a:moveTo>
                    <a:cubicBezTo>
                      <a:pt x="498" y="185"/>
                      <a:pt x="507" y="179"/>
                      <a:pt x="465" y="177"/>
                    </a:cubicBezTo>
                    <a:cubicBezTo>
                      <a:pt x="423" y="176"/>
                      <a:pt x="461" y="162"/>
                      <a:pt x="461" y="162"/>
                    </a:cubicBezTo>
                    <a:cubicBezTo>
                      <a:pt x="565" y="166"/>
                      <a:pt x="516" y="173"/>
                      <a:pt x="507" y="1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1" name="Freeform 237">
                <a:extLst>
                  <a:ext uri="{FF2B5EF4-FFF2-40B4-BE49-F238E27FC236}">
                    <a16:creationId xmlns:a16="http://schemas.microsoft.com/office/drawing/2014/main" id="{3672124D-2383-E90E-0756-040B2884F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1" y="1287"/>
                <a:ext cx="238" cy="283"/>
              </a:xfrm>
              <a:custGeom>
                <a:avLst/>
                <a:gdLst>
                  <a:gd name="T0" fmla="*/ 40 w 47"/>
                  <a:gd name="T1" fmla="*/ 15 h 56"/>
                  <a:gd name="T2" fmla="*/ 27 w 47"/>
                  <a:gd name="T3" fmla="*/ 56 h 56"/>
                  <a:gd name="T4" fmla="*/ 40 w 47"/>
                  <a:gd name="T5" fmla="*/ 1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" h="56">
                    <a:moveTo>
                      <a:pt x="40" y="15"/>
                    </a:moveTo>
                    <a:cubicBezTo>
                      <a:pt x="37" y="0"/>
                      <a:pt x="0" y="23"/>
                      <a:pt x="27" y="56"/>
                    </a:cubicBezTo>
                    <a:cubicBezTo>
                      <a:pt x="27" y="56"/>
                      <a:pt x="47" y="49"/>
                      <a:pt x="40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2" name="Freeform 238">
                <a:extLst>
                  <a:ext uri="{FF2B5EF4-FFF2-40B4-BE49-F238E27FC236}">
                    <a16:creationId xmlns:a16="http://schemas.microsoft.com/office/drawing/2014/main" id="{758F9055-D4A3-CEFA-E54E-F8A55681EE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1403"/>
                <a:ext cx="208" cy="379"/>
              </a:xfrm>
              <a:custGeom>
                <a:avLst/>
                <a:gdLst>
                  <a:gd name="T0" fmla="*/ 19 w 41"/>
                  <a:gd name="T1" fmla="*/ 27 h 75"/>
                  <a:gd name="T2" fmla="*/ 12 w 41"/>
                  <a:gd name="T3" fmla="*/ 69 h 75"/>
                  <a:gd name="T4" fmla="*/ 40 w 41"/>
                  <a:gd name="T5" fmla="*/ 45 h 75"/>
                  <a:gd name="T6" fmla="*/ 37 w 41"/>
                  <a:gd name="T7" fmla="*/ 24 h 75"/>
                  <a:gd name="T8" fmla="*/ 19 w 41"/>
                  <a:gd name="T9" fmla="*/ 2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75">
                    <a:moveTo>
                      <a:pt x="19" y="27"/>
                    </a:moveTo>
                    <a:cubicBezTo>
                      <a:pt x="0" y="54"/>
                      <a:pt x="6" y="63"/>
                      <a:pt x="12" y="69"/>
                    </a:cubicBezTo>
                    <a:cubicBezTo>
                      <a:pt x="18" y="75"/>
                      <a:pt x="30" y="74"/>
                      <a:pt x="40" y="45"/>
                    </a:cubicBezTo>
                    <a:cubicBezTo>
                      <a:pt x="40" y="45"/>
                      <a:pt x="32" y="31"/>
                      <a:pt x="37" y="24"/>
                    </a:cubicBezTo>
                    <a:cubicBezTo>
                      <a:pt x="41" y="16"/>
                      <a:pt x="38" y="0"/>
                      <a:pt x="19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3" name="Freeform 239">
                <a:extLst>
                  <a:ext uri="{FF2B5EF4-FFF2-40B4-BE49-F238E27FC236}">
                    <a16:creationId xmlns:a16="http://schemas.microsoft.com/office/drawing/2014/main" id="{066F77E9-6432-A761-E08A-62787777E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645"/>
                <a:ext cx="683" cy="318"/>
              </a:xfrm>
              <a:custGeom>
                <a:avLst/>
                <a:gdLst>
                  <a:gd name="T0" fmla="*/ 112 w 135"/>
                  <a:gd name="T1" fmla="*/ 4 h 63"/>
                  <a:gd name="T2" fmla="*/ 24 w 135"/>
                  <a:gd name="T3" fmla="*/ 4 h 63"/>
                  <a:gd name="T4" fmla="*/ 2 w 135"/>
                  <a:gd name="T5" fmla="*/ 25 h 63"/>
                  <a:gd name="T6" fmla="*/ 60 w 135"/>
                  <a:gd name="T7" fmla="*/ 58 h 63"/>
                  <a:gd name="T8" fmla="*/ 96 w 135"/>
                  <a:gd name="T9" fmla="*/ 54 h 63"/>
                  <a:gd name="T10" fmla="*/ 113 w 135"/>
                  <a:gd name="T11" fmla="*/ 53 h 63"/>
                  <a:gd name="T12" fmla="*/ 112 w 135"/>
                  <a:gd name="T13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63">
                    <a:moveTo>
                      <a:pt x="112" y="4"/>
                    </a:moveTo>
                    <a:cubicBezTo>
                      <a:pt x="105" y="9"/>
                      <a:pt x="24" y="4"/>
                      <a:pt x="24" y="4"/>
                    </a:cubicBezTo>
                    <a:cubicBezTo>
                      <a:pt x="15" y="4"/>
                      <a:pt x="3" y="1"/>
                      <a:pt x="2" y="25"/>
                    </a:cubicBezTo>
                    <a:cubicBezTo>
                      <a:pt x="0" y="63"/>
                      <a:pt x="48" y="58"/>
                      <a:pt x="60" y="58"/>
                    </a:cubicBezTo>
                    <a:cubicBezTo>
                      <a:pt x="72" y="58"/>
                      <a:pt x="84" y="48"/>
                      <a:pt x="96" y="54"/>
                    </a:cubicBezTo>
                    <a:cubicBezTo>
                      <a:pt x="96" y="54"/>
                      <a:pt x="107" y="63"/>
                      <a:pt x="113" y="53"/>
                    </a:cubicBezTo>
                    <a:cubicBezTo>
                      <a:pt x="135" y="13"/>
                      <a:pt x="120" y="0"/>
                      <a:pt x="112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4" name="Freeform 240">
                <a:extLst>
                  <a:ext uri="{FF2B5EF4-FFF2-40B4-BE49-F238E27FC236}">
                    <a16:creationId xmlns:a16="http://schemas.microsoft.com/office/drawing/2014/main" id="{C65B42C1-D783-0A5B-15F0-EAB8ABA8F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1545"/>
                <a:ext cx="490" cy="515"/>
              </a:xfrm>
              <a:custGeom>
                <a:avLst/>
                <a:gdLst>
                  <a:gd name="T0" fmla="*/ 67 w 97"/>
                  <a:gd name="T1" fmla="*/ 5 h 102"/>
                  <a:gd name="T2" fmla="*/ 31 w 97"/>
                  <a:gd name="T3" fmla="*/ 5 h 102"/>
                  <a:gd name="T4" fmla="*/ 12 w 97"/>
                  <a:gd name="T5" fmla="*/ 57 h 102"/>
                  <a:gd name="T6" fmla="*/ 79 w 97"/>
                  <a:gd name="T7" fmla="*/ 62 h 102"/>
                  <a:gd name="T8" fmla="*/ 67 w 97"/>
                  <a:gd name="T9" fmla="*/ 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102">
                    <a:moveTo>
                      <a:pt x="67" y="5"/>
                    </a:moveTo>
                    <a:cubicBezTo>
                      <a:pt x="55" y="10"/>
                      <a:pt x="31" y="5"/>
                      <a:pt x="31" y="5"/>
                    </a:cubicBezTo>
                    <a:cubicBezTo>
                      <a:pt x="0" y="6"/>
                      <a:pt x="16" y="39"/>
                      <a:pt x="12" y="57"/>
                    </a:cubicBezTo>
                    <a:cubicBezTo>
                      <a:pt x="8" y="76"/>
                      <a:pt x="63" y="102"/>
                      <a:pt x="79" y="62"/>
                    </a:cubicBezTo>
                    <a:cubicBezTo>
                      <a:pt x="97" y="20"/>
                      <a:pt x="79" y="0"/>
                      <a:pt x="67" y="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5" name="Freeform 241">
                <a:extLst>
                  <a:ext uri="{FF2B5EF4-FFF2-40B4-BE49-F238E27FC236}">
                    <a16:creationId xmlns:a16="http://schemas.microsoft.com/office/drawing/2014/main" id="{E906F032-9A26-E9EB-DB2A-5902A4F906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24"/>
                <a:ext cx="501" cy="96"/>
              </a:xfrm>
              <a:custGeom>
                <a:avLst/>
                <a:gdLst>
                  <a:gd name="T0" fmla="*/ 15 w 99"/>
                  <a:gd name="T1" fmla="*/ 0 h 19"/>
                  <a:gd name="T2" fmla="*/ 40 w 99"/>
                  <a:gd name="T3" fmla="*/ 15 h 19"/>
                  <a:gd name="T4" fmla="*/ 15 w 99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19">
                    <a:moveTo>
                      <a:pt x="15" y="0"/>
                    </a:moveTo>
                    <a:cubicBezTo>
                      <a:pt x="0" y="0"/>
                      <a:pt x="19" y="19"/>
                      <a:pt x="40" y="15"/>
                    </a:cubicBezTo>
                    <a:cubicBezTo>
                      <a:pt x="99" y="1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6" name="Freeform 242">
                <a:extLst>
                  <a:ext uri="{FF2B5EF4-FFF2-40B4-BE49-F238E27FC236}">
                    <a16:creationId xmlns:a16="http://schemas.microsoft.com/office/drawing/2014/main" id="{370CD329-F6DE-09D1-0FA5-35FFADAF74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0" y="1004"/>
                <a:ext cx="385" cy="237"/>
              </a:xfrm>
              <a:custGeom>
                <a:avLst/>
                <a:gdLst>
                  <a:gd name="T0" fmla="*/ 21 w 76"/>
                  <a:gd name="T1" fmla="*/ 37 h 47"/>
                  <a:gd name="T2" fmla="*/ 70 w 76"/>
                  <a:gd name="T3" fmla="*/ 17 h 47"/>
                  <a:gd name="T4" fmla="*/ 48 w 76"/>
                  <a:gd name="T5" fmla="*/ 3 h 47"/>
                  <a:gd name="T6" fmla="*/ 19 w 76"/>
                  <a:gd name="T7" fmla="*/ 32 h 47"/>
                  <a:gd name="T8" fmla="*/ 21 w 76"/>
                  <a:gd name="T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47">
                    <a:moveTo>
                      <a:pt x="21" y="37"/>
                    </a:moveTo>
                    <a:cubicBezTo>
                      <a:pt x="21" y="37"/>
                      <a:pt x="50" y="47"/>
                      <a:pt x="70" y="17"/>
                    </a:cubicBezTo>
                    <a:cubicBezTo>
                      <a:pt x="76" y="7"/>
                      <a:pt x="65" y="0"/>
                      <a:pt x="48" y="3"/>
                    </a:cubicBezTo>
                    <a:cubicBezTo>
                      <a:pt x="39" y="5"/>
                      <a:pt x="39" y="32"/>
                      <a:pt x="19" y="32"/>
                    </a:cubicBezTo>
                    <a:cubicBezTo>
                      <a:pt x="0" y="32"/>
                      <a:pt x="21" y="37"/>
                      <a:pt x="21" y="3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7" name="Freeform 243">
                <a:extLst>
                  <a:ext uri="{FF2B5EF4-FFF2-40B4-BE49-F238E27FC236}">
                    <a16:creationId xmlns:a16="http://schemas.microsoft.com/office/drawing/2014/main" id="{5C6177A6-5A0C-C457-A92F-66C1761A2F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5" y="1201"/>
                <a:ext cx="415" cy="187"/>
              </a:xfrm>
              <a:custGeom>
                <a:avLst/>
                <a:gdLst>
                  <a:gd name="T0" fmla="*/ 72 w 82"/>
                  <a:gd name="T1" fmla="*/ 6 h 37"/>
                  <a:gd name="T2" fmla="*/ 24 w 82"/>
                  <a:gd name="T3" fmla="*/ 17 h 37"/>
                  <a:gd name="T4" fmla="*/ 17 w 82"/>
                  <a:gd name="T5" fmla="*/ 26 h 37"/>
                  <a:gd name="T6" fmla="*/ 76 w 82"/>
                  <a:gd name="T7" fmla="*/ 23 h 37"/>
                  <a:gd name="T8" fmla="*/ 82 w 82"/>
                  <a:gd name="T9" fmla="*/ 20 h 37"/>
                  <a:gd name="T10" fmla="*/ 82 w 82"/>
                  <a:gd name="T11" fmla="*/ 0 h 37"/>
                  <a:gd name="T12" fmla="*/ 72 w 82"/>
                  <a:gd name="T13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7">
                    <a:moveTo>
                      <a:pt x="72" y="6"/>
                    </a:moveTo>
                    <a:cubicBezTo>
                      <a:pt x="57" y="23"/>
                      <a:pt x="24" y="17"/>
                      <a:pt x="24" y="17"/>
                    </a:cubicBezTo>
                    <a:cubicBezTo>
                      <a:pt x="24" y="17"/>
                      <a:pt x="0" y="16"/>
                      <a:pt x="17" y="26"/>
                    </a:cubicBezTo>
                    <a:cubicBezTo>
                      <a:pt x="33" y="37"/>
                      <a:pt x="53" y="32"/>
                      <a:pt x="76" y="23"/>
                    </a:cubicBezTo>
                    <a:cubicBezTo>
                      <a:pt x="78" y="22"/>
                      <a:pt x="80" y="21"/>
                      <a:pt x="82" y="20"/>
                    </a:cubicBezTo>
                    <a:lnTo>
                      <a:pt x="82" y="0"/>
                    </a:lnTo>
                    <a:cubicBezTo>
                      <a:pt x="79" y="1"/>
                      <a:pt x="75" y="2"/>
                      <a:pt x="72" y="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8" name="Freeform 244">
                <a:extLst>
                  <a:ext uri="{FF2B5EF4-FFF2-40B4-BE49-F238E27FC236}">
                    <a16:creationId xmlns:a16="http://schemas.microsoft.com/office/drawing/2014/main" id="{8F1A5235-E408-C882-BF8A-2F3156352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1" y="1378"/>
                <a:ext cx="698" cy="167"/>
              </a:xfrm>
              <a:custGeom>
                <a:avLst/>
                <a:gdLst>
                  <a:gd name="T0" fmla="*/ 21 w 138"/>
                  <a:gd name="T1" fmla="*/ 1 h 33"/>
                  <a:gd name="T2" fmla="*/ 8 w 138"/>
                  <a:gd name="T3" fmla="*/ 14 h 33"/>
                  <a:gd name="T4" fmla="*/ 57 w 138"/>
                  <a:gd name="T5" fmla="*/ 22 h 33"/>
                  <a:gd name="T6" fmla="*/ 117 w 138"/>
                  <a:gd name="T7" fmla="*/ 23 h 33"/>
                  <a:gd name="T8" fmla="*/ 114 w 138"/>
                  <a:gd name="T9" fmla="*/ 8 h 33"/>
                  <a:gd name="T10" fmla="*/ 82 w 138"/>
                  <a:gd name="T11" fmla="*/ 3 h 33"/>
                  <a:gd name="T12" fmla="*/ 21 w 138"/>
                  <a:gd name="T13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33">
                    <a:moveTo>
                      <a:pt x="21" y="1"/>
                    </a:moveTo>
                    <a:cubicBezTo>
                      <a:pt x="21" y="1"/>
                      <a:pt x="0" y="8"/>
                      <a:pt x="8" y="14"/>
                    </a:cubicBezTo>
                    <a:cubicBezTo>
                      <a:pt x="15" y="20"/>
                      <a:pt x="48" y="22"/>
                      <a:pt x="57" y="22"/>
                    </a:cubicBezTo>
                    <a:cubicBezTo>
                      <a:pt x="66" y="22"/>
                      <a:pt x="96" y="33"/>
                      <a:pt x="117" y="23"/>
                    </a:cubicBezTo>
                    <a:cubicBezTo>
                      <a:pt x="138" y="12"/>
                      <a:pt x="123" y="9"/>
                      <a:pt x="114" y="8"/>
                    </a:cubicBezTo>
                    <a:cubicBezTo>
                      <a:pt x="105" y="6"/>
                      <a:pt x="102" y="0"/>
                      <a:pt x="82" y="3"/>
                    </a:cubicBezTo>
                    <a:cubicBezTo>
                      <a:pt x="37" y="11"/>
                      <a:pt x="21" y="1"/>
                      <a:pt x="2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9" name="Freeform 245">
                <a:extLst>
                  <a:ext uri="{FF2B5EF4-FFF2-40B4-BE49-F238E27FC236}">
                    <a16:creationId xmlns:a16="http://schemas.microsoft.com/office/drawing/2014/main" id="{ACB7F5BD-10F3-46E3-3223-459ACEDD67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" y="1540"/>
                <a:ext cx="567" cy="146"/>
              </a:xfrm>
              <a:custGeom>
                <a:avLst/>
                <a:gdLst>
                  <a:gd name="T0" fmla="*/ 98 w 112"/>
                  <a:gd name="T1" fmla="*/ 19 h 29"/>
                  <a:gd name="T2" fmla="*/ 103 w 112"/>
                  <a:gd name="T3" fmla="*/ 4 h 29"/>
                  <a:gd name="T4" fmla="*/ 74 w 112"/>
                  <a:gd name="T5" fmla="*/ 10 h 29"/>
                  <a:gd name="T6" fmla="*/ 36 w 112"/>
                  <a:gd name="T7" fmla="*/ 6 h 29"/>
                  <a:gd name="T8" fmla="*/ 2 w 112"/>
                  <a:gd name="T9" fmla="*/ 4 h 29"/>
                  <a:gd name="T10" fmla="*/ 98 w 112"/>
                  <a:gd name="T11" fmla="*/ 1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29">
                    <a:moveTo>
                      <a:pt x="98" y="19"/>
                    </a:moveTo>
                    <a:cubicBezTo>
                      <a:pt x="112" y="13"/>
                      <a:pt x="111" y="0"/>
                      <a:pt x="103" y="4"/>
                    </a:cubicBezTo>
                    <a:cubicBezTo>
                      <a:pt x="96" y="9"/>
                      <a:pt x="83" y="10"/>
                      <a:pt x="74" y="10"/>
                    </a:cubicBezTo>
                    <a:cubicBezTo>
                      <a:pt x="65" y="11"/>
                      <a:pt x="45" y="3"/>
                      <a:pt x="36" y="6"/>
                    </a:cubicBezTo>
                    <a:cubicBezTo>
                      <a:pt x="27" y="9"/>
                      <a:pt x="2" y="4"/>
                      <a:pt x="2" y="4"/>
                    </a:cubicBezTo>
                    <a:cubicBezTo>
                      <a:pt x="0" y="29"/>
                      <a:pt x="83" y="25"/>
                      <a:pt x="98" y="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0" name="Freeform 246">
                <a:extLst>
                  <a:ext uri="{FF2B5EF4-FFF2-40B4-BE49-F238E27FC236}">
                    <a16:creationId xmlns:a16="http://schemas.microsoft.com/office/drawing/2014/main" id="{AADF4F70-6F26-55F3-983B-3B7471A9E2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2" y="1656"/>
                <a:ext cx="581" cy="480"/>
              </a:xfrm>
              <a:custGeom>
                <a:avLst/>
                <a:gdLst>
                  <a:gd name="T0" fmla="*/ 3 w 115"/>
                  <a:gd name="T1" fmla="*/ 53 h 95"/>
                  <a:gd name="T2" fmla="*/ 26 w 115"/>
                  <a:gd name="T3" fmla="*/ 54 h 95"/>
                  <a:gd name="T4" fmla="*/ 50 w 115"/>
                  <a:gd name="T5" fmla="*/ 77 h 95"/>
                  <a:gd name="T6" fmla="*/ 59 w 115"/>
                  <a:gd name="T7" fmla="*/ 84 h 95"/>
                  <a:gd name="T8" fmla="*/ 81 w 115"/>
                  <a:gd name="T9" fmla="*/ 52 h 95"/>
                  <a:gd name="T10" fmla="*/ 111 w 115"/>
                  <a:gd name="T11" fmla="*/ 52 h 95"/>
                  <a:gd name="T12" fmla="*/ 79 w 115"/>
                  <a:gd name="T13" fmla="*/ 27 h 95"/>
                  <a:gd name="T14" fmla="*/ 37 w 115"/>
                  <a:gd name="T15" fmla="*/ 16 h 95"/>
                  <a:gd name="T16" fmla="*/ 12 w 115"/>
                  <a:gd name="T17" fmla="*/ 41 h 95"/>
                  <a:gd name="T18" fmla="*/ 3 w 115"/>
                  <a:gd name="T19" fmla="*/ 53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95">
                    <a:moveTo>
                      <a:pt x="3" y="53"/>
                    </a:moveTo>
                    <a:cubicBezTo>
                      <a:pt x="5" y="60"/>
                      <a:pt x="14" y="68"/>
                      <a:pt x="26" y="54"/>
                    </a:cubicBezTo>
                    <a:cubicBezTo>
                      <a:pt x="48" y="29"/>
                      <a:pt x="48" y="72"/>
                      <a:pt x="50" y="77"/>
                    </a:cubicBezTo>
                    <a:cubicBezTo>
                      <a:pt x="51" y="81"/>
                      <a:pt x="54" y="95"/>
                      <a:pt x="59" y="84"/>
                    </a:cubicBezTo>
                    <a:cubicBezTo>
                      <a:pt x="63" y="74"/>
                      <a:pt x="70" y="39"/>
                      <a:pt x="81" y="52"/>
                    </a:cubicBezTo>
                    <a:cubicBezTo>
                      <a:pt x="100" y="76"/>
                      <a:pt x="115" y="54"/>
                      <a:pt x="111" y="52"/>
                    </a:cubicBezTo>
                    <a:cubicBezTo>
                      <a:pt x="106" y="51"/>
                      <a:pt x="79" y="37"/>
                      <a:pt x="79" y="27"/>
                    </a:cubicBezTo>
                    <a:cubicBezTo>
                      <a:pt x="79" y="16"/>
                      <a:pt x="42" y="0"/>
                      <a:pt x="37" y="16"/>
                    </a:cubicBezTo>
                    <a:cubicBezTo>
                      <a:pt x="33" y="33"/>
                      <a:pt x="12" y="41"/>
                      <a:pt x="12" y="41"/>
                    </a:cubicBezTo>
                    <a:cubicBezTo>
                      <a:pt x="0" y="44"/>
                      <a:pt x="2" y="45"/>
                      <a:pt x="3" y="5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1" name="Freeform 247">
                <a:extLst>
                  <a:ext uri="{FF2B5EF4-FFF2-40B4-BE49-F238E27FC236}">
                    <a16:creationId xmlns:a16="http://schemas.microsoft.com/office/drawing/2014/main" id="{85D1582F-4D21-DBF6-F8E5-CAEB80336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1" y="1464"/>
                <a:ext cx="329" cy="854"/>
              </a:xfrm>
              <a:custGeom>
                <a:avLst/>
                <a:gdLst>
                  <a:gd name="T0" fmla="*/ 51 w 65"/>
                  <a:gd name="T1" fmla="*/ 40 h 169"/>
                  <a:gd name="T2" fmla="*/ 22 w 65"/>
                  <a:gd name="T3" fmla="*/ 49 h 169"/>
                  <a:gd name="T4" fmla="*/ 22 w 65"/>
                  <a:gd name="T5" fmla="*/ 59 h 169"/>
                  <a:gd name="T6" fmla="*/ 50 w 65"/>
                  <a:gd name="T7" fmla="*/ 90 h 169"/>
                  <a:gd name="T8" fmla="*/ 34 w 65"/>
                  <a:gd name="T9" fmla="*/ 118 h 169"/>
                  <a:gd name="T10" fmla="*/ 0 w 65"/>
                  <a:gd name="T11" fmla="*/ 148 h 169"/>
                  <a:gd name="T12" fmla="*/ 17 w 65"/>
                  <a:gd name="T13" fmla="*/ 155 h 169"/>
                  <a:gd name="T14" fmla="*/ 47 w 65"/>
                  <a:gd name="T15" fmla="*/ 166 h 169"/>
                  <a:gd name="T16" fmla="*/ 63 w 65"/>
                  <a:gd name="T17" fmla="*/ 162 h 169"/>
                  <a:gd name="T18" fmla="*/ 65 w 65"/>
                  <a:gd name="T19" fmla="*/ 0 h 169"/>
                  <a:gd name="T20" fmla="*/ 51 w 65"/>
                  <a:gd name="T21" fmla="*/ 4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5" h="169">
                    <a:moveTo>
                      <a:pt x="51" y="40"/>
                    </a:moveTo>
                    <a:cubicBezTo>
                      <a:pt x="44" y="46"/>
                      <a:pt x="30" y="49"/>
                      <a:pt x="22" y="49"/>
                    </a:cubicBezTo>
                    <a:cubicBezTo>
                      <a:pt x="13" y="48"/>
                      <a:pt x="14" y="56"/>
                      <a:pt x="22" y="59"/>
                    </a:cubicBezTo>
                    <a:cubicBezTo>
                      <a:pt x="30" y="62"/>
                      <a:pt x="49" y="75"/>
                      <a:pt x="50" y="90"/>
                    </a:cubicBezTo>
                    <a:cubicBezTo>
                      <a:pt x="50" y="104"/>
                      <a:pt x="51" y="115"/>
                      <a:pt x="34" y="118"/>
                    </a:cubicBezTo>
                    <a:cubicBezTo>
                      <a:pt x="18" y="122"/>
                      <a:pt x="3" y="124"/>
                      <a:pt x="0" y="148"/>
                    </a:cubicBezTo>
                    <a:cubicBezTo>
                      <a:pt x="0" y="148"/>
                      <a:pt x="10" y="154"/>
                      <a:pt x="17" y="155"/>
                    </a:cubicBezTo>
                    <a:cubicBezTo>
                      <a:pt x="23" y="155"/>
                      <a:pt x="42" y="163"/>
                      <a:pt x="47" y="166"/>
                    </a:cubicBezTo>
                    <a:cubicBezTo>
                      <a:pt x="51" y="169"/>
                      <a:pt x="58" y="167"/>
                      <a:pt x="63" y="162"/>
                    </a:cubicBezTo>
                    <a:lnTo>
                      <a:pt x="65" y="0"/>
                    </a:lnTo>
                    <a:cubicBezTo>
                      <a:pt x="64" y="8"/>
                      <a:pt x="58" y="36"/>
                      <a:pt x="51" y="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5352" name="Rectangle 248">
            <a:extLst>
              <a:ext uri="{FF2B5EF4-FFF2-40B4-BE49-F238E27FC236}">
                <a16:creationId xmlns:a16="http://schemas.microsoft.com/office/drawing/2014/main" id="{C6E730CA-A80E-47D5-0EB0-8CDFB6CDC5D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298450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5353" name="Rectangle 249">
            <a:extLst>
              <a:ext uri="{FF2B5EF4-FFF2-40B4-BE49-F238E27FC236}">
                <a16:creationId xmlns:a16="http://schemas.microsoft.com/office/drawing/2014/main" id="{D20B59AA-01CF-E48A-9D2B-A1028B8B864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5354" name="Rectangle 250">
            <a:extLst>
              <a:ext uri="{FF2B5EF4-FFF2-40B4-BE49-F238E27FC236}">
                <a16:creationId xmlns:a16="http://schemas.microsoft.com/office/drawing/2014/main" id="{E6FB120C-85B9-470F-A52A-52052B1A847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9845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75355" name="Rectangle 251">
            <a:extLst>
              <a:ext uri="{FF2B5EF4-FFF2-40B4-BE49-F238E27FC236}">
                <a16:creationId xmlns:a16="http://schemas.microsoft.com/office/drawing/2014/main" id="{1BF51412-F660-8D0D-1A3E-EB7E2F890EC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1025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75356" name="Rectangle 252">
            <a:extLst>
              <a:ext uri="{FF2B5EF4-FFF2-40B4-BE49-F238E27FC236}">
                <a16:creationId xmlns:a16="http://schemas.microsoft.com/office/drawing/2014/main" id="{2AC56858-A37A-A234-D9D9-951D03225B0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00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C2FC854-A2AC-462C-AD7E-06B6437E8A5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ransition>
    <p:blinds dir="vert"/>
  </p:transition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nsxuxx@mail.sysu.edu.c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75FCF88-6FA8-5A64-4C4B-629F3C74124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533400"/>
            <a:ext cx="8540750" cy="1816100"/>
          </a:xfrm>
        </p:spPr>
        <p:txBody>
          <a:bodyPr/>
          <a:lstStyle/>
          <a:p>
            <a:r>
              <a:rPr lang="zh-CN" altLang="en-US" sz="4800" b="1">
                <a:solidFill>
                  <a:srgbClr val="CC0000"/>
                </a:solidFill>
              </a:rPr>
              <a:t>中级宏观经济学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DC16FD7-E007-DFED-396E-8C2A24273536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438400" y="3979863"/>
            <a:ext cx="5157788" cy="1735137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徐现祥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  <a:hlinkClick r:id="rId2"/>
              </a:rPr>
              <a:t>Lnsxuxx@mail.sysu.edu.cn</a:t>
            </a:r>
            <a:endParaRPr lang="en-US" altLang="zh-CN" sz="28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84110495(O)</a:t>
            </a:r>
          </a:p>
          <a:p>
            <a:pPr>
              <a:lnSpc>
                <a:spcPct val="80000"/>
              </a:lnSpc>
            </a:pPr>
            <a:endParaRPr lang="en-US" altLang="zh-CN" sz="28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>
            <a:extLst>
              <a:ext uri="{FF2B5EF4-FFF2-40B4-BE49-F238E27FC236}">
                <a16:creationId xmlns:a16="http://schemas.microsoft.com/office/drawing/2014/main" id="{CAD7B4A3-4A7F-E003-2497-632FCDFE7DA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课程简介</a:t>
            </a:r>
          </a:p>
        </p:txBody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01C7B7DD-B6D6-8DC9-35F9-3E1CF0534A06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52450" y="1657350"/>
            <a:ext cx="7905750" cy="47323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/>
              <a:t>序论：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/>
              <a:t>宏观经济现象、国民经济核算和总供给总需求模型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总供给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/>
              <a:t>经济增长、经济波动和总供给曲线的推导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总需求 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/>
              <a:t>IS-LM</a:t>
            </a:r>
            <a:r>
              <a:rPr lang="zh-CN" altLang="en-US" sz="2400" b="1"/>
              <a:t>模型、微观基础和总需求曲线的推导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宏观经济管理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/>
              <a:t>目标、政策和绩效</a:t>
            </a:r>
          </a:p>
          <a:p>
            <a:pPr>
              <a:lnSpc>
                <a:spcPct val="90000"/>
              </a:lnSpc>
            </a:pPr>
            <a:r>
              <a:rPr lang="zh-CN" altLang="en-US" sz="2800" b="1"/>
              <a:t>微观基础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/>
              <a:t>消费、投资等</a:t>
            </a:r>
          </a:p>
        </p:txBody>
      </p:sp>
      <p:sp>
        <p:nvSpPr>
          <p:cNvPr id="326660" name="Oval 4">
            <a:extLst>
              <a:ext uri="{FF2B5EF4-FFF2-40B4-BE49-F238E27FC236}">
                <a16:creationId xmlns:a16="http://schemas.microsoft.com/office/drawing/2014/main" id="{1DD1F0CD-33B8-8DA0-24A3-5CC37A4CF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133600"/>
            <a:ext cx="2286000" cy="55245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zh-CN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26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26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0" fill="hold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0" fill="hold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 build="p" autoUpdateAnimBg="0"/>
      <p:bldP spid="326660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FFF52E76-441E-AD66-4271-1F8E6269380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主要内容</a:t>
            </a:r>
          </a:p>
        </p:txBody>
      </p:sp>
      <p:sp>
        <p:nvSpPr>
          <p:cNvPr id="221189" name="Rectangle 5">
            <a:extLst>
              <a:ext uri="{FF2B5EF4-FFF2-40B4-BE49-F238E27FC236}">
                <a16:creationId xmlns:a16="http://schemas.microsoft.com/office/drawing/2014/main" id="{90CEEC10-D511-3743-8597-EAD95C697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1190" name="Rectangle 6">
            <a:extLst>
              <a:ext uri="{FF2B5EF4-FFF2-40B4-BE49-F238E27FC236}">
                <a16:creationId xmlns:a16="http://schemas.microsoft.com/office/drawing/2014/main" id="{01B0D153-D138-6626-42B3-9B4ED7B5133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90800" y="2590800"/>
            <a:ext cx="54864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为什么要学习宏观经济学？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宏观经济现象鸟瞰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宏观经济理论的演进历程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我们的安排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21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autoUpdateAnimBg="0"/>
      <p:bldP spid="22119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>
            <a:extLst>
              <a:ext uri="{FF2B5EF4-FFF2-40B4-BE49-F238E27FC236}">
                <a16:creationId xmlns:a16="http://schemas.microsoft.com/office/drawing/2014/main" id="{EC2B0BD7-CA4D-476D-AC3B-AFBA7E8BC40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 </a:t>
            </a:r>
            <a:r>
              <a:rPr lang="zh-CN" altLang="en-US" b="1">
                <a:solidFill>
                  <a:srgbClr val="CC0000"/>
                </a:solidFill>
              </a:rPr>
              <a:t>教材</a:t>
            </a:r>
          </a:p>
        </p:txBody>
      </p:sp>
      <p:sp>
        <p:nvSpPr>
          <p:cNvPr id="280579" name="Rectangle 3">
            <a:extLst>
              <a:ext uri="{FF2B5EF4-FFF2-40B4-BE49-F238E27FC236}">
                <a16:creationId xmlns:a16="http://schemas.microsoft.com/office/drawing/2014/main" id="{EA88789A-FA9D-2D3E-ECD7-A9A008739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0580" name="Rectangle 4">
            <a:extLst>
              <a:ext uri="{FF2B5EF4-FFF2-40B4-BE49-F238E27FC236}">
                <a16:creationId xmlns:a16="http://schemas.microsoft.com/office/drawing/2014/main" id="{6FEF06A3-B2AA-F198-A8B3-B587C1B1040D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362200" y="1447800"/>
            <a:ext cx="5486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宏观经济学（第</a:t>
            </a:r>
            <a:r>
              <a:rPr lang="en-US" altLang="zh-CN" sz="3200" b="1"/>
              <a:t>8</a:t>
            </a:r>
            <a:r>
              <a:rPr lang="zh-CN" altLang="en-US" sz="3200" b="1"/>
              <a:t>版）</a:t>
            </a:r>
          </a:p>
        </p:txBody>
      </p:sp>
      <p:pic>
        <p:nvPicPr>
          <p:cNvPr id="280582" name="Picture 6">
            <a:extLst>
              <a:ext uri="{FF2B5EF4-FFF2-40B4-BE49-F238E27FC236}">
                <a16:creationId xmlns:a16="http://schemas.microsoft.com/office/drawing/2014/main" id="{FEDA73DF-C284-48AC-E5D7-C60D51D9F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209800"/>
            <a:ext cx="349567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8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8" grpId="0" autoUpdateAnimBg="0"/>
      <p:bldP spid="28058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>
            <a:extLst>
              <a:ext uri="{FF2B5EF4-FFF2-40B4-BE49-F238E27FC236}">
                <a16:creationId xmlns:a16="http://schemas.microsoft.com/office/drawing/2014/main" id="{9E97997B-2945-FDB5-33FD-84628F763CD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1.1 </a:t>
            </a:r>
            <a:r>
              <a:rPr lang="zh-CN" altLang="en-US" b="1">
                <a:solidFill>
                  <a:srgbClr val="CC0000"/>
                </a:solidFill>
              </a:rPr>
              <a:t>教材－作者</a:t>
            </a:r>
          </a:p>
        </p:txBody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55921291-D7EB-85F9-BDE8-70491DC18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1604" name="Rectangle 4">
            <a:extLst>
              <a:ext uri="{FF2B5EF4-FFF2-40B4-BE49-F238E27FC236}">
                <a16:creationId xmlns:a16="http://schemas.microsoft.com/office/drawing/2014/main" id="{DCF26C94-51B7-E462-F970-4AD04AA7868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905000" y="1447800"/>
            <a:ext cx="5486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Richard Startz </a:t>
            </a:r>
            <a:r>
              <a:rPr lang="zh-CN" altLang="en-US" sz="3200" b="1"/>
              <a:t>（斯塔兹）</a:t>
            </a:r>
          </a:p>
        </p:txBody>
      </p:sp>
      <p:pic>
        <p:nvPicPr>
          <p:cNvPr id="281606" name="Picture 6">
            <a:extLst>
              <a:ext uri="{FF2B5EF4-FFF2-40B4-BE49-F238E27FC236}">
                <a16:creationId xmlns:a16="http://schemas.microsoft.com/office/drawing/2014/main" id="{9F2CD5F1-3D76-E46D-FAF1-E78D508EB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416175"/>
            <a:ext cx="6194425" cy="436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816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2" grpId="0" autoUpdateAnimBg="0"/>
      <p:bldP spid="28160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>
            <a:extLst>
              <a:ext uri="{FF2B5EF4-FFF2-40B4-BE49-F238E27FC236}">
                <a16:creationId xmlns:a16="http://schemas.microsoft.com/office/drawing/2014/main" id="{D97AB8D5-0B76-6E64-6E13-D11E29425B6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1.2 </a:t>
            </a:r>
            <a:r>
              <a:rPr lang="zh-CN" altLang="en-US" b="1">
                <a:solidFill>
                  <a:srgbClr val="CC0000"/>
                </a:solidFill>
              </a:rPr>
              <a:t>教材－作者</a:t>
            </a:r>
          </a:p>
        </p:txBody>
      </p:sp>
      <p:sp>
        <p:nvSpPr>
          <p:cNvPr id="282627" name="Rectangle 3">
            <a:extLst>
              <a:ext uri="{FF2B5EF4-FFF2-40B4-BE49-F238E27FC236}">
                <a16:creationId xmlns:a16="http://schemas.microsoft.com/office/drawing/2014/main" id="{E55024B2-01F1-4451-7CAC-46757504F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2628" name="Rectangle 4">
            <a:extLst>
              <a:ext uri="{FF2B5EF4-FFF2-40B4-BE49-F238E27FC236}">
                <a16:creationId xmlns:a16="http://schemas.microsoft.com/office/drawing/2014/main" id="{05151267-A8C3-0C34-6B9C-55D82BA643B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905000" y="1447800"/>
            <a:ext cx="59070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Stanley Fischer </a:t>
            </a:r>
            <a:r>
              <a:rPr lang="zh-CN" altLang="en-US" sz="3200" b="1"/>
              <a:t>（费希尔）</a:t>
            </a:r>
          </a:p>
        </p:txBody>
      </p:sp>
      <p:pic>
        <p:nvPicPr>
          <p:cNvPr id="282630" name="Picture 6">
            <a:extLst>
              <a:ext uri="{FF2B5EF4-FFF2-40B4-BE49-F238E27FC236}">
                <a16:creationId xmlns:a16="http://schemas.microsoft.com/office/drawing/2014/main" id="{CF5C64FD-7DCA-51DF-61AF-CC23F96B7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981200"/>
            <a:ext cx="39624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2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826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8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6" grpId="0" autoUpdateAnimBg="0"/>
      <p:bldP spid="28262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0EBF8DD7-A52A-56BB-4446-DDEDB3B6930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1.3 </a:t>
            </a:r>
            <a:r>
              <a:rPr lang="zh-CN" altLang="en-US" b="1">
                <a:solidFill>
                  <a:srgbClr val="CC0000"/>
                </a:solidFill>
              </a:rPr>
              <a:t>教材－作者</a:t>
            </a:r>
          </a:p>
        </p:txBody>
      </p:sp>
      <p:sp>
        <p:nvSpPr>
          <p:cNvPr id="283651" name="Rectangle 3">
            <a:extLst>
              <a:ext uri="{FF2B5EF4-FFF2-40B4-BE49-F238E27FC236}">
                <a16:creationId xmlns:a16="http://schemas.microsoft.com/office/drawing/2014/main" id="{69A65EA0-D52E-7FC3-5F4D-8CF1765B4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3652" name="Rectangle 4">
            <a:extLst>
              <a:ext uri="{FF2B5EF4-FFF2-40B4-BE49-F238E27FC236}">
                <a16:creationId xmlns:a16="http://schemas.microsoft.com/office/drawing/2014/main" id="{5E77911E-5CCB-6CD2-331A-2E34DC22112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1905000"/>
            <a:ext cx="45720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Rudiger Dornbusch </a:t>
            </a:r>
            <a:r>
              <a:rPr lang="zh-CN" altLang="en-US" sz="3200" b="1"/>
              <a:t>（多恩布什）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1946.6.8-2002.7.25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MIT</a:t>
            </a:r>
            <a:r>
              <a:rPr lang="zh-CN" altLang="en-US" sz="3200" b="1"/>
              <a:t>的教授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指导的博士多达</a:t>
            </a:r>
            <a:r>
              <a:rPr lang="en-US" altLang="zh-CN" sz="3200" b="1"/>
              <a:t>125</a:t>
            </a:r>
            <a:r>
              <a:rPr lang="zh-CN" altLang="en-US" sz="3200" b="1"/>
              <a:t>人</a:t>
            </a:r>
          </a:p>
        </p:txBody>
      </p:sp>
      <p:pic>
        <p:nvPicPr>
          <p:cNvPr id="283654" name="Picture 6">
            <a:extLst>
              <a:ext uri="{FF2B5EF4-FFF2-40B4-BE49-F238E27FC236}">
                <a16:creationId xmlns:a16="http://schemas.microsoft.com/office/drawing/2014/main" id="{6404BFD5-3B16-F908-4324-DB53D88E5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1600200"/>
            <a:ext cx="36068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3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28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0" grpId="0" autoUpdateAnimBg="0"/>
      <p:bldP spid="28365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>
            <a:extLst>
              <a:ext uri="{FF2B5EF4-FFF2-40B4-BE49-F238E27FC236}">
                <a16:creationId xmlns:a16="http://schemas.microsoft.com/office/drawing/2014/main" id="{C4589572-A059-35BB-A9DB-B57716F4E36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1.4 </a:t>
            </a:r>
            <a:r>
              <a:rPr lang="zh-CN" altLang="en-US" b="1">
                <a:solidFill>
                  <a:srgbClr val="CC0000"/>
                </a:solidFill>
              </a:rPr>
              <a:t>参考教材</a:t>
            </a:r>
          </a:p>
        </p:txBody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35798D5A-C330-1DC0-219A-DE2AE9534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4676" name="Rectangle 4">
            <a:extLst>
              <a:ext uri="{FF2B5EF4-FFF2-40B4-BE49-F238E27FC236}">
                <a16:creationId xmlns:a16="http://schemas.microsoft.com/office/drawing/2014/main" id="{DE5C31C0-2E03-3BD7-DD88-06A80681EB2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1447800"/>
            <a:ext cx="449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宏观经济学（第</a:t>
            </a:r>
            <a:r>
              <a:rPr lang="en-US" altLang="zh-CN" sz="3200" b="1"/>
              <a:t>7</a:t>
            </a:r>
            <a:r>
              <a:rPr lang="zh-CN" altLang="en-US" sz="3200" b="1"/>
              <a:t>版）</a:t>
            </a:r>
          </a:p>
        </p:txBody>
      </p:sp>
      <p:sp>
        <p:nvSpPr>
          <p:cNvPr id="284685" name="Rectangle 13">
            <a:extLst>
              <a:ext uri="{FF2B5EF4-FFF2-40B4-BE49-F238E27FC236}">
                <a16:creationId xmlns:a16="http://schemas.microsoft.com/office/drawing/2014/main" id="{5D03FEC1-3630-DD90-6FF5-B00E486B3FD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648200" y="1557338"/>
            <a:ext cx="4419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2400" b="1"/>
              <a:t>Macroeconomics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（</a:t>
            </a:r>
            <a:r>
              <a:rPr lang="en-US" altLang="zh-CN" sz="2400" b="1"/>
              <a:t>by </a:t>
            </a:r>
            <a:r>
              <a:rPr lang="en-US" altLang="zh-CN" sz="2400">
                <a:latin typeface="Dcr10" charset="0"/>
              </a:rPr>
              <a:t>Hall and Taylor</a:t>
            </a:r>
            <a:r>
              <a:rPr lang="zh-CN" altLang="en-US" sz="2400" b="1"/>
              <a:t>）</a:t>
            </a:r>
          </a:p>
        </p:txBody>
      </p:sp>
      <p:pic>
        <p:nvPicPr>
          <p:cNvPr id="284686" name="Picture 14">
            <a:extLst>
              <a:ext uri="{FF2B5EF4-FFF2-40B4-BE49-F238E27FC236}">
                <a16:creationId xmlns:a16="http://schemas.microsoft.com/office/drawing/2014/main" id="{A7618F4B-66ED-466C-93B0-11073840F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2133600"/>
            <a:ext cx="378777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4687" name="Rectangle 15">
            <a:extLst>
              <a:ext uri="{FF2B5EF4-FFF2-40B4-BE49-F238E27FC236}">
                <a16:creationId xmlns:a16="http://schemas.microsoft.com/office/drawing/2014/main" id="{C52FE0BC-FEC4-F8DD-59E2-D84EF65B6D9C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648200" y="2565400"/>
            <a:ext cx="441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2400" b="1"/>
              <a:t>Macroeconomics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（</a:t>
            </a:r>
            <a:r>
              <a:rPr lang="en-US" altLang="zh-CN" sz="2400" b="1"/>
              <a:t>by </a:t>
            </a:r>
            <a:r>
              <a:rPr lang="en-US" altLang="zh-CN" sz="2400">
                <a:latin typeface="Dcr10" charset="0"/>
              </a:rPr>
              <a:t>Mankiw</a:t>
            </a:r>
            <a:r>
              <a:rPr lang="zh-CN" altLang="en-US" sz="2400" b="1"/>
              <a:t>）</a:t>
            </a:r>
          </a:p>
        </p:txBody>
      </p:sp>
      <p:sp>
        <p:nvSpPr>
          <p:cNvPr id="284688" name="Rectangle 16">
            <a:extLst>
              <a:ext uri="{FF2B5EF4-FFF2-40B4-BE49-F238E27FC236}">
                <a16:creationId xmlns:a16="http://schemas.microsoft.com/office/drawing/2014/main" id="{F4B690E0-276D-3B5F-E0B7-27E72C25648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648200" y="3573463"/>
            <a:ext cx="4114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2400" b="1"/>
              <a:t>Macroeconomics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（</a:t>
            </a:r>
            <a:r>
              <a:rPr lang="en-US" altLang="zh-CN" sz="2400" b="1"/>
              <a:t>by </a:t>
            </a:r>
            <a:r>
              <a:rPr lang="en-US" altLang="zh-CN" sz="2400">
                <a:latin typeface="Dcr10" charset="0"/>
              </a:rPr>
              <a:t>Blanchard</a:t>
            </a:r>
            <a:r>
              <a:rPr lang="zh-CN" altLang="en-US" sz="2400" b="1"/>
              <a:t>）</a:t>
            </a:r>
          </a:p>
        </p:txBody>
      </p:sp>
      <p:sp>
        <p:nvSpPr>
          <p:cNvPr id="284689" name="Rectangle 17">
            <a:extLst>
              <a:ext uri="{FF2B5EF4-FFF2-40B4-BE49-F238E27FC236}">
                <a16:creationId xmlns:a16="http://schemas.microsoft.com/office/drawing/2014/main" id="{0A540DF2-7EAD-EBD4-5B6B-EB67C294D62C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643438" y="5975350"/>
            <a:ext cx="4114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2400" b="1"/>
              <a:t>Macroeconomics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（</a:t>
            </a:r>
            <a:r>
              <a:rPr lang="en-US" altLang="zh-CN" sz="2400" b="1"/>
              <a:t>by </a:t>
            </a:r>
            <a:r>
              <a:rPr lang="en-US" altLang="zh-CN" sz="2400">
                <a:latin typeface="Dcr10" charset="0"/>
              </a:rPr>
              <a:t>Barro</a:t>
            </a:r>
            <a:r>
              <a:rPr lang="zh-CN" altLang="en-US" sz="2400" b="1"/>
              <a:t>）</a:t>
            </a:r>
          </a:p>
        </p:txBody>
      </p:sp>
      <p:sp>
        <p:nvSpPr>
          <p:cNvPr id="284690" name="Rectangle 18">
            <a:extLst>
              <a:ext uri="{FF2B5EF4-FFF2-40B4-BE49-F238E27FC236}">
                <a16:creationId xmlns:a16="http://schemas.microsoft.com/office/drawing/2014/main" id="{1BBB971E-771C-A024-EC53-D920E9DE563E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500563" y="4638675"/>
            <a:ext cx="4419600" cy="116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2400" b="1"/>
              <a:t>Macroeconomics in the global economy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（</a:t>
            </a:r>
            <a:r>
              <a:rPr lang="en-US" altLang="zh-CN" sz="2400" b="1"/>
              <a:t>by </a:t>
            </a:r>
            <a:r>
              <a:rPr lang="en-US" altLang="zh-CN" sz="2400">
                <a:latin typeface="Dcr10" charset="0"/>
              </a:rPr>
              <a:t>Sachs and Larrain</a:t>
            </a:r>
            <a:r>
              <a:rPr lang="zh-CN" altLang="en-US" sz="2400" b="1"/>
              <a:t>）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4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84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84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84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284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8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84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4" grpId="0" autoUpdateAnimBg="0"/>
      <p:bldP spid="284676" grpId="0" autoUpdateAnimBg="0"/>
      <p:bldP spid="284685" grpId="0" autoUpdateAnimBg="0"/>
      <p:bldP spid="284687" grpId="0" autoUpdateAnimBg="0"/>
      <p:bldP spid="284688" grpId="0" autoUpdateAnimBg="0"/>
      <p:bldP spid="284689" grpId="0" autoUpdateAnimBg="0"/>
      <p:bldP spid="284690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3CC3AB4E-7835-3413-7239-1EA047F5FD2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 </a:t>
            </a:r>
            <a:r>
              <a:rPr lang="zh-CN" altLang="en-US" b="1">
                <a:solidFill>
                  <a:srgbClr val="CC0000"/>
                </a:solidFill>
              </a:rPr>
              <a:t>为什么要学习宏观经济学？</a:t>
            </a:r>
          </a:p>
        </p:txBody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1945762C-1EB7-740F-14DA-A29A7FA66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5702" name="Rectangle 6">
            <a:extLst>
              <a:ext uri="{FF2B5EF4-FFF2-40B4-BE49-F238E27FC236}">
                <a16:creationId xmlns:a16="http://schemas.microsoft.com/office/drawing/2014/main" id="{FE65E51F-11CD-BF88-B361-01D407C7F49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447800"/>
            <a:ext cx="7010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宏观经济学研究经济体整体的行为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不同于微观经济学</a:t>
            </a:r>
          </a:p>
        </p:txBody>
      </p:sp>
      <p:sp>
        <p:nvSpPr>
          <p:cNvPr id="285703" name="Rectangle 7">
            <a:extLst>
              <a:ext uri="{FF2B5EF4-FFF2-40B4-BE49-F238E27FC236}">
                <a16:creationId xmlns:a16="http://schemas.microsoft.com/office/drawing/2014/main" id="{50BCEE7C-E6EA-EB7E-70A7-0418AF4DE6F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2819400"/>
            <a:ext cx="7162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大家需要学习宏观经济学的三个理由</a:t>
            </a:r>
          </a:p>
        </p:txBody>
      </p:sp>
      <p:sp>
        <p:nvSpPr>
          <p:cNvPr id="285704" name="Rectangle 8">
            <a:extLst>
              <a:ext uri="{FF2B5EF4-FFF2-40B4-BE49-F238E27FC236}">
                <a16:creationId xmlns:a16="http://schemas.microsoft.com/office/drawing/2014/main" id="{B710410B-68BA-E795-8C36-B0B58C169712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143000" y="3581400"/>
            <a:ext cx="7315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宏观经济几乎影响到大家日常生活的方方面面。</a:t>
            </a:r>
          </a:p>
          <a:p>
            <a:pPr lvl="2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举例考大学、毕业找工作、社会保障</a:t>
            </a:r>
          </a:p>
        </p:txBody>
      </p:sp>
      <p:sp>
        <p:nvSpPr>
          <p:cNvPr id="285706" name="Rectangle 10">
            <a:extLst>
              <a:ext uri="{FF2B5EF4-FFF2-40B4-BE49-F238E27FC236}">
                <a16:creationId xmlns:a16="http://schemas.microsoft.com/office/drawing/2014/main" id="{2A779F4F-E5D4-BF6E-2EC4-3602229B239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4941888"/>
            <a:ext cx="8077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对政策制定者来说，掌握宏观经济学是绝对必要的</a:t>
            </a:r>
          </a:p>
          <a:p>
            <a:pPr lvl="2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举例今年的油荒</a:t>
            </a:r>
          </a:p>
        </p:txBody>
      </p:sp>
      <p:sp>
        <p:nvSpPr>
          <p:cNvPr id="285707" name="Rectangle 11">
            <a:extLst>
              <a:ext uri="{FF2B5EF4-FFF2-40B4-BE49-F238E27FC236}">
                <a16:creationId xmlns:a16="http://schemas.microsoft.com/office/drawing/2014/main" id="{3C8B07FE-D1E1-ED57-3B2B-6ACCE3979F6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584835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掌握宏观经济学有利于人们成为一个好公民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5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857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0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857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0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2857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0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8" grpId="0" autoUpdateAnimBg="0"/>
      <p:bldP spid="285702" grpId="0" autoUpdateAnimBg="0"/>
      <p:bldP spid="285703" grpId="0" autoUpdateAnimBg="0"/>
      <p:bldP spid="285704" grpId="0" autoUpdateAnimBg="0"/>
      <p:bldP spid="285706" grpId="0" autoUpdateAnimBg="0"/>
      <p:bldP spid="28570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>
            <a:extLst>
              <a:ext uri="{FF2B5EF4-FFF2-40B4-BE49-F238E27FC236}">
                <a16:creationId xmlns:a16="http://schemas.microsoft.com/office/drawing/2014/main" id="{B6014ED7-C31C-5EA4-7273-5FDA68E4C59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 </a:t>
            </a:r>
            <a:r>
              <a:rPr lang="zh-CN" altLang="en-US" b="1">
                <a:solidFill>
                  <a:srgbClr val="CC0000"/>
                </a:solidFill>
              </a:rPr>
              <a:t>宏观经济现象鸟瞰</a:t>
            </a:r>
          </a:p>
        </p:txBody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957CCE4D-BA99-8F90-8313-30F784D57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2324" name="Rectangle 4">
            <a:extLst>
              <a:ext uri="{FF2B5EF4-FFF2-40B4-BE49-F238E27FC236}">
                <a16:creationId xmlns:a16="http://schemas.microsoft.com/office/drawing/2014/main" id="{0DB79EC1-DB65-6304-0C1A-3AF9D6AD532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196975"/>
            <a:ext cx="7010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宏观经济学研究经济体整体的行为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数据！数据！数据！</a:t>
            </a:r>
            <a:r>
              <a:rPr lang="zh-CN" altLang="en-US" sz="2400" b="1">
                <a:solidFill>
                  <a:schemeClr val="tx2"/>
                </a:solidFill>
              </a:rPr>
              <a:t>巧妇难为无米之炊</a:t>
            </a:r>
          </a:p>
        </p:txBody>
      </p:sp>
      <p:sp>
        <p:nvSpPr>
          <p:cNvPr id="312325" name="Rectangle 5">
            <a:extLst>
              <a:ext uri="{FF2B5EF4-FFF2-40B4-BE49-F238E27FC236}">
                <a16:creationId xmlns:a16="http://schemas.microsoft.com/office/drawing/2014/main" id="{D385FA34-1410-4077-AF24-F977C4F6E69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116013" y="4652963"/>
            <a:ext cx="6911975" cy="194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我们将开始中美宏观经济之旅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实际</a:t>
            </a:r>
            <a:r>
              <a:rPr lang="en-US" altLang="zh-CN" sz="2800" b="1"/>
              <a:t>GDP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通货膨胀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失业率</a:t>
            </a:r>
          </a:p>
        </p:txBody>
      </p:sp>
      <p:pic>
        <p:nvPicPr>
          <p:cNvPr id="312332" name="Picture 12">
            <a:extLst>
              <a:ext uri="{FF2B5EF4-FFF2-40B4-BE49-F238E27FC236}">
                <a16:creationId xmlns:a16="http://schemas.microsoft.com/office/drawing/2014/main" id="{16DA5DA2-A316-3CC3-79A3-EC20237B5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438400"/>
            <a:ext cx="65532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1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2" grpId="0" autoUpdateAnimBg="0"/>
      <p:bldP spid="312324" grpId="0" autoUpdateAnimBg="0"/>
      <p:bldP spid="31232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>
            <a:extLst>
              <a:ext uri="{FF2B5EF4-FFF2-40B4-BE49-F238E27FC236}">
                <a16:creationId xmlns:a16="http://schemas.microsoft.com/office/drawing/2014/main" id="{7EC08099-71B2-C1C5-7479-4302B8CE76D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3.4 </a:t>
            </a:r>
            <a:r>
              <a:rPr lang="zh-CN" altLang="en-US" b="1">
                <a:solidFill>
                  <a:srgbClr val="CC0000"/>
                </a:solidFill>
              </a:rPr>
              <a:t>中国宏观经济之旅</a:t>
            </a:r>
          </a:p>
        </p:txBody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CA49134B-FD16-692F-303C-DA9F51261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684" name="Rectangle 4">
            <a:extLst>
              <a:ext uri="{FF2B5EF4-FFF2-40B4-BE49-F238E27FC236}">
                <a16:creationId xmlns:a16="http://schemas.microsoft.com/office/drawing/2014/main" id="{387A9343-2F03-9EE2-0A5E-0F8D7182CCE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2060575"/>
            <a:ext cx="18288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中国陆地面积</a:t>
            </a:r>
            <a:r>
              <a:rPr lang="en-US" altLang="zh-CN" sz="2000" b="1"/>
              <a:t>960</a:t>
            </a:r>
            <a:r>
              <a:rPr lang="zh-CN" altLang="en-US" sz="2000" b="1"/>
              <a:t>万平方公里，</a:t>
            </a:r>
            <a:r>
              <a:rPr lang="en-US" altLang="zh-CN" sz="2000" b="1"/>
              <a:t>GDP21</a:t>
            </a:r>
            <a:r>
              <a:rPr lang="zh-CN" altLang="en-US" sz="2000" b="1"/>
              <a:t>万亿元；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人口</a:t>
            </a:r>
            <a:r>
              <a:rPr lang="en-US" altLang="zh-CN" sz="2000" b="1"/>
              <a:t>13.1</a:t>
            </a:r>
            <a:r>
              <a:rPr lang="zh-CN" altLang="en-US" sz="2000" b="1"/>
              <a:t>亿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endParaRPr lang="zh-CN" altLang="en-US" sz="2000" b="1"/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endParaRPr lang="zh-CN" altLang="en-US" sz="2000" b="1"/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1600" b="1"/>
              <a:t>数据来自统计公报</a:t>
            </a:r>
          </a:p>
        </p:txBody>
      </p:sp>
      <p:pic>
        <p:nvPicPr>
          <p:cNvPr id="327687" name="Picture 7">
            <a:extLst>
              <a:ext uri="{FF2B5EF4-FFF2-40B4-BE49-F238E27FC236}">
                <a16:creationId xmlns:a16="http://schemas.microsoft.com/office/drawing/2014/main" id="{433FCB73-969A-0170-9D22-307F40CD9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1700213"/>
            <a:ext cx="6192837" cy="454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76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2" grpId="0" autoUpdateAnimBg="0"/>
      <p:bldP spid="32768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>
            <a:extLst>
              <a:ext uri="{FF2B5EF4-FFF2-40B4-BE49-F238E27FC236}">
                <a16:creationId xmlns:a16="http://schemas.microsoft.com/office/drawing/2014/main" id="{55607401-8676-4A11-8B48-ED28A853A76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3.1  </a:t>
            </a:r>
            <a:r>
              <a:rPr lang="zh-CN" altLang="en-US" b="1">
                <a:solidFill>
                  <a:srgbClr val="CC0000"/>
                </a:solidFill>
              </a:rPr>
              <a:t>宏观经济现象鸟瞰</a:t>
            </a:r>
            <a:r>
              <a:rPr lang="en-US" altLang="zh-CN" b="1">
                <a:solidFill>
                  <a:srgbClr val="CC0000"/>
                </a:solidFill>
              </a:rPr>
              <a:t>_</a:t>
            </a:r>
            <a:r>
              <a:rPr lang="zh-CN" altLang="en-US" b="1">
                <a:solidFill>
                  <a:srgbClr val="CC0000"/>
                </a:solidFill>
              </a:rPr>
              <a:t>实际</a:t>
            </a:r>
            <a:r>
              <a:rPr lang="en-US" altLang="zh-CN" b="1">
                <a:solidFill>
                  <a:srgbClr val="CC0000"/>
                </a:solidFill>
              </a:rPr>
              <a:t>GDP</a:t>
            </a:r>
          </a:p>
        </p:txBody>
      </p:sp>
      <p:sp>
        <p:nvSpPr>
          <p:cNvPr id="286723" name="Rectangle 3">
            <a:extLst>
              <a:ext uri="{FF2B5EF4-FFF2-40B4-BE49-F238E27FC236}">
                <a16:creationId xmlns:a16="http://schemas.microsoft.com/office/drawing/2014/main" id="{AAAECC5A-BBD6-BC88-ED2E-E82FB87DC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725" name="Rectangle 5">
            <a:extLst>
              <a:ext uri="{FF2B5EF4-FFF2-40B4-BE49-F238E27FC236}">
                <a16:creationId xmlns:a16="http://schemas.microsoft.com/office/drawing/2014/main" id="{E7DAA117-0477-4C02-2E08-77BA08A0351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371600"/>
            <a:ext cx="2438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实际</a:t>
            </a:r>
            <a:r>
              <a:rPr lang="en-US" altLang="zh-CN" sz="3200" b="1"/>
              <a:t>GDP</a:t>
            </a:r>
          </a:p>
        </p:txBody>
      </p:sp>
      <p:sp>
        <p:nvSpPr>
          <p:cNvPr id="286727" name="Rectangle 7">
            <a:extLst>
              <a:ext uri="{FF2B5EF4-FFF2-40B4-BE49-F238E27FC236}">
                <a16:creationId xmlns:a16="http://schemas.microsoft.com/office/drawing/2014/main" id="{9A56E444-9466-03E1-0E54-4CB5C1D5638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981200"/>
            <a:ext cx="8077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名义</a:t>
            </a:r>
            <a:r>
              <a:rPr lang="en-US" altLang="zh-CN" sz="2400" b="1"/>
              <a:t>GDP</a:t>
            </a:r>
            <a:r>
              <a:rPr lang="zh-CN" altLang="en-US" sz="2400" b="1"/>
              <a:t>：在一个时期内，一个经济体生产的所有最终产品和服务的价值。</a:t>
            </a:r>
          </a:p>
        </p:txBody>
      </p:sp>
      <p:sp>
        <p:nvSpPr>
          <p:cNvPr id="286728" name="Rectangle 8">
            <a:extLst>
              <a:ext uri="{FF2B5EF4-FFF2-40B4-BE49-F238E27FC236}">
                <a16:creationId xmlns:a16="http://schemas.microsoft.com/office/drawing/2014/main" id="{8F6E8DB7-1536-F3F5-49BD-AB68D1979DF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312420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实际</a:t>
            </a:r>
            <a:r>
              <a:rPr lang="en-US" altLang="zh-CN" sz="2400" b="1"/>
              <a:t>GDP</a:t>
            </a:r>
            <a:r>
              <a:rPr lang="zh-CN" altLang="en-US" sz="2400" b="1"/>
              <a:t>＝名义</a:t>
            </a:r>
            <a:r>
              <a:rPr lang="en-US" altLang="zh-CN" sz="2400" b="1"/>
              <a:t>GDP/</a:t>
            </a:r>
            <a:r>
              <a:rPr lang="zh-CN" altLang="en-US" sz="2400" b="1"/>
              <a:t>价格水平</a:t>
            </a:r>
          </a:p>
        </p:txBody>
      </p:sp>
      <p:sp>
        <p:nvSpPr>
          <p:cNvPr id="286729" name="Rectangle 9">
            <a:extLst>
              <a:ext uri="{FF2B5EF4-FFF2-40B4-BE49-F238E27FC236}">
                <a16:creationId xmlns:a16="http://schemas.microsoft.com/office/drawing/2014/main" id="{996F4741-3C3C-6B2D-6391-60DE589DA78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143000" y="4038600"/>
            <a:ext cx="388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实际</a:t>
            </a:r>
            <a:r>
              <a:rPr lang="en-US" altLang="zh-CN" sz="2400" b="1"/>
              <a:t>GDP</a:t>
            </a:r>
            <a:r>
              <a:rPr lang="zh-CN" altLang="en-US" sz="2400" b="1"/>
              <a:t>的增长速度</a:t>
            </a:r>
          </a:p>
        </p:txBody>
      </p:sp>
      <p:sp>
        <p:nvSpPr>
          <p:cNvPr id="286730" name="Rectangle 10">
            <a:extLst>
              <a:ext uri="{FF2B5EF4-FFF2-40B4-BE49-F238E27FC236}">
                <a16:creationId xmlns:a16="http://schemas.microsoft.com/office/drawing/2014/main" id="{78852E07-8BB2-F1B6-A42E-898BF773B47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828800" y="4724400"/>
            <a:ext cx="388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举例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8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8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86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86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2867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673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2" grpId="0" autoUpdateAnimBg="0"/>
      <p:bldP spid="286725" grpId="0" autoUpdateAnimBg="0"/>
      <p:bldP spid="286727" grpId="0" autoUpdateAnimBg="0"/>
      <p:bldP spid="286728" grpId="0" autoUpdateAnimBg="0"/>
      <p:bldP spid="286729" grpId="0" autoUpdateAnimBg="0"/>
      <p:bldP spid="28673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>
            <a:extLst>
              <a:ext uri="{FF2B5EF4-FFF2-40B4-BE49-F238E27FC236}">
                <a16:creationId xmlns:a16="http://schemas.microsoft.com/office/drawing/2014/main" id="{BA7B8B97-5DBC-8E48-A4DB-9CCEA773E23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中国实际</a:t>
            </a:r>
            <a:r>
              <a:rPr lang="en-US" altLang="zh-CN" b="1">
                <a:solidFill>
                  <a:srgbClr val="CC0000"/>
                </a:solidFill>
              </a:rPr>
              <a:t>GDP</a:t>
            </a:r>
          </a:p>
        </p:txBody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CEEF8B64-754E-35F6-DB17-B0C283CE8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7748" name="Rectangle 4">
            <a:extLst>
              <a:ext uri="{FF2B5EF4-FFF2-40B4-BE49-F238E27FC236}">
                <a16:creationId xmlns:a16="http://schemas.microsoft.com/office/drawing/2014/main" id="{5F6BAFE4-CCE0-D0AF-7790-72893A7B632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619250" y="5373688"/>
            <a:ext cx="613568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实际</a:t>
            </a:r>
            <a:r>
              <a:rPr lang="en-US" altLang="zh-CN" sz="3200" b="1"/>
              <a:t>GDP</a:t>
            </a:r>
            <a:r>
              <a:rPr lang="zh-CN" altLang="en-US" sz="3200" b="1"/>
              <a:t>一直在增长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实际</a:t>
            </a:r>
            <a:r>
              <a:rPr lang="en-US" altLang="zh-CN" sz="3200" b="1"/>
              <a:t>GDP</a:t>
            </a:r>
            <a:r>
              <a:rPr lang="zh-CN" altLang="en-US" sz="3200" b="1"/>
              <a:t>一直存在波动</a:t>
            </a:r>
          </a:p>
        </p:txBody>
      </p:sp>
      <p:sp>
        <p:nvSpPr>
          <p:cNvPr id="287753" name="Rectangle 9">
            <a:extLst>
              <a:ext uri="{FF2B5EF4-FFF2-40B4-BE49-F238E27FC236}">
                <a16:creationId xmlns:a16="http://schemas.microsoft.com/office/drawing/2014/main" id="{F446E025-0D19-0075-3D22-A1605D2A6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2357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87752" name="Object 8">
            <a:extLst>
              <a:ext uri="{FF2B5EF4-FFF2-40B4-BE49-F238E27FC236}">
                <a16:creationId xmlns:a16="http://schemas.microsoft.com/office/drawing/2014/main" id="{A5BEA392-5CDC-D535-30E8-B14E1C6BEF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1268413"/>
          <a:ext cx="5688012" cy="409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2590800" imgH="2028749" progId="MSGraph.Chart.8">
                  <p:embed/>
                </p:oleObj>
              </mc:Choice>
              <mc:Fallback>
                <p:oleObj name="图表" r:id="rId2" imgW="2590800" imgH="2028749" progId="MSGraph.Char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268413"/>
                        <a:ext cx="5688012" cy="409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5" name="Rectangle 11">
            <a:extLst>
              <a:ext uri="{FF2B5EF4-FFF2-40B4-BE49-F238E27FC236}">
                <a16:creationId xmlns:a16="http://schemas.microsoft.com/office/drawing/2014/main" id="{7DFA2BDB-940A-34AB-4D62-25B9FB13B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0" y="2343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877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>
            <a:extLst>
              <a:ext uri="{FF2B5EF4-FFF2-40B4-BE49-F238E27FC236}">
                <a16:creationId xmlns:a16="http://schemas.microsoft.com/office/drawing/2014/main" id="{6A0B9E3E-B4C2-0615-8BFF-042A33CC244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中国实际</a:t>
            </a:r>
            <a:r>
              <a:rPr lang="en-US" altLang="zh-CN" b="1">
                <a:solidFill>
                  <a:srgbClr val="CC0000"/>
                </a:solidFill>
              </a:rPr>
              <a:t>GDP</a:t>
            </a:r>
          </a:p>
        </p:txBody>
      </p:sp>
      <p:sp>
        <p:nvSpPr>
          <p:cNvPr id="314371" name="Rectangle 3">
            <a:extLst>
              <a:ext uri="{FF2B5EF4-FFF2-40B4-BE49-F238E27FC236}">
                <a16:creationId xmlns:a16="http://schemas.microsoft.com/office/drawing/2014/main" id="{57405212-8CBE-95EF-C637-48E5B13AA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4372" name="Rectangle 4">
            <a:extLst>
              <a:ext uri="{FF2B5EF4-FFF2-40B4-BE49-F238E27FC236}">
                <a16:creationId xmlns:a16="http://schemas.microsoft.com/office/drawing/2014/main" id="{E9B2D25F-5B2D-B3FF-D081-8BD8789EE93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5410200"/>
            <a:ext cx="82296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buFontTx/>
              <a:buChar char="•"/>
            </a:pPr>
            <a:r>
              <a:rPr lang="zh-CN" altLang="en-US" sz="2800" b="1"/>
              <a:t>经济周期：</a:t>
            </a:r>
            <a:r>
              <a:rPr lang="en-US" altLang="zh-CN" sz="2800" b="1"/>
              <a:t>GDP</a:t>
            </a:r>
            <a:r>
              <a:rPr lang="zh-CN" altLang="en-US" sz="2800" b="1"/>
              <a:t>围绕着其一般趋势上下波动。</a:t>
            </a:r>
          </a:p>
          <a:p>
            <a:pPr eaLnBrk="0" hangingPunct="0"/>
            <a:endParaRPr lang="zh-CN" altLang="en-US" sz="2800" b="1"/>
          </a:p>
          <a:p>
            <a:pPr lvl="1" eaLnBrk="0" hangingPunct="0">
              <a:buFontTx/>
              <a:buChar char="•"/>
            </a:pPr>
            <a:r>
              <a:rPr lang="zh-CN" altLang="en-US" sz="2800" b="1"/>
              <a:t>产出缺口＝真实</a:t>
            </a:r>
            <a:r>
              <a:rPr lang="en-US" altLang="zh-CN" sz="2800" b="1"/>
              <a:t>GDP-</a:t>
            </a:r>
            <a:r>
              <a:rPr lang="zh-CN" altLang="en-US" sz="2800" b="1"/>
              <a:t>潜在</a:t>
            </a:r>
            <a:r>
              <a:rPr lang="en-US" altLang="zh-CN" sz="2800" b="1"/>
              <a:t>GDP</a:t>
            </a:r>
          </a:p>
        </p:txBody>
      </p:sp>
      <p:sp>
        <p:nvSpPr>
          <p:cNvPr id="314373" name="Rectangle 5">
            <a:extLst>
              <a:ext uri="{FF2B5EF4-FFF2-40B4-BE49-F238E27FC236}">
                <a16:creationId xmlns:a16="http://schemas.microsoft.com/office/drawing/2014/main" id="{F793582C-DE85-1630-A128-5B2753A02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2357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4375" name="Rectangle 7">
            <a:extLst>
              <a:ext uri="{FF2B5EF4-FFF2-40B4-BE49-F238E27FC236}">
                <a16:creationId xmlns:a16="http://schemas.microsoft.com/office/drawing/2014/main" id="{9BCA5FE7-ACB0-CB8E-C630-C8BE79F6F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0" y="2343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4378" name="Rectangle 10">
            <a:extLst>
              <a:ext uri="{FF2B5EF4-FFF2-40B4-BE49-F238E27FC236}">
                <a16:creationId xmlns:a16="http://schemas.microsoft.com/office/drawing/2014/main" id="{149FDDC6-E1DB-E748-7D6F-63BDF9E6A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271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14377" name="Object 9">
            <a:extLst>
              <a:ext uri="{FF2B5EF4-FFF2-40B4-BE49-F238E27FC236}">
                <a16:creationId xmlns:a16="http://schemas.microsoft.com/office/drawing/2014/main" id="{E946335F-027D-D782-FAAC-8F4150AD72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1219200"/>
          <a:ext cx="7010400" cy="395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3296107" imgH="2314956" progId="MSGraph.Chart.8">
                  <p:embed/>
                </p:oleObj>
              </mc:Choice>
              <mc:Fallback>
                <p:oleObj name="Chart" r:id="rId2" imgW="3296107" imgH="2314956" progId="MSGraph.Char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219200"/>
                        <a:ext cx="7010400" cy="3959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4379" name="AutoShape 11">
            <a:extLst>
              <a:ext uri="{FF2B5EF4-FFF2-40B4-BE49-F238E27FC236}">
                <a16:creationId xmlns:a16="http://schemas.microsoft.com/office/drawing/2014/main" id="{B41C013A-CE3C-8F24-6885-8A551C11D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838200"/>
            <a:ext cx="685800" cy="838200"/>
          </a:xfrm>
          <a:prstGeom prst="wedgeRoundRectCallout">
            <a:avLst>
              <a:gd name="adj1" fmla="val 89583"/>
              <a:gd name="adj2" fmla="val 171782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/>
              <a:t>衰退</a:t>
            </a:r>
          </a:p>
        </p:txBody>
      </p:sp>
      <p:sp>
        <p:nvSpPr>
          <p:cNvPr id="314380" name="AutoShape 12">
            <a:extLst>
              <a:ext uri="{FF2B5EF4-FFF2-40B4-BE49-F238E27FC236}">
                <a16:creationId xmlns:a16="http://schemas.microsoft.com/office/drawing/2014/main" id="{3A398963-011D-5F86-625D-1C762D22C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914400"/>
            <a:ext cx="685800" cy="838200"/>
          </a:xfrm>
          <a:prstGeom prst="wedgeRoundRectCallout">
            <a:avLst>
              <a:gd name="adj1" fmla="val 89583"/>
              <a:gd name="adj2" fmla="val 171782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/>
              <a:t>复苏</a:t>
            </a:r>
          </a:p>
        </p:txBody>
      </p:sp>
      <p:sp>
        <p:nvSpPr>
          <p:cNvPr id="314381" name="AutoShape 13">
            <a:extLst>
              <a:ext uri="{FF2B5EF4-FFF2-40B4-BE49-F238E27FC236}">
                <a16:creationId xmlns:a16="http://schemas.microsoft.com/office/drawing/2014/main" id="{57FB4A4F-2A02-4103-8B7B-A51514C87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429000"/>
            <a:ext cx="685800" cy="838200"/>
          </a:xfrm>
          <a:prstGeom prst="wedgeRoundRectCallout">
            <a:avLst>
              <a:gd name="adj1" fmla="val -143750"/>
              <a:gd name="adj2" fmla="val -2821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/>
              <a:t>谷底</a:t>
            </a:r>
          </a:p>
        </p:txBody>
      </p:sp>
      <p:sp>
        <p:nvSpPr>
          <p:cNvPr id="314382" name="AutoShape 14">
            <a:extLst>
              <a:ext uri="{FF2B5EF4-FFF2-40B4-BE49-F238E27FC236}">
                <a16:creationId xmlns:a16="http://schemas.microsoft.com/office/drawing/2014/main" id="{5DCB5C10-C196-CAD9-3BBC-8D9FAC4D9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066800"/>
            <a:ext cx="685800" cy="838200"/>
          </a:xfrm>
          <a:prstGeom prst="wedgeRoundRectCallout">
            <a:avLst>
              <a:gd name="adj1" fmla="val -154861"/>
              <a:gd name="adj2" fmla="val 44509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/>
              <a:t>谷峰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1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14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2" grpId="0" autoUpdateAnimBg="0"/>
      <p:bldP spid="314379" grpId="0" animBg="1" autoUpdateAnimBg="0"/>
      <p:bldP spid="314380" grpId="0" animBg="1" autoUpdateAnimBg="0"/>
      <p:bldP spid="314381" grpId="0" animBg="1" autoUpdateAnimBg="0"/>
      <p:bldP spid="314382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>
            <a:extLst>
              <a:ext uri="{FF2B5EF4-FFF2-40B4-BE49-F238E27FC236}">
                <a16:creationId xmlns:a16="http://schemas.microsoft.com/office/drawing/2014/main" id="{59D60ED7-9288-FDEA-C03B-BC7F9C03F26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3.2 </a:t>
            </a:r>
            <a:r>
              <a:rPr lang="zh-CN" altLang="en-US" b="1">
                <a:solidFill>
                  <a:srgbClr val="CC0000"/>
                </a:solidFill>
              </a:rPr>
              <a:t>宏观经济现象鸟瞰－通货膨胀</a:t>
            </a:r>
          </a:p>
        </p:txBody>
      </p:sp>
      <p:sp>
        <p:nvSpPr>
          <p:cNvPr id="315395" name="Rectangle 3">
            <a:extLst>
              <a:ext uri="{FF2B5EF4-FFF2-40B4-BE49-F238E27FC236}">
                <a16:creationId xmlns:a16="http://schemas.microsoft.com/office/drawing/2014/main" id="{34C99072-8208-DABD-18FE-E6368BDBC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5396" name="Rectangle 4">
            <a:extLst>
              <a:ext uri="{FF2B5EF4-FFF2-40B4-BE49-F238E27FC236}">
                <a16:creationId xmlns:a16="http://schemas.microsoft.com/office/drawing/2014/main" id="{B66F3F29-A458-D402-7BD4-B6344A91F30E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1773238"/>
            <a:ext cx="8382000" cy="221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国家统计局</a:t>
            </a:r>
            <a:r>
              <a:rPr lang="en-US" altLang="zh-CN" sz="3200" b="1"/>
              <a:t>2007</a:t>
            </a:r>
            <a:r>
              <a:rPr lang="zh-CN" altLang="en-US" sz="3200" b="1"/>
              <a:t>年</a:t>
            </a:r>
            <a:r>
              <a:rPr lang="en-US" altLang="zh-CN" sz="3200" b="1"/>
              <a:t>2</a:t>
            </a:r>
            <a:r>
              <a:rPr lang="zh-CN" altLang="en-US" sz="3200" b="1"/>
              <a:t>月</a:t>
            </a:r>
            <a:r>
              <a:rPr lang="en-US" altLang="zh-CN" sz="3200" b="1"/>
              <a:t>28</a:t>
            </a:r>
            <a:r>
              <a:rPr lang="zh-CN" altLang="en-US" sz="3200" b="1"/>
              <a:t>日在</a:t>
            </a:r>
            <a:r>
              <a:rPr lang="en-US" altLang="zh-CN" sz="3200" b="1"/>
              <a:t>《</a:t>
            </a:r>
            <a:r>
              <a:rPr lang="zh-CN" altLang="en-US" sz="3200" b="1"/>
              <a:t>统计公报</a:t>
            </a:r>
            <a:r>
              <a:rPr lang="en-US" altLang="zh-CN" sz="3200" b="1"/>
              <a:t>》</a:t>
            </a:r>
            <a:r>
              <a:rPr lang="zh-CN" altLang="en-US" sz="3200" b="1"/>
              <a:t>上正式宣布</a:t>
            </a:r>
            <a:r>
              <a:rPr lang="en-US" altLang="zh-CN" sz="3200" b="1"/>
              <a:t>2006</a:t>
            </a:r>
            <a:r>
              <a:rPr lang="zh-CN" altLang="en-US" sz="3200" b="1"/>
              <a:t>年全国居民消费价格总水平比上年上涨</a:t>
            </a:r>
            <a:r>
              <a:rPr lang="en-US" altLang="zh-CN" sz="3200" b="1"/>
              <a:t>1.5%</a:t>
            </a:r>
            <a:r>
              <a:rPr lang="zh-CN" altLang="en-US" sz="3200" b="1"/>
              <a:t>。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我国目前的通货膨胀率是多少</a:t>
            </a:r>
          </a:p>
        </p:txBody>
      </p:sp>
      <p:sp>
        <p:nvSpPr>
          <p:cNvPr id="315397" name="Rectangle 5">
            <a:extLst>
              <a:ext uri="{FF2B5EF4-FFF2-40B4-BE49-F238E27FC236}">
                <a16:creationId xmlns:a16="http://schemas.microsoft.com/office/drawing/2014/main" id="{4DD9119B-31EF-8586-66C3-1FF2EA99FCA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04800" y="5029200"/>
            <a:ext cx="6096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度量：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价格水平的增长速度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4" grpId="0" autoUpdateAnimBg="0"/>
      <p:bldP spid="315396" grpId="0" autoUpdateAnimBg="0"/>
      <p:bldP spid="31539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1026">
            <a:extLst>
              <a:ext uri="{FF2B5EF4-FFF2-40B4-BE49-F238E27FC236}">
                <a16:creationId xmlns:a16="http://schemas.microsoft.com/office/drawing/2014/main" id="{454D9FDB-934A-47ED-F39C-1139DCDF30B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中国通货膨胀</a:t>
            </a:r>
          </a:p>
        </p:txBody>
      </p:sp>
      <p:sp>
        <p:nvSpPr>
          <p:cNvPr id="316419" name="Rectangle 1027">
            <a:extLst>
              <a:ext uri="{FF2B5EF4-FFF2-40B4-BE49-F238E27FC236}">
                <a16:creationId xmlns:a16="http://schemas.microsoft.com/office/drawing/2014/main" id="{0EA6509E-8185-C004-65A6-FE16A9721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6420" name="Rectangle 1028">
            <a:extLst>
              <a:ext uri="{FF2B5EF4-FFF2-40B4-BE49-F238E27FC236}">
                <a16:creationId xmlns:a16="http://schemas.microsoft.com/office/drawing/2014/main" id="{12F05D71-0255-7733-2BC9-4E7B64531E9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5257800"/>
            <a:ext cx="8382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>
                <a:latin typeface="宋体" panose="02010600030101010101" pitchFamily="2" charset="-122"/>
              </a:rPr>
              <a:t>在过去的半个世纪里，中国既出现过通货膨胀，也出现过通货紧缩。</a:t>
            </a:r>
            <a:r>
              <a:rPr lang="zh-CN" altLang="en-US" sz="3200" b="1"/>
              <a:t> </a:t>
            </a:r>
          </a:p>
        </p:txBody>
      </p:sp>
      <p:sp>
        <p:nvSpPr>
          <p:cNvPr id="316423" name="Rectangle 1031">
            <a:extLst>
              <a:ext uri="{FF2B5EF4-FFF2-40B4-BE49-F238E27FC236}">
                <a16:creationId xmlns:a16="http://schemas.microsoft.com/office/drawing/2014/main" id="{EABBBD4B-6CAE-F99E-E874-5D9932017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2471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16422" name="Object 1030">
            <a:extLst>
              <a:ext uri="{FF2B5EF4-FFF2-40B4-BE49-F238E27FC236}">
                <a16:creationId xmlns:a16="http://schemas.microsoft.com/office/drawing/2014/main" id="{2D6281CF-BDE2-AA4B-B827-43224D447D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04800" y="1447800"/>
          <a:ext cx="4857750" cy="378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2457450" imgH="1914550" progId="MSGraph.Chart.8">
                  <p:embed/>
                </p:oleObj>
              </mc:Choice>
              <mc:Fallback>
                <p:oleObj name="图表" r:id="rId2" imgW="2457450" imgH="1914550" progId="MSGraph.Chart.8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04800" y="1447800"/>
                        <a:ext cx="4857750" cy="378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5" name="Rectangle 1033">
            <a:extLst>
              <a:ext uri="{FF2B5EF4-FFF2-40B4-BE49-F238E27FC236}">
                <a16:creationId xmlns:a16="http://schemas.microsoft.com/office/drawing/2014/main" id="{4A3173C8-52A2-A50C-A433-13D727E20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2471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16424" name="Object 1032">
            <a:extLst>
              <a:ext uri="{FF2B5EF4-FFF2-40B4-BE49-F238E27FC236}">
                <a16:creationId xmlns:a16="http://schemas.microsoft.com/office/drawing/2014/main" id="{B3F515A2-6AA4-2C48-106D-76ADB90D55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38650" y="1635125"/>
          <a:ext cx="4552950" cy="354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4" imgW="2457450" imgH="1914550" progId="MSGraph.Chart.8">
                  <p:embed/>
                </p:oleObj>
              </mc:Choice>
              <mc:Fallback>
                <p:oleObj name="图表" r:id="rId4" imgW="2457450" imgH="1914550" progId="MSGraph.Chart.8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650" y="1635125"/>
                        <a:ext cx="4552950" cy="354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6" name="AutoShape 1034">
            <a:extLst>
              <a:ext uri="{FF2B5EF4-FFF2-40B4-BE49-F238E27FC236}">
                <a16:creationId xmlns:a16="http://schemas.microsoft.com/office/drawing/2014/main" id="{DC857064-1EE4-490E-012C-548B61F2C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981200"/>
            <a:ext cx="762000" cy="838200"/>
          </a:xfrm>
          <a:prstGeom prst="wedgeRoundRectCallout">
            <a:avLst>
              <a:gd name="adj1" fmla="val 122917"/>
              <a:gd name="adj2" fmla="val 117426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000" b="1"/>
              <a:t>通货膨胀</a:t>
            </a:r>
          </a:p>
        </p:txBody>
      </p:sp>
      <p:sp>
        <p:nvSpPr>
          <p:cNvPr id="316427" name="AutoShape 1035">
            <a:extLst>
              <a:ext uri="{FF2B5EF4-FFF2-40B4-BE49-F238E27FC236}">
                <a16:creationId xmlns:a16="http://schemas.microsoft.com/office/drawing/2014/main" id="{4B091321-8BC8-9A3D-9AF7-531B7EDBA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1143000"/>
            <a:ext cx="762000" cy="838200"/>
          </a:xfrm>
          <a:prstGeom prst="wedgeRoundRectCallout">
            <a:avLst>
              <a:gd name="adj1" fmla="val -85208"/>
              <a:gd name="adj2" fmla="val 252843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000" b="1"/>
              <a:t>通货紧缩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64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20" grpId="0" autoUpdateAnimBg="0"/>
      <p:bldP spid="316426" grpId="0" animBg="1" autoUpdateAnimBg="0"/>
      <p:bldP spid="316427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1026">
            <a:extLst>
              <a:ext uri="{FF2B5EF4-FFF2-40B4-BE49-F238E27FC236}">
                <a16:creationId xmlns:a16="http://schemas.microsoft.com/office/drawing/2014/main" id="{EA66D531-B357-7AC9-8B9E-76B701C0089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中国经济波动与通货膨胀</a:t>
            </a:r>
          </a:p>
        </p:txBody>
      </p:sp>
      <p:sp>
        <p:nvSpPr>
          <p:cNvPr id="317443" name="Rectangle 1027">
            <a:extLst>
              <a:ext uri="{FF2B5EF4-FFF2-40B4-BE49-F238E27FC236}">
                <a16:creationId xmlns:a16="http://schemas.microsoft.com/office/drawing/2014/main" id="{64A5C57B-3EB7-DD6F-7EEE-FB70175BC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444" name="Rectangle 1028">
            <a:extLst>
              <a:ext uri="{FF2B5EF4-FFF2-40B4-BE49-F238E27FC236}">
                <a16:creationId xmlns:a16="http://schemas.microsoft.com/office/drawing/2014/main" id="{5073061B-E933-448F-7141-0D51696CE0B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5486400"/>
            <a:ext cx="8382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>
                <a:latin typeface="宋体" panose="02010600030101010101" pitchFamily="2" charset="-122"/>
              </a:rPr>
              <a:t>在中国，通货膨胀大致是顺周期的，即通货膨胀与经济大致同方向变动。</a:t>
            </a:r>
            <a:r>
              <a:rPr lang="zh-CN" altLang="en-US" sz="3200" b="1"/>
              <a:t> </a:t>
            </a:r>
          </a:p>
        </p:txBody>
      </p:sp>
      <p:sp>
        <p:nvSpPr>
          <p:cNvPr id="317445" name="Rectangle 1029">
            <a:extLst>
              <a:ext uri="{FF2B5EF4-FFF2-40B4-BE49-F238E27FC236}">
                <a16:creationId xmlns:a16="http://schemas.microsoft.com/office/drawing/2014/main" id="{D68232FD-4172-1AF7-A235-2D61EE4B9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2471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447" name="Rectangle 1031">
            <a:extLst>
              <a:ext uri="{FF2B5EF4-FFF2-40B4-BE49-F238E27FC236}">
                <a16:creationId xmlns:a16="http://schemas.microsoft.com/office/drawing/2014/main" id="{4BCEA21D-46A3-F855-CFEA-206A10ABB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2471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7452" name="Rectangle 1036">
            <a:extLst>
              <a:ext uri="{FF2B5EF4-FFF2-40B4-BE49-F238E27FC236}">
                <a16:creationId xmlns:a16="http://schemas.microsoft.com/office/drawing/2014/main" id="{4D71AD6A-950A-54CD-3DA1-2BF5C9477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0825" y="2043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17451" name="Object 1035">
            <a:extLst>
              <a:ext uri="{FF2B5EF4-FFF2-40B4-BE49-F238E27FC236}">
                <a16:creationId xmlns:a16="http://schemas.microsoft.com/office/drawing/2014/main" id="{1C0E589D-EF39-DDF4-92F9-FA21023735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060450"/>
          <a:ext cx="5791200" cy="434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562350" imgH="2771775" progId="MSGraph.Chart.8">
                  <p:embed/>
                </p:oleObj>
              </mc:Choice>
              <mc:Fallback>
                <p:oleObj r:id="rId2" imgW="3562350" imgH="2771775" progId="MSGraph.Chart.8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060450"/>
                        <a:ext cx="5791200" cy="434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E554EC12-D6B2-F499-4665-9AAF4D99975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3.3 </a:t>
            </a:r>
            <a:r>
              <a:rPr lang="zh-CN" altLang="en-US" b="1">
                <a:solidFill>
                  <a:srgbClr val="CC0000"/>
                </a:solidFill>
              </a:rPr>
              <a:t>宏观经济现象鸟瞰－失业</a:t>
            </a:r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2BF4659B-ED44-D0A0-242F-7BD23BC9E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9797" name="Rectangle 5">
            <a:extLst>
              <a:ext uri="{FF2B5EF4-FFF2-40B4-BE49-F238E27FC236}">
                <a16:creationId xmlns:a16="http://schemas.microsoft.com/office/drawing/2014/main" id="{06A8F701-837E-17EB-4E78-059AFA7B5D4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2209800"/>
            <a:ext cx="25146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度量：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没有工作的劳动力比重</a:t>
            </a:r>
          </a:p>
        </p:txBody>
      </p:sp>
      <p:sp>
        <p:nvSpPr>
          <p:cNvPr id="289800" name="Rectangle 8">
            <a:extLst>
              <a:ext uri="{FF2B5EF4-FFF2-40B4-BE49-F238E27FC236}">
                <a16:creationId xmlns:a16="http://schemas.microsoft.com/office/drawing/2014/main" id="{B396AA9B-62C1-21AB-902E-3538EA7E9C7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28600" y="4419600"/>
            <a:ext cx="2819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我国的失业呈缓慢上升趋势</a:t>
            </a:r>
            <a:endParaRPr lang="zh-CN" altLang="en-US" sz="2000" b="1"/>
          </a:p>
        </p:txBody>
      </p:sp>
      <p:sp>
        <p:nvSpPr>
          <p:cNvPr id="289802" name="Rectangle 10">
            <a:extLst>
              <a:ext uri="{FF2B5EF4-FFF2-40B4-BE49-F238E27FC236}">
                <a16:creationId xmlns:a16="http://schemas.microsoft.com/office/drawing/2014/main" id="{41764205-5A5D-CC6D-5821-71722712E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2276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89801" name="Object 9">
            <a:extLst>
              <a:ext uri="{FF2B5EF4-FFF2-40B4-BE49-F238E27FC236}">
                <a16:creationId xmlns:a16="http://schemas.microsoft.com/office/drawing/2014/main" id="{56D547B7-2BED-84CF-8C00-D15FDCCEF7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1676400"/>
          <a:ext cx="5791200" cy="419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3181350" imgH="2305101" progId="MSGraph.Chart.8">
                  <p:embed/>
                </p:oleObj>
              </mc:Choice>
              <mc:Fallback>
                <p:oleObj name="图表" r:id="rId2" imgW="3181350" imgH="2305101" progId="MSGraph.Char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676400"/>
                        <a:ext cx="5791200" cy="419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897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898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7" grpId="0" autoUpdateAnimBg="0"/>
      <p:bldP spid="28980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294A24E8-FC8E-29A2-1962-8FFC1DC6639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中国的经济波动与失业</a:t>
            </a:r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C803965A-AF4C-06C1-676E-F1A2E1EE4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9493" name="Rectangle 5">
            <a:extLst>
              <a:ext uri="{FF2B5EF4-FFF2-40B4-BE49-F238E27FC236}">
                <a16:creationId xmlns:a16="http://schemas.microsoft.com/office/drawing/2014/main" id="{64A00F89-DD75-8604-D44B-48A05509073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5943600"/>
            <a:ext cx="8763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如果不考虑知青返城，我国的失业率大致是逆周期的</a:t>
            </a:r>
            <a:endParaRPr lang="zh-CN" altLang="en-US" sz="2000" b="1"/>
          </a:p>
        </p:txBody>
      </p:sp>
      <p:sp>
        <p:nvSpPr>
          <p:cNvPr id="319494" name="Rectangle 6">
            <a:extLst>
              <a:ext uri="{FF2B5EF4-FFF2-40B4-BE49-F238E27FC236}">
                <a16:creationId xmlns:a16="http://schemas.microsoft.com/office/drawing/2014/main" id="{B709D84F-35D2-9F4D-4252-C1B243D62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2276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9497" name="Rectangle 9">
            <a:extLst>
              <a:ext uri="{FF2B5EF4-FFF2-40B4-BE49-F238E27FC236}">
                <a16:creationId xmlns:a16="http://schemas.microsoft.com/office/drawing/2014/main" id="{3D48AB76-2D1E-AD84-3A2B-E597A2519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0825" y="2243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19496" name="Object 8">
            <a:extLst>
              <a:ext uri="{FF2B5EF4-FFF2-40B4-BE49-F238E27FC236}">
                <a16:creationId xmlns:a16="http://schemas.microsoft.com/office/drawing/2014/main" id="{ABAC2ABC-F454-90D5-011D-3B918015E1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327150"/>
          <a:ext cx="6705600" cy="446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562350" imgH="2371725" progId="MSGraph.Chart.8">
                  <p:embed/>
                </p:oleObj>
              </mc:Choice>
              <mc:Fallback>
                <p:oleObj r:id="rId2" imgW="3562350" imgH="2371725" progId="MSGraph.Char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327150"/>
                        <a:ext cx="6705600" cy="446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194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>
            <a:extLst>
              <a:ext uri="{FF2B5EF4-FFF2-40B4-BE49-F238E27FC236}">
                <a16:creationId xmlns:a16="http://schemas.microsoft.com/office/drawing/2014/main" id="{4C58DAFE-F479-B806-BC10-16B431D2358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中国的经济波动与失业</a:t>
            </a:r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4B178792-0243-8DA5-6DA1-499050BCD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0516" name="Rectangle 4">
            <a:extLst>
              <a:ext uri="{FF2B5EF4-FFF2-40B4-BE49-F238E27FC236}">
                <a16:creationId xmlns:a16="http://schemas.microsoft.com/office/drawing/2014/main" id="{E9ADD078-475A-730D-4C5C-0864DB435A7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5943600"/>
            <a:ext cx="8153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我国的失业与通货膨胀负相关。</a:t>
            </a:r>
            <a:endParaRPr lang="zh-CN" altLang="en-US" sz="2000" b="1"/>
          </a:p>
        </p:txBody>
      </p:sp>
      <p:sp>
        <p:nvSpPr>
          <p:cNvPr id="320517" name="Rectangle 5">
            <a:extLst>
              <a:ext uri="{FF2B5EF4-FFF2-40B4-BE49-F238E27FC236}">
                <a16:creationId xmlns:a16="http://schemas.microsoft.com/office/drawing/2014/main" id="{E14D7F82-D765-4394-270D-3284C7592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2276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0518" name="Rectangle 6">
            <a:extLst>
              <a:ext uri="{FF2B5EF4-FFF2-40B4-BE49-F238E27FC236}">
                <a16:creationId xmlns:a16="http://schemas.microsoft.com/office/drawing/2014/main" id="{6346ED6B-0B61-FEE9-7F01-C7602F222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0825" y="2243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0521" name="Rectangle 9">
            <a:extLst>
              <a:ext uri="{FF2B5EF4-FFF2-40B4-BE49-F238E27FC236}">
                <a16:creationId xmlns:a16="http://schemas.microsoft.com/office/drawing/2014/main" id="{AF6626DA-C73E-2AA5-D537-6B1FC812F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376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20520" name="Object 8">
            <a:extLst>
              <a:ext uri="{FF2B5EF4-FFF2-40B4-BE49-F238E27FC236}">
                <a16:creationId xmlns:a16="http://schemas.microsoft.com/office/drawing/2014/main" id="{14F88F68-AC2F-A36B-378C-B3795A0060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343025"/>
          <a:ext cx="6400800" cy="444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28950" imgH="2105025" progId="MSGraph.Chart.8">
                  <p:embed/>
                </p:oleObj>
              </mc:Choice>
              <mc:Fallback>
                <p:oleObj r:id="rId2" imgW="3028950" imgH="2105025" progId="MSGraph.Char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343025"/>
                        <a:ext cx="6400800" cy="444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205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1026">
            <a:extLst>
              <a:ext uri="{FF2B5EF4-FFF2-40B4-BE49-F238E27FC236}">
                <a16:creationId xmlns:a16="http://schemas.microsoft.com/office/drawing/2014/main" id="{7AD46F3A-6614-B5BD-98B8-CFC297916D2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3.4 </a:t>
            </a:r>
            <a:r>
              <a:rPr lang="zh-CN" altLang="en-US" b="1">
                <a:solidFill>
                  <a:srgbClr val="CC0000"/>
                </a:solidFill>
              </a:rPr>
              <a:t>美国宏观经济之旅</a:t>
            </a:r>
          </a:p>
        </p:txBody>
      </p:sp>
      <p:sp>
        <p:nvSpPr>
          <p:cNvPr id="313347" name="Rectangle 1027">
            <a:extLst>
              <a:ext uri="{FF2B5EF4-FFF2-40B4-BE49-F238E27FC236}">
                <a16:creationId xmlns:a16="http://schemas.microsoft.com/office/drawing/2014/main" id="{BFF0F47A-521D-26A5-70A4-AB38B7499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3348" name="Rectangle 1028">
            <a:extLst>
              <a:ext uri="{FF2B5EF4-FFF2-40B4-BE49-F238E27FC236}">
                <a16:creationId xmlns:a16="http://schemas.microsoft.com/office/drawing/2014/main" id="{D12B3744-3AFF-135B-CE00-1FE6D4FD512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2362200"/>
            <a:ext cx="18288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美国</a:t>
            </a:r>
            <a:r>
              <a:rPr lang="en-US" altLang="zh-CN" sz="2000" b="1"/>
              <a:t>937</a:t>
            </a:r>
            <a:r>
              <a:rPr lang="zh-CN" altLang="en-US" sz="2000" b="1"/>
              <a:t>平方公里，</a:t>
            </a:r>
            <a:r>
              <a:rPr lang="en-US" altLang="zh-CN" sz="2000" b="1"/>
              <a:t>GDP12</a:t>
            </a:r>
            <a:r>
              <a:rPr lang="zh-CN" altLang="en-US" sz="2000" b="1"/>
              <a:t>万亿美元；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人口</a:t>
            </a:r>
            <a:r>
              <a:rPr lang="en-US" altLang="zh-CN" sz="2000" b="1"/>
              <a:t>3</a:t>
            </a:r>
            <a:r>
              <a:rPr lang="zh-CN" altLang="en-US" sz="2000" b="1"/>
              <a:t>亿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人均产出</a:t>
            </a:r>
            <a:r>
              <a:rPr lang="en-US" altLang="zh-CN" sz="2000" b="1"/>
              <a:t>4</a:t>
            </a:r>
            <a:r>
              <a:rPr lang="zh-CN" altLang="en-US" sz="2000" b="1"/>
              <a:t>万美元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endParaRPr lang="zh-CN" altLang="en-US" sz="2000" b="1"/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美国数据皆来自</a:t>
            </a:r>
            <a:r>
              <a:rPr lang="en-US" altLang="zh-CN" sz="2000" b="1"/>
              <a:t>《</a:t>
            </a:r>
            <a:r>
              <a:rPr lang="zh-CN" altLang="en-US" sz="2000" b="1"/>
              <a:t>总体经济报告</a:t>
            </a:r>
            <a:r>
              <a:rPr lang="en-US" altLang="zh-CN" sz="2000" b="1"/>
              <a:t>》</a:t>
            </a:r>
            <a:r>
              <a:rPr lang="zh-CN" altLang="en-US" sz="2000" b="1"/>
              <a:t>（</a:t>
            </a:r>
            <a:r>
              <a:rPr lang="en-US" altLang="zh-CN" sz="2000" b="1"/>
              <a:t>2007</a:t>
            </a:r>
            <a:r>
              <a:rPr lang="zh-CN" altLang="en-US" sz="2000" b="1"/>
              <a:t>）</a:t>
            </a:r>
          </a:p>
        </p:txBody>
      </p:sp>
      <p:pic>
        <p:nvPicPr>
          <p:cNvPr id="313350" name="Picture 1030">
            <a:extLst>
              <a:ext uri="{FF2B5EF4-FFF2-40B4-BE49-F238E27FC236}">
                <a16:creationId xmlns:a16="http://schemas.microsoft.com/office/drawing/2014/main" id="{80745706-F135-57D5-72A8-1813778F6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19200"/>
            <a:ext cx="7010400" cy="526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6" grpId="0" autoUpdateAnimBg="0"/>
      <p:bldP spid="31334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1026">
            <a:extLst>
              <a:ext uri="{FF2B5EF4-FFF2-40B4-BE49-F238E27FC236}">
                <a16:creationId xmlns:a16="http://schemas.microsoft.com/office/drawing/2014/main" id="{FB924D34-57F5-8A42-554A-F8BF6069EC5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3.5 </a:t>
            </a:r>
            <a:r>
              <a:rPr lang="zh-CN" altLang="en-US" b="1">
                <a:solidFill>
                  <a:srgbClr val="CC0000"/>
                </a:solidFill>
              </a:rPr>
              <a:t>美国实际</a:t>
            </a:r>
            <a:r>
              <a:rPr lang="en-US" altLang="zh-CN" b="1">
                <a:solidFill>
                  <a:srgbClr val="CC0000"/>
                </a:solidFill>
              </a:rPr>
              <a:t>GDP</a:t>
            </a:r>
          </a:p>
        </p:txBody>
      </p:sp>
      <p:sp>
        <p:nvSpPr>
          <p:cNvPr id="321539" name="Rectangle 1027">
            <a:extLst>
              <a:ext uri="{FF2B5EF4-FFF2-40B4-BE49-F238E27FC236}">
                <a16:creationId xmlns:a16="http://schemas.microsoft.com/office/drawing/2014/main" id="{26B0338D-DDF9-582E-BBEC-DDC6FA7B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1540" name="Rectangle 1028">
            <a:extLst>
              <a:ext uri="{FF2B5EF4-FFF2-40B4-BE49-F238E27FC236}">
                <a16:creationId xmlns:a16="http://schemas.microsoft.com/office/drawing/2014/main" id="{9E7C6493-E3AD-78C4-035D-C1081E5D4AD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2438400"/>
            <a:ext cx="25146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实际</a:t>
            </a:r>
            <a:r>
              <a:rPr lang="en-US" altLang="zh-CN" sz="3200" b="1"/>
              <a:t>GDP</a:t>
            </a:r>
            <a:r>
              <a:rPr lang="zh-CN" altLang="en-US" sz="3200" b="1"/>
              <a:t>一直在增长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实际</a:t>
            </a:r>
            <a:r>
              <a:rPr lang="en-US" altLang="zh-CN" sz="3200" b="1"/>
              <a:t>GDP</a:t>
            </a:r>
            <a:r>
              <a:rPr lang="zh-CN" altLang="en-US" sz="3200" b="1"/>
              <a:t>一直存在波动</a:t>
            </a:r>
          </a:p>
        </p:txBody>
      </p:sp>
      <p:sp>
        <p:nvSpPr>
          <p:cNvPr id="321543" name="Rectangle 1031">
            <a:extLst>
              <a:ext uri="{FF2B5EF4-FFF2-40B4-BE49-F238E27FC236}">
                <a16:creationId xmlns:a16="http://schemas.microsoft.com/office/drawing/2014/main" id="{B75CFFA5-63D2-1166-CF3C-6699E4DAC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7963" y="2066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21542" name="Object 1030">
            <a:extLst>
              <a:ext uri="{FF2B5EF4-FFF2-40B4-BE49-F238E27FC236}">
                <a16:creationId xmlns:a16="http://schemas.microsoft.com/office/drawing/2014/main" id="{6D14F790-E6C4-52C7-5643-362A1C95F4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1736725"/>
          <a:ext cx="6553200" cy="489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3648075" imgH="2724099" progId="MSGraph.Chart.8">
                  <p:embed/>
                </p:oleObj>
              </mc:Choice>
              <mc:Fallback>
                <p:oleObj name="图表" r:id="rId2" imgW="3648075" imgH="2724099" progId="MSGraph.Chart.8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736725"/>
                        <a:ext cx="6553200" cy="4892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0" grpId="0" autoUpdateAnimBg="0"/>
      <p:bldOleChart spid="32154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>
            <a:extLst>
              <a:ext uri="{FF2B5EF4-FFF2-40B4-BE49-F238E27FC236}">
                <a16:creationId xmlns:a16="http://schemas.microsoft.com/office/drawing/2014/main" id="{C255460E-3368-CD1D-366B-79E0FB4108F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美国实际</a:t>
            </a:r>
            <a:r>
              <a:rPr lang="en-US" altLang="zh-CN" b="1">
                <a:solidFill>
                  <a:srgbClr val="CC0000"/>
                </a:solidFill>
              </a:rPr>
              <a:t>GDP</a:t>
            </a:r>
          </a:p>
        </p:txBody>
      </p:sp>
      <p:sp>
        <p:nvSpPr>
          <p:cNvPr id="288771" name="Rectangle 3">
            <a:extLst>
              <a:ext uri="{FF2B5EF4-FFF2-40B4-BE49-F238E27FC236}">
                <a16:creationId xmlns:a16="http://schemas.microsoft.com/office/drawing/2014/main" id="{857AB49C-B16C-5CA7-91F7-EB2B3A864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88777" name="Picture 9">
            <a:extLst>
              <a:ext uri="{FF2B5EF4-FFF2-40B4-BE49-F238E27FC236}">
                <a16:creationId xmlns:a16="http://schemas.microsoft.com/office/drawing/2014/main" id="{76A4F024-F5D8-8F78-904A-EA1A687F3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19200"/>
            <a:ext cx="7162800" cy="537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3CDD830C-0836-D5CF-76F5-92FC6466578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3.6 </a:t>
            </a:r>
            <a:r>
              <a:rPr lang="zh-CN" altLang="en-US" b="1">
                <a:solidFill>
                  <a:srgbClr val="CC0000"/>
                </a:solidFill>
              </a:rPr>
              <a:t>美国的通货膨胀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DAE80F8D-39B3-5945-00F4-7DA2D98C7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18481" name="Picture 17">
            <a:extLst>
              <a:ext uri="{FF2B5EF4-FFF2-40B4-BE49-F238E27FC236}">
                <a16:creationId xmlns:a16="http://schemas.microsoft.com/office/drawing/2014/main" id="{97C6FF6B-8DA6-ECC1-439A-1BE81DD6F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1219200"/>
            <a:ext cx="7534275" cy="542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>
            <a:extLst>
              <a:ext uri="{FF2B5EF4-FFF2-40B4-BE49-F238E27FC236}">
                <a16:creationId xmlns:a16="http://schemas.microsoft.com/office/drawing/2014/main" id="{839759FE-825F-BEF3-BDA4-88B4B146425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美国的通货膨胀与经济波动</a:t>
            </a:r>
          </a:p>
        </p:txBody>
      </p:sp>
      <p:sp>
        <p:nvSpPr>
          <p:cNvPr id="290819" name="Rectangle 3">
            <a:extLst>
              <a:ext uri="{FF2B5EF4-FFF2-40B4-BE49-F238E27FC236}">
                <a16:creationId xmlns:a16="http://schemas.microsoft.com/office/drawing/2014/main" id="{2DAA0C07-E4E8-8438-883A-D496D6637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0823" name="Rectangle 7">
            <a:extLst>
              <a:ext uri="{FF2B5EF4-FFF2-40B4-BE49-F238E27FC236}">
                <a16:creationId xmlns:a16="http://schemas.microsoft.com/office/drawing/2014/main" id="{F2924775-B3ED-C38E-1B48-0A59CEC8EDCD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14400" y="6096000"/>
            <a:ext cx="68976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美国的通货膨胀是逆周期还是顺周期？</a:t>
            </a:r>
          </a:p>
        </p:txBody>
      </p:sp>
      <p:pic>
        <p:nvPicPr>
          <p:cNvPr id="290827" name="Picture 11">
            <a:extLst>
              <a:ext uri="{FF2B5EF4-FFF2-40B4-BE49-F238E27FC236}">
                <a16:creationId xmlns:a16="http://schemas.microsoft.com/office/drawing/2014/main" id="{9A24B1C3-03DE-4045-56C6-7F5427CC2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27150"/>
            <a:ext cx="7772400" cy="454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9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0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908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08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8" grpId="0" autoUpdateAnimBg="0"/>
      <p:bldP spid="29082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>
            <a:extLst>
              <a:ext uri="{FF2B5EF4-FFF2-40B4-BE49-F238E27FC236}">
                <a16:creationId xmlns:a16="http://schemas.microsoft.com/office/drawing/2014/main" id="{6A06814D-ADA7-49A2-F32C-8CC7FBD5371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3.7 </a:t>
            </a:r>
            <a:r>
              <a:rPr lang="zh-CN" altLang="en-US" b="1">
                <a:solidFill>
                  <a:srgbClr val="CC0000"/>
                </a:solidFill>
              </a:rPr>
              <a:t>美国的失业率</a:t>
            </a:r>
          </a:p>
        </p:txBody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80C4C548-FE02-6D33-0FBC-0D45A2A81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91849" name="Picture 9">
            <a:extLst>
              <a:ext uri="{FF2B5EF4-FFF2-40B4-BE49-F238E27FC236}">
                <a16:creationId xmlns:a16="http://schemas.microsoft.com/office/drawing/2014/main" id="{E548B95C-E1D9-99A9-C031-E70A43D90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44600"/>
            <a:ext cx="7315200" cy="538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1026">
            <a:extLst>
              <a:ext uri="{FF2B5EF4-FFF2-40B4-BE49-F238E27FC236}">
                <a16:creationId xmlns:a16="http://schemas.microsoft.com/office/drawing/2014/main" id="{1205A82E-36C5-D64F-7966-B053B20F4D5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美国的失业率与经济波动</a:t>
            </a:r>
          </a:p>
        </p:txBody>
      </p:sp>
      <p:sp>
        <p:nvSpPr>
          <p:cNvPr id="322563" name="Rectangle 1027">
            <a:extLst>
              <a:ext uri="{FF2B5EF4-FFF2-40B4-BE49-F238E27FC236}">
                <a16:creationId xmlns:a16="http://schemas.microsoft.com/office/drawing/2014/main" id="{100BC246-E267-5D5C-6F80-F55F505FA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22565" name="Picture 1029">
            <a:extLst>
              <a:ext uri="{FF2B5EF4-FFF2-40B4-BE49-F238E27FC236}">
                <a16:creationId xmlns:a16="http://schemas.microsoft.com/office/drawing/2014/main" id="{C0794966-5A9F-C743-D4CE-923EA95E4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50950"/>
            <a:ext cx="7772400" cy="454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2566" name="Rectangle 1030">
            <a:extLst>
              <a:ext uri="{FF2B5EF4-FFF2-40B4-BE49-F238E27FC236}">
                <a16:creationId xmlns:a16="http://schemas.microsoft.com/office/drawing/2014/main" id="{8223D901-228A-D45B-F50A-B89AE5C3E6E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905000" y="6096000"/>
            <a:ext cx="5638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美国的失业是逆周期还是顺周期？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>
            <a:extLst>
              <a:ext uri="{FF2B5EF4-FFF2-40B4-BE49-F238E27FC236}">
                <a16:creationId xmlns:a16="http://schemas.microsoft.com/office/drawing/2014/main" id="{82F9CA75-DD9D-2498-21AA-1F3598816FE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美国的失业率与通货膨胀</a:t>
            </a:r>
          </a:p>
        </p:txBody>
      </p:sp>
      <p:sp>
        <p:nvSpPr>
          <p:cNvPr id="323587" name="Rectangle 3">
            <a:extLst>
              <a:ext uri="{FF2B5EF4-FFF2-40B4-BE49-F238E27FC236}">
                <a16:creationId xmlns:a16="http://schemas.microsoft.com/office/drawing/2014/main" id="{57E9FEA6-7914-C2A3-8E80-21788D29E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23590" name="Picture 6">
            <a:extLst>
              <a:ext uri="{FF2B5EF4-FFF2-40B4-BE49-F238E27FC236}">
                <a16:creationId xmlns:a16="http://schemas.microsoft.com/office/drawing/2014/main" id="{85947B95-6C05-B8C3-13C4-0841F34C1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0"/>
            <a:ext cx="8382000" cy="509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3591" name="Rectangle 7">
            <a:extLst>
              <a:ext uri="{FF2B5EF4-FFF2-40B4-BE49-F238E27FC236}">
                <a16:creationId xmlns:a16="http://schemas.microsoft.com/office/drawing/2014/main" id="{2E6A62CC-10B3-9CA0-8533-A6FE514474C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6248400"/>
            <a:ext cx="8153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美国的失业与通货膨胀负相关还是正相关？</a:t>
            </a:r>
            <a:endParaRPr lang="zh-CN" altLang="en-US" sz="2000" b="1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235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91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>
            <a:extLst>
              <a:ext uri="{FF2B5EF4-FFF2-40B4-BE49-F238E27FC236}">
                <a16:creationId xmlns:a16="http://schemas.microsoft.com/office/drawing/2014/main" id="{FE4CC9A2-9953-4E4B-0336-2B62D3B00FF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/>
              <a:t>3.8 </a:t>
            </a:r>
            <a:r>
              <a:rPr lang="zh-CN" altLang="en-US" sz="3600" b="1"/>
              <a:t>中美经济小结</a:t>
            </a:r>
            <a:endParaRPr lang="zh-CN" altLang="en-US" b="1">
              <a:latin typeface="Book Antiqua" pitchFamily="18" charset="0"/>
            </a:endParaRPr>
          </a:p>
        </p:txBody>
      </p:sp>
      <p:sp>
        <p:nvSpPr>
          <p:cNvPr id="292868" name="Rectangle 4">
            <a:extLst>
              <a:ext uri="{FF2B5EF4-FFF2-40B4-BE49-F238E27FC236}">
                <a16:creationId xmlns:a16="http://schemas.microsoft.com/office/drawing/2014/main" id="{825DD274-3C84-A245-4FF3-C729BBE5B08E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57200" y="1752600"/>
            <a:ext cx="8153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zh-CN" altLang="en-US" sz="2800" b="1">
                <a:latin typeface="Book Antiqua" pitchFamily="18" charset="0"/>
              </a:rPr>
              <a:t>中美的宏观经济运行具有很多共性</a:t>
            </a:r>
            <a:endParaRPr lang="zh-CN" altLang="en-US" b="1">
              <a:latin typeface="Book Antiqua" pitchFamily="18" charset="0"/>
            </a:endParaRPr>
          </a:p>
        </p:txBody>
      </p:sp>
      <p:sp>
        <p:nvSpPr>
          <p:cNvPr id="292870" name="Rectangle 6">
            <a:extLst>
              <a:ext uri="{FF2B5EF4-FFF2-40B4-BE49-F238E27FC236}">
                <a16:creationId xmlns:a16="http://schemas.microsoft.com/office/drawing/2014/main" id="{4ADABCF8-A225-6F98-E30A-C4AE50F5146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09600" y="2743200"/>
            <a:ext cx="5715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>
                <a:latin typeface="Book Antiqua" pitchFamily="18" charset="0"/>
              </a:rPr>
              <a:t>存在长期经济增长</a:t>
            </a:r>
          </a:p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>
                <a:latin typeface="Book Antiqua" pitchFamily="18" charset="0"/>
              </a:rPr>
              <a:t>存在失业</a:t>
            </a:r>
          </a:p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>
                <a:latin typeface="Book Antiqua" pitchFamily="18" charset="0"/>
              </a:rPr>
              <a:t>存在通货膨胀</a:t>
            </a:r>
            <a:endParaRPr lang="zh-CN" altLang="en-US" b="1">
              <a:latin typeface="Book Antiqua" pitchFamily="18" charset="0"/>
            </a:endParaRPr>
          </a:p>
        </p:txBody>
      </p:sp>
      <p:sp>
        <p:nvSpPr>
          <p:cNvPr id="292871" name="Rectangle 7">
            <a:extLst>
              <a:ext uri="{FF2B5EF4-FFF2-40B4-BE49-F238E27FC236}">
                <a16:creationId xmlns:a16="http://schemas.microsoft.com/office/drawing/2014/main" id="{146B7291-692C-C9C3-6F13-79AE8FC908A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4191000"/>
            <a:ext cx="5715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>
                <a:latin typeface="宋体" panose="02010600030101010101" pitchFamily="2" charset="-122"/>
              </a:rPr>
              <a:t>通货膨胀大致是顺周期的</a:t>
            </a:r>
          </a:p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>
                <a:latin typeface="宋体" panose="02010600030101010101" pitchFamily="2" charset="-122"/>
              </a:rPr>
              <a:t>失业大致是反周期的</a:t>
            </a:r>
          </a:p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>
                <a:latin typeface="宋体" panose="02010600030101010101" pitchFamily="2" charset="-122"/>
              </a:rPr>
              <a:t>通货膨胀与失业反方向变动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928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928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287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928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8" grpId="0" autoUpdateAnimBg="0"/>
      <p:bldP spid="292870" grpId="0" autoUpdateAnimBg="0"/>
      <p:bldP spid="292871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D51F49C6-C6F4-692A-6194-9916BE6BBFF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/>
              <a:t>4.1 </a:t>
            </a:r>
            <a:r>
              <a:rPr lang="zh-CN" altLang="en-US" sz="3600" b="1"/>
              <a:t>宏观经济学的发展－凯恩斯革命前</a:t>
            </a:r>
            <a:endParaRPr lang="zh-CN" altLang="en-US" b="1">
              <a:latin typeface="Book Antiqua" pitchFamily="18" charset="0"/>
            </a:endParaRPr>
          </a:p>
        </p:txBody>
      </p:sp>
      <p:sp>
        <p:nvSpPr>
          <p:cNvPr id="324612" name="Rectangle 4">
            <a:extLst>
              <a:ext uri="{FF2B5EF4-FFF2-40B4-BE49-F238E27FC236}">
                <a16:creationId xmlns:a16="http://schemas.microsoft.com/office/drawing/2014/main" id="{A425A556-FB81-764C-2201-64BA3E2A6CE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11188" y="1773238"/>
            <a:ext cx="8153400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lang="zh-CN" altLang="en-US" sz="2800" b="1">
                <a:latin typeface="Book Antiqua" pitchFamily="18" charset="0"/>
              </a:rPr>
              <a:t>在</a:t>
            </a:r>
            <a:r>
              <a:rPr lang="en-US" altLang="zh-CN" sz="2800" b="1">
                <a:latin typeface="Book Antiqua" pitchFamily="18" charset="0"/>
              </a:rPr>
              <a:t>19</a:t>
            </a:r>
            <a:r>
              <a:rPr lang="zh-CN" altLang="en-US" sz="2800" b="1">
                <a:latin typeface="Book Antiqua" pitchFamily="18" charset="0"/>
              </a:rPr>
              <a:t>世纪，当时的货币经济学已产生了一些重要的理论成果。</a:t>
            </a:r>
          </a:p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Book Antiqua" pitchFamily="18" charset="0"/>
              </a:rPr>
              <a:t>货币数量</a:t>
            </a:r>
          </a:p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Book Antiqua" pitchFamily="18" charset="0"/>
              </a:rPr>
              <a:t>两分法：实际因素和名义因素</a:t>
            </a:r>
          </a:p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Book Antiqua" pitchFamily="18" charset="0"/>
              </a:rPr>
              <a:t>经济波动主要由实际因素所导致（</a:t>
            </a:r>
            <a:r>
              <a:rPr lang="en-US" altLang="zh-CN" sz="2400" b="1">
                <a:latin typeface="Book Antiqua" pitchFamily="18" charset="0"/>
              </a:rPr>
              <a:t>RBC</a:t>
            </a:r>
            <a:r>
              <a:rPr lang="zh-CN" altLang="en-US" sz="2400" b="1">
                <a:latin typeface="Book Antiqua" pitchFamily="18" charset="0"/>
              </a:rPr>
              <a:t>）</a:t>
            </a:r>
          </a:p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</a:pPr>
            <a:endParaRPr lang="zh-CN" altLang="en-US" sz="2400" b="1"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</a:pPr>
            <a:endParaRPr lang="zh-CN" altLang="en-US" sz="2400" b="1"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800" b="1">
                <a:latin typeface="Book Antiqua" pitchFamily="18" charset="0"/>
              </a:rPr>
              <a:t>数据</a:t>
            </a:r>
            <a:r>
              <a:rPr lang="zh-CN" altLang="en-US" sz="2400" b="1">
                <a:latin typeface="Book Antiqua" pitchFamily="18" charset="0"/>
              </a:rPr>
              <a:t>的收集整理工作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24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4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24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4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4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4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24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4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246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46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2" grpId="0" build="p" bldLvl="2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>
            <a:extLst>
              <a:ext uri="{FF2B5EF4-FFF2-40B4-BE49-F238E27FC236}">
                <a16:creationId xmlns:a16="http://schemas.microsoft.com/office/drawing/2014/main" id="{A200EFFC-35A2-74B2-ED76-47EE44FCAC7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/>
              <a:t>4.2 </a:t>
            </a:r>
            <a:r>
              <a:rPr lang="zh-CN" altLang="en-US" sz="3600" b="1"/>
              <a:t>宏观经济理论的发展－凯恩斯革命</a:t>
            </a:r>
          </a:p>
        </p:txBody>
      </p:sp>
      <p:pic>
        <p:nvPicPr>
          <p:cNvPr id="294919" name="Picture 7">
            <a:extLst>
              <a:ext uri="{FF2B5EF4-FFF2-40B4-BE49-F238E27FC236}">
                <a16:creationId xmlns:a16="http://schemas.microsoft.com/office/drawing/2014/main" id="{3EBDF6C6-021E-3D8D-0E7B-B1E834759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0" y="1485900"/>
            <a:ext cx="4243388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>
            <a:extLst>
              <a:ext uri="{FF2B5EF4-FFF2-40B4-BE49-F238E27FC236}">
                <a16:creationId xmlns:a16="http://schemas.microsoft.com/office/drawing/2014/main" id="{E60FB0A8-222E-325E-7555-D48B43DD8CA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/>
              <a:t>4.2  </a:t>
            </a:r>
            <a:r>
              <a:rPr lang="zh-CN" altLang="en-US" sz="4000" b="1"/>
              <a:t>凯恩斯主义的发展</a:t>
            </a:r>
          </a:p>
        </p:txBody>
      </p:sp>
      <p:pic>
        <p:nvPicPr>
          <p:cNvPr id="328709" name="Picture 5">
            <a:extLst>
              <a:ext uri="{FF2B5EF4-FFF2-40B4-BE49-F238E27FC236}">
                <a16:creationId xmlns:a16="http://schemas.microsoft.com/office/drawing/2014/main" id="{B54DBCCA-27E5-DC19-7F2D-D3CB382E3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557338"/>
            <a:ext cx="4718050" cy="482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>
            <a:extLst>
              <a:ext uri="{FF2B5EF4-FFF2-40B4-BE49-F238E27FC236}">
                <a16:creationId xmlns:a16="http://schemas.microsoft.com/office/drawing/2014/main" id="{5AEBF9A5-B933-0415-EFB5-A5DE779572E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115888"/>
            <a:ext cx="8540750" cy="896937"/>
          </a:xfrm>
        </p:spPr>
        <p:txBody>
          <a:bodyPr/>
          <a:lstStyle/>
          <a:p>
            <a:r>
              <a:rPr lang="en-US" altLang="zh-CN" sz="4000" b="1"/>
              <a:t>4.2  </a:t>
            </a:r>
            <a:r>
              <a:rPr lang="zh-CN" altLang="en-US" sz="4000" b="1"/>
              <a:t>凯恩斯主义的发展</a:t>
            </a:r>
          </a:p>
        </p:txBody>
      </p:sp>
      <p:pic>
        <p:nvPicPr>
          <p:cNvPr id="329732" name="Picture 4">
            <a:extLst>
              <a:ext uri="{FF2B5EF4-FFF2-40B4-BE49-F238E27FC236}">
                <a16:creationId xmlns:a16="http://schemas.microsoft.com/office/drawing/2014/main" id="{691388F0-A997-6C7F-3E7F-EDF91B6B5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125538"/>
            <a:ext cx="5267325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9733" name="Picture 5">
            <a:extLst>
              <a:ext uri="{FF2B5EF4-FFF2-40B4-BE49-F238E27FC236}">
                <a16:creationId xmlns:a16="http://schemas.microsoft.com/office/drawing/2014/main" id="{EBA19F14-E1D4-4EAF-A3BB-707DEF14E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3" y="3933825"/>
            <a:ext cx="5153025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9734" name="Picture 6">
            <a:extLst>
              <a:ext uri="{FF2B5EF4-FFF2-40B4-BE49-F238E27FC236}">
                <a16:creationId xmlns:a16="http://schemas.microsoft.com/office/drawing/2014/main" id="{20A06AA6-982C-AD44-39EF-8697B7663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25" y="3860800"/>
            <a:ext cx="2524125" cy="258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>
            <a:extLst>
              <a:ext uri="{FF2B5EF4-FFF2-40B4-BE49-F238E27FC236}">
                <a16:creationId xmlns:a16="http://schemas.microsoft.com/office/drawing/2014/main" id="{D5A8BDCF-A00A-C504-5E48-688A96E85BE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/>
              <a:t>4.3 </a:t>
            </a:r>
            <a:r>
              <a:rPr lang="zh-CN" altLang="en-US" sz="3600" b="1"/>
              <a:t>革凯恩斯的命</a:t>
            </a:r>
            <a:r>
              <a:rPr lang="en-US" altLang="zh-CN" sz="3600" b="1"/>
              <a:t>——</a:t>
            </a:r>
            <a:r>
              <a:rPr lang="zh-CN" altLang="en-US" sz="3600" b="1"/>
              <a:t>货币主义</a:t>
            </a:r>
            <a:endParaRPr lang="zh-CN" altLang="en-US" sz="4000" b="1">
              <a:latin typeface="Book Antiqua" pitchFamily="18" charset="0"/>
            </a:endParaRPr>
          </a:p>
        </p:txBody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7FD1BFF9-23A6-ED54-3B37-3D3CAD313DD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611188" y="1412875"/>
            <a:ext cx="8153400" cy="1871663"/>
          </a:xfrm>
        </p:spPr>
        <p:txBody>
          <a:bodyPr/>
          <a:lstStyle/>
          <a:p>
            <a:r>
              <a:rPr lang="zh-CN" altLang="en-US" sz="4000" b="1">
                <a:latin typeface="Book Antiqua" pitchFamily="18" charset="0"/>
              </a:rPr>
              <a:t>货币主义主要在三个方面挑战：</a:t>
            </a:r>
          </a:p>
          <a:p>
            <a:pPr lvl="1"/>
            <a:r>
              <a:rPr lang="zh-CN" altLang="en-US" sz="2000" b="1">
                <a:latin typeface="Book Antiqua" pitchFamily="18" charset="0"/>
              </a:rPr>
              <a:t>货币政策是否有效</a:t>
            </a:r>
          </a:p>
          <a:p>
            <a:pPr lvl="1"/>
            <a:r>
              <a:rPr lang="zh-CN" altLang="en-US" sz="2000" b="1">
                <a:latin typeface="Book Antiqua" pitchFamily="18" charset="0"/>
              </a:rPr>
              <a:t>宏观经济管理的方式</a:t>
            </a:r>
          </a:p>
          <a:p>
            <a:pPr lvl="1"/>
            <a:r>
              <a:rPr lang="en-US" altLang="zh-CN" sz="2000" b="1">
                <a:latin typeface="Book Antiqua" pitchFamily="18" charset="0"/>
              </a:rPr>
              <a:t>Phillips </a:t>
            </a:r>
            <a:r>
              <a:rPr lang="zh-CN" altLang="en-US" sz="2000" b="1">
                <a:latin typeface="Book Antiqua" pitchFamily="18" charset="0"/>
              </a:rPr>
              <a:t>曲线</a:t>
            </a:r>
          </a:p>
        </p:txBody>
      </p:sp>
      <p:pic>
        <p:nvPicPr>
          <p:cNvPr id="330756" name="Picture 4">
            <a:extLst>
              <a:ext uri="{FF2B5EF4-FFF2-40B4-BE49-F238E27FC236}">
                <a16:creationId xmlns:a16="http://schemas.microsoft.com/office/drawing/2014/main" id="{293A2A76-2492-724E-1AAE-1A80E904E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194050"/>
            <a:ext cx="5903912" cy="359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 build="p" bldLvl="2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>
            <a:extLst>
              <a:ext uri="{FF2B5EF4-FFF2-40B4-BE49-F238E27FC236}">
                <a16:creationId xmlns:a16="http://schemas.microsoft.com/office/drawing/2014/main" id="{16FFDEF3-07DE-273C-D446-6AD5C9BC672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/>
              <a:t>4.3 </a:t>
            </a:r>
            <a:r>
              <a:rPr lang="zh-CN" altLang="en-US" sz="3600" b="1"/>
              <a:t>革凯恩斯的命</a:t>
            </a:r>
            <a:r>
              <a:rPr lang="en-US" altLang="zh-CN" sz="3600" b="1"/>
              <a:t>——</a:t>
            </a:r>
            <a:r>
              <a:rPr lang="zh-CN" altLang="en-US" sz="3600" b="1"/>
              <a:t>理性预期</a:t>
            </a:r>
            <a:endParaRPr lang="zh-CN" altLang="en-US" sz="4000" b="1">
              <a:latin typeface="Book Antiqua" pitchFamily="18" charset="0"/>
            </a:endParaRPr>
          </a:p>
        </p:txBody>
      </p:sp>
      <p:sp>
        <p:nvSpPr>
          <p:cNvPr id="331779" name="Rectangle 3">
            <a:extLst>
              <a:ext uri="{FF2B5EF4-FFF2-40B4-BE49-F238E27FC236}">
                <a16:creationId xmlns:a16="http://schemas.microsoft.com/office/drawing/2014/main" id="{37AB3B15-8202-C845-6F85-7D60921D20C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23850" y="4870450"/>
            <a:ext cx="8712200" cy="18716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/>
              <a:t>卢卡斯等人发现，凯恩斯主义经济学忽略了预期影响经济活动主体行为的全面含义。最要紧的是，他们不仅发现这个漏洞，而且给出了切实有效的解决办法，即理性预期假说。</a:t>
            </a:r>
            <a:r>
              <a:rPr lang="zh-CN" altLang="en-US"/>
              <a:t> </a:t>
            </a:r>
          </a:p>
        </p:txBody>
      </p:sp>
      <p:pic>
        <p:nvPicPr>
          <p:cNvPr id="331782" name="Picture 6">
            <a:extLst>
              <a:ext uri="{FF2B5EF4-FFF2-40B4-BE49-F238E27FC236}">
                <a16:creationId xmlns:a16="http://schemas.microsoft.com/office/drawing/2014/main" id="{E613EA6E-F4CA-FF5E-F32D-0FFA7A90F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563" y="1268413"/>
            <a:ext cx="4751387" cy="357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9" grpId="0" build="p" bldLvl="2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>
            <a:extLst>
              <a:ext uri="{FF2B5EF4-FFF2-40B4-BE49-F238E27FC236}">
                <a16:creationId xmlns:a16="http://schemas.microsoft.com/office/drawing/2014/main" id="{386F60B5-8427-202F-BD70-66056D77295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/>
              <a:t>4.3 </a:t>
            </a:r>
            <a:r>
              <a:rPr lang="zh-CN" altLang="en-US" sz="3600" b="1"/>
              <a:t>革凯恩斯的命</a:t>
            </a:r>
            <a:r>
              <a:rPr lang="en-US" altLang="zh-CN" sz="3600" b="1"/>
              <a:t>——</a:t>
            </a:r>
            <a:r>
              <a:rPr lang="zh-CN" altLang="en-US" sz="3600" b="1"/>
              <a:t>理性预期整合</a:t>
            </a:r>
            <a:endParaRPr lang="zh-CN" altLang="en-US" sz="4000" b="1">
              <a:latin typeface="Book Antiqua" pitchFamily="18" charset="0"/>
            </a:endParaRPr>
          </a:p>
        </p:txBody>
      </p:sp>
      <p:pic>
        <p:nvPicPr>
          <p:cNvPr id="332806" name="Picture 6">
            <a:extLst>
              <a:ext uri="{FF2B5EF4-FFF2-40B4-BE49-F238E27FC236}">
                <a16:creationId xmlns:a16="http://schemas.microsoft.com/office/drawing/2014/main" id="{FACF6DDE-FB9B-641D-B513-E09164F61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16113"/>
            <a:ext cx="7272338" cy="384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>
            <a:extLst>
              <a:ext uri="{FF2B5EF4-FFF2-40B4-BE49-F238E27FC236}">
                <a16:creationId xmlns:a16="http://schemas.microsoft.com/office/drawing/2014/main" id="{516DC957-2EA3-9CEA-EF87-360A540334A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/>
              <a:t>4.4 </a:t>
            </a:r>
            <a:r>
              <a:rPr lang="zh-CN" altLang="en-US" sz="3600" b="1"/>
              <a:t>宏观经济学当前的发展</a:t>
            </a:r>
            <a:endParaRPr lang="zh-CN" altLang="en-US" sz="4000" b="1">
              <a:latin typeface="Book Antiqua" pitchFamily="18" charset="0"/>
            </a:endParaRPr>
          </a:p>
        </p:txBody>
      </p:sp>
      <p:sp>
        <p:nvSpPr>
          <p:cNvPr id="333828" name="Rectangle 4">
            <a:extLst>
              <a:ext uri="{FF2B5EF4-FFF2-40B4-BE49-F238E27FC236}">
                <a16:creationId xmlns:a16="http://schemas.microsoft.com/office/drawing/2014/main" id="{AAD261AF-5DF3-06A6-6358-D316834F4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47788"/>
            <a:ext cx="5248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/>
              <a:t>如今，三个流派占据了宏观经济研究的抢眼位置：</a:t>
            </a:r>
          </a:p>
          <a:p>
            <a:r>
              <a:rPr lang="zh-CN" altLang="en-US" b="1"/>
              <a:t>新古典主义、新凯恩斯主义、新增长理论。 </a:t>
            </a:r>
          </a:p>
        </p:txBody>
      </p:sp>
      <p:pic>
        <p:nvPicPr>
          <p:cNvPr id="333829" name="Picture 5">
            <a:extLst>
              <a:ext uri="{FF2B5EF4-FFF2-40B4-BE49-F238E27FC236}">
                <a16:creationId xmlns:a16="http://schemas.microsoft.com/office/drawing/2014/main" id="{96B7033F-C8CE-1D1E-48E1-CE214BB27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420938"/>
            <a:ext cx="6696075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3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3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3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>
            <a:extLst>
              <a:ext uri="{FF2B5EF4-FFF2-40B4-BE49-F238E27FC236}">
                <a16:creationId xmlns:a16="http://schemas.microsoft.com/office/drawing/2014/main" id="{0F3C8047-272E-8CEF-3B1D-D4929E8EAAD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/>
              <a:t>4.4 </a:t>
            </a:r>
            <a:r>
              <a:rPr lang="zh-CN" altLang="en-US" sz="3600" b="1"/>
              <a:t>宏观经济学当前的发展</a:t>
            </a:r>
            <a:endParaRPr lang="zh-CN" altLang="en-US" sz="4000" b="1">
              <a:latin typeface="Book Antiqua" pitchFamily="18" charset="0"/>
            </a:endParaRPr>
          </a:p>
        </p:txBody>
      </p:sp>
      <p:sp>
        <p:nvSpPr>
          <p:cNvPr id="337923" name="Rectangle 3">
            <a:extLst>
              <a:ext uri="{FF2B5EF4-FFF2-40B4-BE49-F238E27FC236}">
                <a16:creationId xmlns:a16="http://schemas.microsoft.com/office/drawing/2014/main" id="{FC0EE029-CB15-8971-B424-1FEB0ADB2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47788"/>
            <a:ext cx="5248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/>
              <a:t>如今，三个流派占据了宏观经济研究的抢眼位置：</a:t>
            </a:r>
          </a:p>
          <a:p>
            <a:r>
              <a:rPr lang="zh-CN" altLang="en-US" b="1"/>
              <a:t>新古典主义、</a:t>
            </a:r>
            <a:r>
              <a:rPr lang="zh-CN" altLang="en-US" b="1">
                <a:solidFill>
                  <a:schemeClr val="tx2"/>
                </a:solidFill>
              </a:rPr>
              <a:t>新凯恩斯主义</a:t>
            </a:r>
            <a:r>
              <a:rPr lang="zh-CN" altLang="en-US" b="1"/>
              <a:t>、新增长理论。 </a:t>
            </a:r>
          </a:p>
        </p:txBody>
      </p:sp>
      <p:pic>
        <p:nvPicPr>
          <p:cNvPr id="337925" name="Picture 5">
            <a:extLst>
              <a:ext uri="{FF2B5EF4-FFF2-40B4-BE49-F238E27FC236}">
                <a16:creationId xmlns:a16="http://schemas.microsoft.com/office/drawing/2014/main" id="{9EB24482-C60D-7470-C684-4B9A46ACE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638" y="2468563"/>
            <a:ext cx="6594475" cy="3481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>
            <a:extLst>
              <a:ext uri="{FF2B5EF4-FFF2-40B4-BE49-F238E27FC236}">
                <a16:creationId xmlns:a16="http://schemas.microsoft.com/office/drawing/2014/main" id="{958B65D5-865A-26EA-C17C-B2A30CC6873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/>
              <a:t>4.4 </a:t>
            </a:r>
            <a:r>
              <a:rPr lang="zh-CN" altLang="en-US" sz="3600" b="1"/>
              <a:t>宏观经济学当前的发展</a:t>
            </a:r>
            <a:endParaRPr lang="zh-CN" altLang="en-US" sz="4000" b="1">
              <a:latin typeface="Book Antiqua" pitchFamily="18" charset="0"/>
            </a:endParaRPr>
          </a:p>
        </p:txBody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6239D252-4A9B-6CBD-7C10-9DCE2B2E9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47788"/>
            <a:ext cx="5248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/>
              <a:t>如今，三个流派占据了宏观经济研究的抢眼位置：</a:t>
            </a:r>
          </a:p>
          <a:p>
            <a:r>
              <a:rPr lang="zh-CN" altLang="en-US" b="1"/>
              <a:t>新古典主义、新凯恩斯主义、</a:t>
            </a:r>
            <a:r>
              <a:rPr lang="zh-CN" altLang="en-US" b="1">
                <a:solidFill>
                  <a:schemeClr val="tx2"/>
                </a:solidFill>
              </a:rPr>
              <a:t>新增长理论</a:t>
            </a:r>
            <a:r>
              <a:rPr lang="zh-CN" altLang="en-US" b="1"/>
              <a:t>。 </a:t>
            </a:r>
          </a:p>
        </p:txBody>
      </p:sp>
      <p:pic>
        <p:nvPicPr>
          <p:cNvPr id="338949" name="Picture 5">
            <a:extLst>
              <a:ext uri="{FF2B5EF4-FFF2-40B4-BE49-F238E27FC236}">
                <a16:creationId xmlns:a16="http://schemas.microsoft.com/office/drawing/2014/main" id="{3254BF14-15F8-5386-4480-9E8E6D466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492375"/>
            <a:ext cx="6696075" cy="328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9B7CC978-2B21-D396-FDC0-018DBFE8193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/>
              <a:t>4.5 </a:t>
            </a:r>
            <a:r>
              <a:rPr lang="zh-CN" altLang="en-US" sz="3600" b="1"/>
              <a:t>宏观经济学发展小结</a:t>
            </a:r>
            <a:endParaRPr lang="zh-CN" altLang="en-US" sz="4000" b="1">
              <a:latin typeface="Book Antiqua" pitchFamily="18" charset="0"/>
            </a:endParaRPr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594E3C09-67B4-8FFC-EC0E-864B61A4F48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39750" y="1557338"/>
            <a:ext cx="8153400" cy="4248150"/>
          </a:xfrm>
        </p:spPr>
        <p:txBody>
          <a:bodyPr/>
          <a:lstStyle/>
          <a:p>
            <a:r>
              <a:rPr lang="zh-CN" altLang="en-US" sz="4000" b="1">
                <a:latin typeface="Book Antiqua" pitchFamily="18" charset="0"/>
              </a:rPr>
              <a:t>宏观经济学至今</a:t>
            </a:r>
            <a:r>
              <a:rPr lang="en-US" altLang="zh-CN" sz="4000" b="1">
                <a:latin typeface="Book Antiqua" pitchFamily="18" charset="0"/>
              </a:rPr>
              <a:t>70</a:t>
            </a:r>
            <a:r>
              <a:rPr lang="zh-CN" altLang="en-US" sz="4000" b="1">
                <a:latin typeface="Book Antiqua" pitchFamily="18" charset="0"/>
              </a:rPr>
              <a:t>岁。</a:t>
            </a:r>
          </a:p>
          <a:p>
            <a:pPr lvl="1"/>
            <a:r>
              <a:rPr lang="zh-CN" altLang="en-US" b="1"/>
              <a:t>宏观经济学自身的发展历程似乎呈现某种周期性，各种版本的古典主义和凯恩斯主义交错登台献艺</a:t>
            </a:r>
            <a:r>
              <a:rPr lang="zh-CN" altLang="en-US"/>
              <a:t> 。</a:t>
            </a:r>
            <a:endParaRPr lang="zh-CN" altLang="en-US" b="1">
              <a:latin typeface="Book Antiqua" pitchFamily="18" charset="0"/>
            </a:endParaRPr>
          </a:p>
          <a:p>
            <a:pPr lvl="1"/>
            <a:r>
              <a:rPr lang="zh-CN" altLang="en-US" b="1"/>
              <a:t>宏观经济学明显缺乏共识。这种情况，应该被视为好事而不是坏事。</a:t>
            </a:r>
            <a:r>
              <a:rPr lang="zh-CN" altLang="en-US"/>
              <a:t> </a:t>
            </a:r>
            <a:endParaRPr lang="zh-CN" altLang="en-US" b="1">
              <a:latin typeface="Book Antiqua" pitchFamily="18" charset="0"/>
            </a:endParaRPr>
          </a:p>
          <a:p>
            <a:pPr lvl="1"/>
            <a:r>
              <a:rPr lang="zh-CN" altLang="en-US" b="1"/>
              <a:t>回顾过去，宏观经济学家之间的分歧往往被过分夸大。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10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0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10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0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310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0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5" grpId="0" build="p" bldLvl="2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>
            <a:extLst>
              <a:ext uri="{FF2B5EF4-FFF2-40B4-BE49-F238E27FC236}">
                <a16:creationId xmlns:a16="http://schemas.microsoft.com/office/drawing/2014/main" id="{2449BC82-3F28-6070-5250-E8842E6DBAA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/>
              <a:t>5.1 </a:t>
            </a:r>
            <a:r>
              <a:rPr lang="zh-CN" altLang="en-US" sz="3600" b="1"/>
              <a:t>我们的安排</a:t>
            </a:r>
            <a:r>
              <a:rPr lang="en-US" altLang="zh-CN" sz="3600" b="1"/>
              <a:t>——</a:t>
            </a:r>
            <a:r>
              <a:rPr lang="zh-CN" altLang="en-US" sz="3600" b="1"/>
              <a:t>内容安排</a:t>
            </a:r>
            <a:endParaRPr lang="zh-CN" altLang="en-US" sz="4000" b="1">
              <a:latin typeface="Book Antiqua" pitchFamily="18" charset="0"/>
            </a:endParaRPr>
          </a:p>
        </p:txBody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D841060D-1C81-AA19-CE6A-241198AEE9EB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762000" y="1828800"/>
            <a:ext cx="8153400" cy="3505200"/>
          </a:xfrm>
        </p:spPr>
        <p:txBody>
          <a:bodyPr/>
          <a:lstStyle/>
          <a:p>
            <a:r>
              <a:rPr lang="zh-CN" altLang="en-US" b="1">
                <a:latin typeface="Book Antiqua" pitchFamily="18" charset="0"/>
              </a:rPr>
              <a:t>与微观经济学一样，将围绕着总供给总需求展开。</a:t>
            </a:r>
          </a:p>
          <a:p>
            <a:pPr lvl="1"/>
            <a:r>
              <a:rPr lang="zh-CN" altLang="en-US" sz="2000" b="1">
                <a:latin typeface="Book Antiqua" pitchFamily="18" charset="0"/>
              </a:rPr>
              <a:t>总供给总需求模型</a:t>
            </a:r>
          </a:p>
          <a:p>
            <a:pPr lvl="1"/>
            <a:endParaRPr lang="zh-CN" altLang="en-US" sz="2000" b="1">
              <a:latin typeface="Book Antiqua" pitchFamily="18" charset="0"/>
            </a:endParaRPr>
          </a:p>
          <a:p>
            <a:pPr lvl="1"/>
            <a:r>
              <a:rPr lang="zh-CN" altLang="en-US" sz="2000" b="1">
                <a:latin typeface="Book Antiqua" pitchFamily="18" charset="0"/>
              </a:rPr>
              <a:t>总供给的决定因素：经济增长与波动分析</a:t>
            </a:r>
          </a:p>
          <a:p>
            <a:pPr lvl="1"/>
            <a:r>
              <a:rPr lang="zh-CN" altLang="en-US" sz="2000" b="1">
                <a:latin typeface="Book Antiqua" pitchFamily="18" charset="0"/>
              </a:rPr>
              <a:t>总需求的决定因素：</a:t>
            </a:r>
            <a:r>
              <a:rPr lang="en-US" altLang="zh-CN" sz="2000" b="1">
                <a:latin typeface="Book Antiqua" pitchFamily="18" charset="0"/>
              </a:rPr>
              <a:t>IS-LM</a:t>
            </a:r>
            <a:r>
              <a:rPr lang="zh-CN" altLang="en-US" sz="2000" b="1">
                <a:latin typeface="Book Antiqua" pitchFamily="18" charset="0"/>
              </a:rPr>
              <a:t>模型与总需求的微观基础</a:t>
            </a:r>
          </a:p>
          <a:p>
            <a:pPr lvl="1"/>
            <a:endParaRPr lang="zh-CN" altLang="en-US" sz="2000" b="1">
              <a:latin typeface="Book Antiqua" pitchFamily="18" charset="0"/>
            </a:endParaRPr>
          </a:p>
          <a:p>
            <a:pPr lvl="1"/>
            <a:r>
              <a:rPr lang="zh-CN" altLang="en-US" sz="2000" b="1">
                <a:latin typeface="Book Antiqua" pitchFamily="18" charset="0"/>
              </a:rPr>
              <a:t>宏观经济管理： 货币政策、财政政策以及通胀与失业的治理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3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" dur="500"/>
                                        <p:tgtEl>
                                          <p:spTgt spid="339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9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" dur="500"/>
                                        <p:tgtEl>
                                          <p:spTgt spid="339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9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339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9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500"/>
                                        <p:tgtEl>
                                          <p:spTgt spid="339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9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1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2BF1FCF4-D919-5FED-B08C-5D014EA7BAF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/>
              <a:t>5.2 </a:t>
            </a:r>
            <a:r>
              <a:rPr lang="zh-CN" altLang="en-US" sz="3600" b="1"/>
              <a:t>我们的安排</a:t>
            </a:r>
            <a:r>
              <a:rPr lang="en-US" altLang="zh-CN" sz="3600" b="1"/>
              <a:t>——</a:t>
            </a:r>
            <a:r>
              <a:rPr lang="zh-CN" altLang="en-US" sz="3600" b="1"/>
              <a:t>考试安排</a:t>
            </a:r>
            <a:endParaRPr lang="zh-CN" altLang="en-US" sz="4000" b="1">
              <a:latin typeface="Book Antiqua" pitchFamily="18" charset="0"/>
            </a:endParaRP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25C55CA8-FEA2-E040-B1F0-FA74A5E9C12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762000" y="1524000"/>
            <a:ext cx="8153400" cy="3429000"/>
          </a:xfrm>
        </p:spPr>
        <p:txBody>
          <a:bodyPr/>
          <a:lstStyle/>
          <a:p>
            <a:r>
              <a:rPr lang="zh-CN" altLang="en-US" b="1">
                <a:latin typeface="Book Antiqua" pitchFamily="18" charset="0"/>
              </a:rPr>
              <a:t>作业（</a:t>
            </a:r>
            <a:r>
              <a:rPr lang="en-US" altLang="zh-CN" b="1">
                <a:latin typeface="Book Antiqua" pitchFamily="18" charset="0"/>
              </a:rPr>
              <a:t>30</a:t>
            </a:r>
            <a:r>
              <a:rPr lang="zh-CN" altLang="en-US" b="1">
                <a:latin typeface="Book Antiqua" pitchFamily="18" charset="0"/>
              </a:rPr>
              <a:t>％</a:t>
            </a:r>
            <a:r>
              <a:rPr lang="en-US" altLang="zh-CN" b="1">
                <a:latin typeface="Book Antiqua" pitchFamily="18" charset="0"/>
              </a:rPr>
              <a:t>-40</a:t>
            </a:r>
            <a:r>
              <a:rPr lang="zh-CN" altLang="en-US" b="1">
                <a:latin typeface="Book Antiqua" pitchFamily="18" charset="0"/>
              </a:rPr>
              <a:t>％）</a:t>
            </a:r>
          </a:p>
          <a:p>
            <a:pPr lvl="1"/>
            <a:endParaRPr lang="zh-CN" altLang="en-US" sz="2000" b="1">
              <a:latin typeface="Book Antiqua" pitchFamily="18" charset="0"/>
            </a:endParaRPr>
          </a:p>
          <a:p>
            <a:pPr lvl="1"/>
            <a:r>
              <a:rPr lang="zh-CN" altLang="en-US" sz="2000" b="1">
                <a:latin typeface="Book Antiqua" pitchFamily="18" charset="0"/>
              </a:rPr>
              <a:t>课后作业</a:t>
            </a:r>
          </a:p>
          <a:p>
            <a:pPr lvl="1"/>
            <a:endParaRPr lang="zh-CN" altLang="en-US" sz="2000" b="1">
              <a:latin typeface="Book Antiqua" pitchFamily="18" charset="0"/>
            </a:endParaRPr>
          </a:p>
          <a:p>
            <a:pPr lvl="1"/>
            <a:endParaRPr lang="zh-CN" altLang="en-US" sz="2000" b="1">
              <a:latin typeface="Book Antiqua" pitchFamily="18" charset="0"/>
            </a:endParaRPr>
          </a:p>
          <a:p>
            <a:pPr lvl="1"/>
            <a:endParaRPr lang="zh-CN" altLang="en-US" sz="2000" b="1">
              <a:latin typeface="Book Antiqua" pitchFamily="18" charset="0"/>
            </a:endParaRPr>
          </a:p>
          <a:p>
            <a:pPr lvl="1"/>
            <a:endParaRPr lang="zh-CN" altLang="en-US" sz="2000" b="1">
              <a:latin typeface="Book Antiqua" pitchFamily="18" charset="0"/>
            </a:endParaRPr>
          </a:p>
          <a:p>
            <a:r>
              <a:rPr lang="zh-CN" altLang="en-US" sz="2400" b="1">
                <a:latin typeface="Book Antiqua" pitchFamily="18" charset="0"/>
              </a:rPr>
              <a:t>期末考试（</a:t>
            </a:r>
            <a:r>
              <a:rPr lang="en-US" altLang="zh-CN" sz="2400" b="1">
                <a:latin typeface="Book Antiqua" pitchFamily="18" charset="0"/>
              </a:rPr>
              <a:t>60</a:t>
            </a:r>
            <a:r>
              <a:rPr lang="zh-CN" altLang="en-US" sz="2400" b="1">
                <a:latin typeface="Book Antiqua" pitchFamily="18" charset="0"/>
              </a:rPr>
              <a:t>％</a:t>
            </a:r>
            <a:r>
              <a:rPr lang="en-US" altLang="zh-CN" sz="2400" b="1">
                <a:latin typeface="Book Antiqua" pitchFamily="18" charset="0"/>
              </a:rPr>
              <a:t>-70</a:t>
            </a:r>
            <a:r>
              <a:rPr lang="zh-CN" altLang="en-US" sz="2400" b="1">
                <a:latin typeface="Book Antiqua" pitchFamily="18" charset="0"/>
              </a:rPr>
              <a:t>％）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" dur="500"/>
                                        <p:tgtEl>
                                          <p:spTgt spid="31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31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9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WordArt 2">
            <a:extLst>
              <a:ext uri="{FF2B5EF4-FFF2-40B4-BE49-F238E27FC236}">
                <a16:creationId xmlns:a16="http://schemas.microsoft.com/office/drawing/2014/main" id="{88455A48-9AA5-1E2A-E72C-E92C78B429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16013" y="1844675"/>
            <a:ext cx="6911975" cy="27368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Triangle">
              <a:avLst>
                <a:gd name="adj" fmla="val 40333"/>
              </a:avLst>
            </a:prstTxWarp>
            <a:scene3d>
              <a:camera prst="legacyObliqueTopLeft"/>
              <a:lightRig rig="legacyNormal3" dir="r"/>
            </a:scene3d>
            <a:sp3d extrusionH="201600" prstMaterial="legacyMatte">
              <a:extrusionClr>
                <a:srgbClr val="0066CC"/>
              </a:extrusionClr>
              <a:contourClr>
                <a:srgbClr val="FFFFCC"/>
              </a:contourClr>
            </a:sp3d>
          </a:bodyPr>
          <a:lstStyle/>
          <a:p>
            <a:pPr algn="ctr"/>
            <a:r>
              <a:rPr lang="en-US" altLang="zh-CN" sz="4800" kern="1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FFFFCC"/>
                    </a:gs>
                    <a:gs pos="100000">
                      <a:srgbClr val="FF9999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Thank You</a:t>
            </a:r>
            <a:endParaRPr lang="zh-CN" altLang="en-US" sz="4800" kern="10">
              <a:ln w="9525">
                <a:round/>
                <a:headEnd/>
                <a:tailEnd/>
              </a:ln>
              <a:gradFill rotWithShape="0">
                <a:gsLst>
                  <a:gs pos="0">
                    <a:srgbClr val="FFFFCC"/>
                  </a:gs>
                  <a:gs pos="100000">
                    <a:srgbClr val="FF9999"/>
                  </a:gs>
                </a:gsLst>
                <a:lin ang="5400000" scaled="1"/>
              </a:gra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CDESIGNN</Template>
  <TotalTime>2030</TotalTime>
  <Words>1080</Words>
  <Application>Microsoft Office PowerPoint</Application>
  <PresentationFormat>全屏显示(4:3)</PresentationFormat>
  <Paragraphs>178</Paragraphs>
  <Slides>43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Arial</vt:lpstr>
      <vt:lpstr>宋体</vt:lpstr>
      <vt:lpstr>Wingdings</vt:lpstr>
      <vt:lpstr>Wingdings 2</vt:lpstr>
      <vt:lpstr>华文楷体</vt:lpstr>
      <vt:lpstr>Times New Roman</vt:lpstr>
      <vt:lpstr>Dcr10</vt:lpstr>
      <vt:lpstr>Book Antiqua</vt:lpstr>
      <vt:lpstr>吉祥如意</vt:lpstr>
      <vt:lpstr>Microsoft Graph 图表</vt:lpstr>
      <vt:lpstr>Microsoft Graph 2000 图表</vt:lpstr>
      <vt:lpstr>中级宏观经济学</vt:lpstr>
      <vt:lpstr>课程简介</vt:lpstr>
      <vt:lpstr>主要内容</vt:lpstr>
      <vt:lpstr>1 教材</vt:lpstr>
      <vt:lpstr>1.1 教材－作者</vt:lpstr>
      <vt:lpstr>1.2 教材－作者</vt:lpstr>
      <vt:lpstr>1.3 教材－作者</vt:lpstr>
      <vt:lpstr>1.4 参考教材</vt:lpstr>
      <vt:lpstr>2 为什么要学习宏观经济学？</vt:lpstr>
      <vt:lpstr>3 宏观经济现象鸟瞰</vt:lpstr>
      <vt:lpstr>3.4 中国宏观经济之旅</vt:lpstr>
      <vt:lpstr>3.1  宏观经济现象鸟瞰_实际GDP</vt:lpstr>
      <vt:lpstr>中国实际GDP</vt:lpstr>
      <vt:lpstr>中国实际GDP</vt:lpstr>
      <vt:lpstr>3.2 宏观经济现象鸟瞰－通货膨胀</vt:lpstr>
      <vt:lpstr>中国通货膨胀</vt:lpstr>
      <vt:lpstr>中国经济波动与通货膨胀</vt:lpstr>
      <vt:lpstr>3.3 宏观经济现象鸟瞰－失业</vt:lpstr>
      <vt:lpstr>中国的经济波动与失业</vt:lpstr>
      <vt:lpstr>中国的经济波动与失业</vt:lpstr>
      <vt:lpstr>3.4 美国宏观经济之旅</vt:lpstr>
      <vt:lpstr>3.5 美国实际GDP</vt:lpstr>
      <vt:lpstr>美国实际GDP</vt:lpstr>
      <vt:lpstr>3.6 美国的通货膨胀</vt:lpstr>
      <vt:lpstr>美国的通货膨胀与经济波动</vt:lpstr>
      <vt:lpstr>3.7 美国的失业率</vt:lpstr>
      <vt:lpstr>美国的失业率与经济波动</vt:lpstr>
      <vt:lpstr>美国的失业率与通货膨胀</vt:lpstr>
      <vt:lpstr>3.8 中美经济小结</vt:lpstr>
      <vt:lpstr>4.1 宏观经济学的发展－凯恩斯革命前</vt:lpstr>
      <vt:lpstr>4.2 宏观经济理论的发展－凯恩斯革命</vt:lpstr>
      <vt:lpstr>4.2  凯恩斯主义的发展</vt:lpstr>
      <vt:lpstr>4.2  凯恩斯主义的发展</vt:lpstr>
      <vt:lpstr>4.3 革凯恩斯的命——货币主义</vt:lpstr>
      <vt:lpstr>4.3 革凯恩斯的命——理性预期</vt:lpstr>
      <vt:lpstr>4.3 革凯恩斯的命——理性预期整合</vt:lpstr>
      <vt:lpstr>4.4 宏观经济学当前的发展</vt:lpstr>
      <vt:lpstr>4.4 宏观经济学当前的发展</vt:lpstr>
      <vt:lpstr>4.4 宏观经济学当前的发展</vt:lpstr>
      <vt:lpstr>4.5 宏观经济学发展小结</vt:lpstr>
      <vt:lpstr>5.1 我们的安排——内容安排</vt:lpstr>
      <vt:lpstr>5.2 我们的安排——考试安排</vt:lpstr>
      <vt:lpstr>PowerPoint 演示文稿</vt:lpstr>
    </vt:vector>
  </TitlesOfParts>
  <Company>MC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超然网络服务店 超然网络服务店</cp:lastModifiedBy>
  <cp:revision>218</cp:revision>
  <dcterms:created xsi:type="dcterms:W3CDTF">2004-10-12T17:05:21Z</dcterms:created>
  <dcterms:modified xsi:type="dcterms:W3CDTF">2023-10-24T11:35:43Z</dcterms:modified>
</cp:coreProperties>
</file>