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4578" name="Freeform 2">
            <a:extLst>
              <a:ext uri="{FF2B5EF4-FFF2-40B4-BE49-F238E27FC236}">
                <a16:creationId xmlns:a16="http://schemas.microsoft.com/office/drawing/2014/main" id="{4E505133-A5D7-3D41-CE8D-72D4D61FF32E}"/>
              </a:ext>
            </a:extLst>
          </p:cNvPr>
          <p:cNvSpPr>
            <a:spLocks/>
          </p:cNvSpPr>
          <p:nvPr/>
        </p:nvSpPr>
        <p:spPr bwMode="auto">
          <a:xfrm>
            <a:off x="4760913" y="20638"/>
            <a:ext cx="4438650" cy="4038600"/>
          </a:xfrm>
          <a:custGeom>
            <a:avLst/>
            <a:gdLst>
              <a:gd name="T0" fmla="*/ 23 w 546"/>
              <a:gd name="T1" fmla="*/ 4 h 497"/>
              <a:gd name="T2" fmla="*/ 11 w 546"/>
              <a:gd name="T3" fmla="*/ 71 h 497"/>
              <a:gd name="T4" fmla="*/ 25 w 546"/>
              <a:gd name="T5" fmla="*/ 393 h 497"/>
              <a:gd name="T6" fmla="*/ 54 w 546"/>
              <a:gd name="T7" fmla="*/ 457 h 497"/>
              <a:gd name="T8" fmla="*/ 158 w 546"/>
              <a:gd name="T9" fmla="*/ 482 h 497"/>
              <a:gd name="T10" fmla="*/ 204 w 546"/>
              <a:gd name="T11" fmla="*/ 495 h 497"/>
              <a:gd name="T12" fmla="*/ 520 w 546"/>
              <a:gd name="T13" fmla="*/ 475 h 497"/>
              <a:gd name="T14" fmla="*/ 533 w 546"/>
              <a:gd name="T15" fmla="*/ 167 h 497"/>
              <a:gd name="T16" fmla="*/ 369 w 546"/>
              <a:gd name="T17" fmla="*/ 16 h 497"/>
              <a:gd name="T18" fmla="*/ 249 w 546"/>
              <a:gd name="T19" fmla="*/ 29 h 497"/>
              <a:gd name="T20" fmla="*/ 198 w 546"/>
              <a:gd name="T21" fmla="*/ 11 h 497"/>
              <a:gd name="T22" fmla="*/ 151 w 546"/>
              <a:gd name="T23" fmla="*/ 2 h 497"/>
              <a:gd name="T24" fmla="*/ 23 w 546"/>
              <a:gd name="T25" fmla="*/ 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24579" name="Group 3">
            <a:extLst>
              <a:ext uri="{FF2B5EF4-FFF2-40B4-BE49-F238E27FC236}">
                <a16:creationId xmlns:a16="http://schemas.microsoft.com/office/drawing/2014/main" id="{659F7490-6D41-5691-7AA0-B207B39A1AA6}"/>
              </a:ext>
            </a:extLst>
          </p:cNvPr>
          <p:cNvGrpSpPr>
            <a:grpSpLocks/>
          </p:cNvGrpSpPr>
          <p:nvPr/>
        </p:nvGrpSpPr>
        <p:grpSpPr bwMode="auto">
          <a:xfrm>
            <a:off x="4572000" y="28575"/>
            <a:ext cx="4756150" cy="4338638"/>
            <a:chOff x="2918" y="18"/>
            <a:chExt cx="2958" cy="2699"/>
          </a:xfrm>
        </p:grpSpPr>
        <p:sp>
          <p:nvSpPr>
            <p:cNvPr id="24580" name="Freeform 4">
              <a:extLst>
                <a:ext uri="{FF2B5EF4-FFF2-40B4-BE49-F238E27FC236}">
                  <a16:creationId xmlns:a16="http://schemas.microsoft.com/office/drawing/2014/main" id="{4AB6B26D-622D-3D63-6E2E-BFDE90C9519F}"/>
                </a:ext>
              </a:extLst>
            </p:cNvPr>
            <p:cNvSpPr>
              <a:spLocks/>
            </p:cNvSpPr>
            <p:nvPr/>
          </p:nvSpPr>
          <p:spPr bwMode="auto">
            <a:xfrm>
              <a:off x="3060" y="18"/>
              <a:ext cx="490" cy="187"/>
            </a:xfrm>
            <a:custGeom>
              <a:avLst/>
              <a:gdLst>
                <a:gd name="T0" fmla="*/ 71 w 97"/>
                <a:gd name="T1" fmla="*/ 25 h 37"/>
                <a:gd name="T2" fmla="*/ 91 w 97"/>
                <a:gd name="T3" fmla="*/ 20 h 37"/>
                <a:gd name="T4" fmla="*/ 92 w 97"/>
                <a:gd name="T5" fmla="*/ 17 h 37"/>
                <a:gd name="T6" fmla="*/ 88 w 97"/>
                <a:gd name="T7" fmla="*/ 0 h 37"/>
                <a:gd name="T8" fmla="*/ 25 w 97"/>
                <a:gd name="T9" fmla="*/ 0 h 37"/>
                <a:gd name="T10" fmla="*/ 10 w 97"/>
                <a:gd name="T11" fmla="*/ 22 h 37"/>
                <a:gd name="T12" fmla="*/ 71 w 97"/>
                <a:gd name="T13" fmla="*/ 25 h 37"/>
              </a:gdLst>
              <a:ahLst/>
              <a:cxnLst>
                <a:cxn ang="0">
                  <a:pos x="T0" y="T1"/>
                </a:cxn>
                <a:cxn ang="0">
                  <a:pos x="T2" y="T3"/>
                </a:cxn>
                <a:cxn ang="0">
                  <a:pos x="T4" y="T5"/>
                </a:cxn>
                <a:cxn ang="0">
                  <a:pos x="T6" y="T7"/>
                </a:cxn>
                <a:cxn ang="0">
                  <a:pos x="T8" y="T9"/>
                </a:cxn>
                <a:cxn ang="0">
                  <a:pos x="T10" y="T11"/>
                </a:cxn>
                <a:cxn ang="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1" name="Freeform 5">
              <a:extLst>
                <a:ext uri="{FF2B5EF4-FFF2-40B4-BE49-F238E27FC236}">
                  <a16:creationId xmlns:a16="http://schemas.microsoft.com/office/drawing/2014/main" id="{17065AAC-ADFD-FE80-1ADB-CBB67E4E582F}"/>
                </a:ext>
              </a:extLst>
            </p:cNvPr>
            <p:cNvSpPr>
              <a:spLocks noEditPoints="1"/>
            </p:cNvSpPr>
            <p:nvPr/>
          </p:nvSpPr>
          <p:spPr bwMode="auto">
            <a:xfrm>
              <a:off x="2918" y="18"/>
              <a:ext cx="2958" cy="2699"/>
            </a:xfrm>
            <a:custGeom>
              <a:avLst/>
              <a:gdLst>
                <a:gd name="T0" fmla="*/ 504 w 585"/>
                <a:gd name="T1" fmla="*/ 1 h 534"/>
                <a:gd name="T2" fmla="*/ 157 w 585"/>
                <a:gd name="T3" fmla="*/ 0 h 534"/>
                <a:gd name="T4" fmla="*/ 225 w 585"/>
                <a:gd name="T5" fmla="*/ 21 h 534"/>
                <a:gd name="T6" fmla="*/ 174 w 585"/>
                <a:gd name="T7" fmla="*/ 39 h 534"/>
                <a:gd name="T8" fmla="*/ 207 w 585"/>
                <a:gd name="T9" fmla="*/ 71 h 534"/>
                <a:gd name="T10" fmla="*/ 74 w 585"/>
                <a:gd name="T11" fmla="*/ 60 h 534"/>
                <a:gd name="T12" fmla="*/ 26 w 585"/>
                <a:gd name="T13" fmla="*/ 63 h 534"/>
                <a:gd name="T14" fmla="*/ 199 w 585"/>
                <a:gd name="T15" fmla="*/ 487 h 534"/>
                <a:gd name="T16" fmla="*/ 144 w 585"/>
                <a:gd name="T17" fmla="*/ 341 h 534"/>
                <a:gd name="T18" fmla="*/ 105 w 585"/>
                <a:gd name="T19" fmla="*/ 376 h 534"/>
                <a:gd name="T20" fmla="*/ 94 w 585"/>
                <a:gd name="T21" fmla="*/ 435 h 534"/>
                <a:gd name="T22" fmla="*/ 124 w 585"/>
                <a:gd name="T23" fmla="*/ 265 h 534"/>
                <a:gd name="T24" fmla="*/ 153 w 585"/>
                <a:gd name="T25" fmla="*/ 228 h 534"/>
                <a:gd name="T26" fmla="*/ 209 w 585"/>
                <a:gd name="T27" fmla="*/ 237 h 534"/>
                <a:gd name="T28" fmla="*/ 188 w 585"/>
                <a:gd name="T29" fmla="*/ 306 h 534"/>
                <a:gd name="T30" fmla="*/ 192 w 585"/>
                <a:gd name="T31" fmla="*/ 395 h 534"/>
                <a:gd name="T32" fmla="*/ 515 w 585"/>
                <a:gd name="T33" fmla="*/ 483 h 534"/>
                <a:gd name="T34" fmla="*/ 454 w 585"/>
                <a:gd name="T35" fmla="*/ 427 h 534"/>
                <a:gd name="T36" fmla="*/ 425 w 585"/>
                <a:gd name="T37" fmla="*/ 345 h 534"/>
                <a:gd name="T38" fmla="*/ 396 w 585"/>
                <a:gd name="T39" fmla="*/ 270 h 534"/>
                <a:gd name="T40" fmla="*/ 460 w 585"/>
                <a:gd name="T41" fmla="*/ 256 h 534"/>
                <a:gd name="T42" fmla="*/ 407 w 585"/>
                <a:gd name="T43" fmla="*/ 223 h 534"/>
                <a:gd name="T44" fmla="*/ 439 w 585"/>
                <a:gd name="T45" fmla="*/ 226 h 534"/>
                <a:gd name="T46" fmla="*/ 438 w 585"/>
                <a:gd name="T47" fmla="*/ 209 h 534"/>
                <a:gd name="T48" fmla="*/ 376 w 585"/>
                <a:gd name="T49" fmla="*/ 211 h 534"/>
                <a:gd name="T50" fmla="*/ 357 w 585"/>
                <a:gd name="T51" fmla="*/ 343 h 534"/>
                <a:gd name="T52" fmla="*/ 347 w 585"/>
                <a:gd name="T53" fmla="*/ 230 h 534"/>
                <a:gd name="T54" fmla="*/ 331 w 585"/>
                <a:gd name="T55" fmla="*/ 182 h 534"/>
                <a:gd name="T56" fmla="*/ 347 w 585"/>
                <a:gd name="T57" fmla="*/ 136 h 534"/>
                <a:gd name="T58" fmla="*/ 339 w 585"/>
                <a:gd name="T59" fmla="*/ 99 h 534"/>
                <a:gd name="T60" fmla="*/ 331 w 585"/>
                <a:gd name="T61" fmla="*/ 62 h 534"/>
                <a:gd name="T62" fmla="*/ 369 w 585"/>
                <a:gd name="T63" fmla="*/ 103 h 534"/>
                <a:gd name="T64" fmla="*/ 415 w 585"/>
                <a:gd name="T65" fmla="*/ 47 h 534"/>
                <a:gd name="T66" fmla="*/ 409 w 585"/>
                <a:gd name="T67" fmla="*/ 95 h 534"/>
                <a:gd name="T68" fmla="*/ 401 w 585"/>
                <a:gd name="T69" fmla="*/ 130 h 534"/>
                <a:gd name="T70" fmla="*/ 401 w 585"/>
                <a:gd name="T71" fmla="*/ 181 h 534"/>
                <a:gd name="T72" fmla="*/ 558 w 585"/>
                <a:gd name="T73" fmla="*/ 181 h 534"/>
                <a:gd name="T74" fmla="*/ 554 w 585"/>
                <a:gd name="T75" fmla="*/ 76 h 534"/>
                <a:gd name="T76" fmla="*/ 249 w 585"/>
                <a:gd name="T77" fmla="*/ 69 h 534"/>
                <a:gd name="T78" fmla="*/ 293 w 585"/>
                <a:gd name="T79" fmla="*/ 93 h 534"/>
                <a:gd name="T80" fmla="*/ 171 w 585"/>
                <a:gd name="T81" fmla="*/ 195 h 534"/>
                <a:gd name="T82" fmla="*/ 69 w 585"/>
                <a:gd name="T83" fmla="*/ 98 h 534"/>
                <a:gd name="T84" fmla="*/ 191 w 585"/>
                <a:gd name="T85" fmla="*/ 106 h 534"/>
                <a:gd name="T86" fmla="*/ 220 w 585"/>
                <a:gd name="T87" fmla="*/ 105 h 534"/>
                <a:gd name="T88" fmla="*/ 302 w 585"/>
                <a:gd name="T89" fmla="*/ 121 h 534"/>
                <a:gd name="T90" fmla="*/ 276 w 585"/>
                <a:gd name="T91" fmla="*/ 256 h 534"/>
                <a:gd name="T92" fmla="*/ 260 w 585"/>
                <a:gd name="T93" fmla="*/ 137 h 534"/>
                <a:gd name="T94" fmla="*/ 171 w 585"/>
                <a:gd name="T95" fmla="*/ 195 h 534"/>
                <a:gd name="T96" fmla="*/ 223 w 585"/>
                <a:gd name="T97" fmla="*/ 225 h 534"/>
                <a:gd name="T98" fmla="*/ 247 w 585"/>
                <a:gd name="T99" fmla="*/ 158 h 534"/>
                <a:gd name="T100" fmla="*/ 326 w 585"/>
                <a:gd name="T101" fmla="*/ 292 h 534"/>
                <a:gd name="T102" fmla="*/ 215 w 585"/>
                <a:gd name="T103" fmla="*/ 321 h 534"/>
                <a:gd name="T104" fmla="*/ 309 w 585"/>
                <a:gd name="T105" fmla="*/ 277 h 534"/>
                <a:gd name="T106" fmla="*/ 318 w 585"/>
                <a:gd name="T107" fmla="*/ 133 h 534"/>
                <a:gd name="T108" fmla="*/ 313 w 585"/>
                <a:gd name="T109" fmla="*/ 213 h 534"/>
                <a:gd name="T110" fmla="*/ 299 w 585"/>
                <a:gd name="T111" fmla="*/ 144 h 534"/>
                <a:gd name="T112" fmla="*/ 507 w 585"/>
                <a:gd name="T113" fmla="*/ 179 h 534"/>
                <a:gd name="T114" fmla="*/ 461 w 585"/>
                <a:gd name="T115" fmla="*/ 162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2" name="Freeform 6">
              <a:extLst>
                <a:ext uri="{FF2B5EF4-FFF2-40B4-BE49-F238E27FC236}">
                  <a16:creationId xmlns:a16="http://schemas.microsoft.com/office/drawing/2014/main" id="{A8927D99-8FB1-1905-82A0-D0B3DC698BAF}"/>
                </a:ext>
              </a:extLst>
            </p:cNvPr>
            <p:cNvSpPr>
              <a:spLocks/>
            </p:cNvSpPr>
            <p:nvPr/>
          </p:nvSpPr>
          <p:spPr bwMode="auto">
            <a:xfrm>
              <a:off x="3621" y="1287"/>
              <a:ext cx="238" cy="283"/>
            </a:xfrm>
            <a:custGeom>
              <a:avLst/>
              <a:gdLst>
                <a:gd name="T0" fmla="*/ 40 w 47"/>
                <a:gd name="T1" fmla="*/ 15 h 56"/>
                <a:gd name="T2" fmla="*/ 27 w 47"/>
                <a:gd name="T3" fmla="*/ 56 h 56"/>
                <a:gd name="T4" fmla="*/ 40 w 47"/>
                <a:gd name="T5" fmla="*/ 15 h 56"/>
              </a:gdLst>
              <a:ahLst/>
              <a:cxnLst>
                <a:cxn ang="0">
                  <a:pos x="T0" y="T1"/>
                </a:cxn>
                <a:cxn ang="0">
                  <a:pos x="T2" y="T3"/>
                </a:cxn>
                <a:cxn ang="0">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3" name="Freeform 7">
              <a:extLst>
                <a:ext uri="{FF2B5EF4-FFF2-40B4-BE49-F238E27FC236}">
                  <a16:creationId xmlns:a16="http://schemas.microsoft.com/office/drawing/2014/main" id="{DCE7FDB0-FCA2-0D50-5EA8-32CC1B6EE1B7}"/>
                </a:ext>
              </a:extLst>
            </p:cNvPr>
            <p:cNvSpPr>
              <a:spLocks/>
            </p:cNvSpPr>
            <p:nvPr/>
          </p:nvSpPr>
          <p:spPr bwMode="auto">
            <a:xfrm>
              <a:off x="3403" y="1403"/>
              <a:ext cx="208" cy="379"/>
            </a:xfrm>
            <a:custGeom>
              <a:avLst/>
              <a:gdLst>
                <a:gd name="T0" fmla="*/ 19 w 41"/>
                <a:gd name="T1" fmla="*/ 27 h 75"/>
                <a:gd name="T2" fmla="*/ 12 w 41"/>
                <a:gd name="T3" fmla="*/ 69 h 75"/>
                <a:gd name="T4" fmla="*/ 40 w 41"/>
                <a:gd name="T5" fmla="*/ 45 h 75"/>
                <a:gd name="T6" fmla="*/ 37 w 41"/>
                <a:gd name="T7" fmla="*/ 24 h 75"/>
                <a:gd name="T8" fmla="*/ 19 w 41"/>
                <a:gd name="T9" fmla="*/ 27 h 75"/>
              </a:gdLst>
              <a:ahLst/>
              <a:cxnLst>
                <a:cxn ang="0">
                  <a:pos x="T0" y="T1"/>
                </a:cxn>
                <a:cxn ang="0">
                  <a:pos x="T2" y="T3"/>
                </a:cxn>
                <a:cxn ang="0">
                  <a:pos x="T4" y="T5"/>
                </a:cxn>
                <a:cxn ang="0">
                  <a:pos x="T6" y="T7"/>
                </a:cxn>
                <a:cxn ang="0">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4" name="Freeform 8">
              <a:extLst>
                <a:ext uri="{FF2B5EF4-FFF2-40B4-BE49-F238E27FC236}">
                  <a16:creationId xmlns:a16="http://schemas.microsoft.com/office/drawing/2014/main" id="{C2CF8812-9D53-E21B-B506-0D163C9915BA}"/>
                </a:ext>
              </a:extLst>
            </p:cNvPr>
            <p:cNvSpPr>
              <a:spLocks/>
            </p:cNvSpPr>
            <p:nvPr/>
          </p:nvSpPr>
          <p:spPr bwMode="auto">
            <a:xfrm>
              <a:off x="3272" y="645"/>
              <a:ext cx="683" cy="318"/>
            </a:xfrm>
            <a:custGeom>
              <a:avLst/>
              <a:gdLst>
                <a:gd name="T0" fmla="*/ 112 w 135"/>
                <a:gd name="T1" fmla="*/ 4 h 63"/>
                <a:gd name="T2" fmla="*/ 24 w 135"/>
                <a:gd name="T3" fmla="*/ 4 h 63"/>
                <a:gd name="T4" fmla="*/ 2 w 135"/>
                <a:gd name="T5" fmla="*/ 25 h 63"/>
                <a:gd name="T6" fmla="*/ 60 w 135"/>
                <a:gd name="T7" fmla="*/ 58 h 63"/>
                <a:gd name="T8" fmla="*/ 96 w 135"/>
                <a:gd name="T9" fmla="*/ 54 h 63"/>
                <a:gd name="T10" fmla="*/ 113 w 135"/>
                <a:gd name="T11" fmla="*/ 53 h 63"/>
                <a:gd name="T12" fmla="*/ 112 w 135"/>
                <a:gd name="T13" fmla="*/ 4 h 63"/>
              </a:gdLst>
              <a:ahLst/>
              <a:cxnLst>
                <a:cxn ang="0">
                  <a:pos x="T0" y="T1"/>
                </a:cxn>
                <a:cxn ang="0">
                  <a:pos x="T2" y="T3"/>
                </a:cxn>
                <a:cxn ang="0">
                  <a:pos x="T4" y="T5"/>
                </a:cxn>
                <a:cxn ang="0">
                  <a:pos x="T6" y="T7"/>
                </a:cxn>
                <a:cxn ang="0">
                  <a:pos x="T8" y="T9"/>
                </a:cxn>
                <a:cxn ang="0">
                  <a:pos x="T10" y="T11"/>
                </a:cxn>
                <a:cxn ang="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5" name="Freeform 9">
              <a:extLst>
                <a:ext uri="{FF2B5EF4-FFF2-40B4-BE49-F238E27FC236}">
                  <a16:creationId xmlns:a16="http://schemas.microsoft.com/office/drawing/2014/main" id="{2935ACB3-7826-E8DC-ECCF-65DE2A5E1FD9}"/>
                </a:ext>
              </a:extLst>
            </p:cNvPr>
            <p:cNvSpPr>
              <a:spLocks/>
            </p:cNvSpPr>
            <p:nvPr/>
          </p:nvSpPr>
          <p:spPr bwMode="auto">
            <a:xfrm>
              <a:off x="4046" y="1545"/>
              <a:ext cx="490" cy="515"/>
            </a:xfrm>
            <a:custGeom>
              <a:avLst/>
              <a:gdLst>
                <a:gd name="T0" fmla="*/ 67 w 97"/>
                <a:gd name="T1" fmla="*/ 5 h 102"/>
                <a:gd name="T2" fmla="*/ 31 w 97"/>
                <a:gd name="T3" fmla="*/ 5 h 102"/>
                <a:gd name="T4" fmla="*/ 12 w 97"/>
                <a:gd name="T5" fmla="*/ 57 h 102"/>
                <a:gd name="T6" fmla="*/ 79 w 97"/>
                <a:gd name="T7" fmla="*/ 62 h 102"/>
                <a:gd name="T8" fmla="*/ 67 w 97"/>
                <a:gd name="T9" fmla="*/ 5 h 102"/>
              </a:gdLst>
              <a:ahLst/>
              <a:cxnLst>
                <a:cxn ang="0">
                  <a:pos x="T0" y="T1"/>
                </a:cxn>
                <a:cxn ang="0">
                  <a:pos x="T2" y="T3"/>
                </a:cxn>
                <a:cxn ang="0">
                  <a:pos x="T4" y="T5"/>
                </a:cxn>
                <a:cxn ang="0">
                  <a:pos x="T6" y="T7"/>
                </a:cxn>
                <a:cxn ang="0">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6" name="Freeform 10">
              <a:extLst>
                <a:ext uri="{FF2B5EF4-FFF2-40B4-BE49-F238E27FC236}">
                  <a16:creationId xmlns:a16="http://schemas.microsoft.com/office/drawing/2014/main" id="{C4DF4D55-A008-008C-4D81-6958558A5E75}"/>
                </a:ext>
              </a:extLst>
            </p:cNvPr>
            <p:cNvSpPr>
              <a:spLocks/>
            </p:cNvSpPr>
            <p:nvPr/>
          </p:nvSpPr>
          <p:spPr bwMode="auto">
            <a:xfrm>
              <a:off x="5173" y="1024"/>
              <a:ext cx="501" cy="96"/>
            </a:xfrm>
            <a:custGeom>
              <a:avLst/>
              <a:gdLst>
                <a:gd name="T0" fmla="*/ 15 w 99"/>
                <a:gd name="T1" fmla="*/ 0 h 19"/>
                <a:gd name="T2" fmla="*/ 40 w 99"/>
                <a:gd name="T3" fmla="*/ 15 h 19"/>
                <a:gd name="T4" fmla="*/ 15 w 99"/>
                <a:gd name="T5" fmla="*/ 0 h 19"/>
              </a:gdLst>
              <a:ahLst/>
              <a:cxnLst>
                <a:cxn ang="0">
                  <a:pos x="T0" y="T1"/>
                </a:cxn>
                <a:cxn ang="0">
                  <a:pos x="T2" y="T3"/>
                </a:cxn>
                <a:cxn ang="0">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7" name="Freeform 11">
              <a:extLst>
                <a:ext uri="{FF2B5EF4-FFF2-40B4-BE49-F238E27FC236}">
                  <a16:creationId xmlns:a16="http://schemas.microsoft.com/office/drawing/2014/main" id="{3D55AC26-C866-C73B-FFFE-69B52FEEFCB7}"/>
                </a:ext>
              </a:extLst>
            </p:cNvPr>
            <p:cNvSpPr>
              <a:spLocks/>
            </p:cNvSpPr>
            <p:nvPr/>
          </p:nvSpPr>
          <p:spPr bwMode="auto">
            <a:xfrm>
              <a:off x="5340" y="1004"/>
              <a:ext cx="385" cy="237"/>
            </a:xfrm>
            <a:custGeom>
              <a:avLst/>
              <a:gdLst>
                <a:gd name="T0" fmla="*/ 21 w 76"/>
                <a:gd name="T1" fmla="*/ 37 h 47"/>
                <a:gd name="T2" fmla="*/ 70 w 76"/>
                <a:gd name="T3" fmla="*/ 17 h 47"/>
                <a:gd name="T4" fmla="*/ 48 w 76"/>
                <a:gd name="T5" fmla="*/ 3 h 47"/>
                <a:gd name="T6" fmla="*/ 19 w 76"/>
                <a:gd name="T7" fmla="*/ 32 h 47"/>
                <a:gd name="T8" fmla="*/ 21 w 76"/>
                <a:gd name="T9" fmla="*/ 37 h 47"/>
              </a:gdLst>
              <a:ahLst/>
              <a:cxnLst>
                <a:cxn ang="0">
                  <a:pos x="T0" y="T1"/>
                </a:cxn>
                <a:cxn ang="0">
                  <a:pos x="T2" y="T3"/>
                </a:cxn>
                <a:cxn ang="0">
                  <a:pos x="T4" y="T5"/>
                </a:cxn>
                <a:cxn ang="0">
                  <a:pos x="T6" y="T7"/>
                </a:cxn>
                <a:cxn ang="0">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8" name="Freeform 12">
              <a:extLst>
                <a:ext uri="{FF2B5EF4-FFF2-40B4-BE49-F238E27FC236}">
                  <a16:creationId xmlns:a16="http://schemas.microsoft.com/office/drawing/2014/main" id="{B0A5EB41-037A-C2B9-739F-EC5E1FD1F2EA}"/>
                </a:ext>
              </a:extLst>
            </p:cNvPr>
            <p:cNvSpPr>
              <a:spLocks/>
            </p:cNvSpPr>
            <p:nvPr/>
          </p:nvSpPr>
          <p:spPr bwMode="auto">
            <a:xfrm>
              <a:off x="5325" y="1201"/>
              <a:ext cx="415" cy="187"/>
            </a:xfrm>
            <a:custGeom>
              <a:avLst/>
              <a:gdLst>
                <a:gd name="T0" fmla="*/ 72 w 82"/>
                <a:gd name="T1" fmla="*/ 6 h 37"/>
                <a:gd name="T2" fmla="*/ 24 w 82"/>
                <a:gd name="T3" fmla="*/ 17 h 37"/>
                <a:gd name="T4" fmla="*/ 17 w 82"/>
                <a:gd name="T5" fmla="*/ 26 h 37"/>
                <a:gd name="T6" fmla="*/ 76 w 82"/>
                <a:gd name="T7" fmla="*/ 23 h 37"/>
                <a:gd name="T8" fmla="*/ 82 w 82"/>
                <a:gd name="T9" fmla="*/ 20 h 37"/>
                <a:gd name="T10" fmla="*/ 82 w 82"/>
                <a:gd name="T11" fmla="*/ 0 h 37"/>
                <a:gd name="T12" fmla="*/ 72 w 82"/>
                <a:gd name="T13" fmla="*/ 6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89" name="Freeform 13">
              <a:extLst>
                <a:ext uri="{FF2B5EF4-FFF2-40B4-BE49-F238E27FC236}">
                  <a16:creationId xmlns:a16="http://schemas.microsoft.com/office/drawing/2014/main" id="{91D2B445-368C-BE15-9059-3D8F95E921DC}"/>
                </a:ext>
              </a:extLst>
            </p:cNvPr>
            <p:cNvSpPr>
              <a:spLocks/>
            </p:cNvSpPr>
            <p:nvPr/>
          </p:nvSpPr>
          <p:spPr bwMode="auto">
            <a:xfrm>
              <a:off x="5001" y="1378"/>
              <a:ext cx="698" cy="167"/>
            </a:xfrm>
            <a:custGeom>
              <a:avLst/>
              <a:gdLst>
                <a:gd name="T0" fmla="*/ 21 w 138"/>
                <a:gd name="T1" fmla="*/ 1 h 33"/>
                <a:gd name="T2" fmla="*/ 8 w 138"/>
                <a:gd name="T3" fmla="*/ 14 h 33"/>
                <a:gd name="T4" fmla="*/ 57 w 138"/>
                <a:gd name="T5" fmla="*/ 22 h 33"/>
                <a:gd name="T6" fmla="*/ 117 w 138"/>
                <a:gd name="T7" fmla="*/ 23 h 33"/>
                <a:gd name="T8" fmla="*/ 114 w 138"/>
                <a:gd name="T9" fmla="*/ 8 h 33"/>
                <a:gd name="T10" fmla="*/ 82 w 138"/>
                <a:gd name="T11" fmla="*/ 3 h 33"/>
                <a:gd name="T12" fmla="*/ 21 w 138"/>
                <a:gd name="T13" fmla="*/ 1 h 33"/>
              </a:gdLst>
              <a:ahLst/>
              <a:cxnLst>
                <a:cxn ang="0">
                  <a:pos x="T0" y="T1"/>
                </a:cxn>
                <a:cxn ang="0">
                  <a:pos x="T2" y="T3"/>
                </a:cxn>
                <a:cxn ang="0">
                  <a:pos x="T4" y="T5"/>
                </a:cxn>
                <a:cxn ang="0">
                  <a:pos x="T6" y="T7"/>
                </a:cxn>
                <a:cxn ang="0">
                  <a:pos x="T8" y="T9"/>
                </a:cxn>
                <a:cxn ang="0">
                  <a:pos x="T10" y="T11"/>
                </a:cxn>
                <a:cxn ang="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90" name="Freeform 14">
              <a:extLst>
                <a:ext uri="{FF2B5EF4-FFF2-40B4-BE49-F238E27FC236}">
                  <a16:creationId xmlns:a16="http://schemas.microsoft.com/office/drawing/2014/main" id="{3F92C389-3959-82F3-07BB-99E6DBBBBD42}"/>
                </a:ext>
              </a:extLst>
            </p:cNvPr>
            <p:cNvSpPr>
              <a:spLocks/>
            </p:cNvSpPr>
            <p:nvPr/>
          </p:nvSpPr>
          <p:spPr bwMode="auto">
            <a:xfrm>
              <a:off x="5077" y="1540"/>
              <a:ext cx="567" cy="146"/>
            </a:xfrm>
            <a:custGeom>
              <a:avLst/>
              <a:gdLst>
                <a:gd name="T0" fmla="*/ 98 w 112"/>
                <a:gd name="T1" fmla="*/ 19 h 29"/>
                <a:gd name="T2" fmla="*/ 103 w 112"/>
                <a:gd name="T3" fmla="*/ 4 h 29"/>
                <a:gd name="T4" fmla="*/ 74 w 112"/>
                <a:gd name="T5" fmla="*/ 10 h 29"/>
                <a:gd name="T6" fmla="*/ 36 w 112"/>
                <a:gd name="T7" fmla="*/ 6 h 29"/>
                <a:gd name="T8" fmla="*/ 2 w 112"/>
                <a:gd name="T9" fmla="*/ 4 h 29"/>
                <a:gd name="T10" fmla="*/ 98 w 112"/>
                <a:gd name="T11" fmla="*/ 19 h 29"/>
              </a:gdLst>
              <a:ahLst/>
              <a:cxnLst>
                <a:cxn ang="0">
                  <a:pos x="T0" y="T1"/>
                </a:cxn>
                <a:cxn ang="0">
                  <a:pos x="T2" y="T3"/>
                </a:cxn>
                <a:cxn ang="0">
                  <a:pos x="T4" y="T5"/>
                </a:cxn>
                <a:cxn ang="0">
                  <a:pos x="T6" y="T7"/>
                </a:cxn>
                <a:cxn ang="0">
                  <a:pos x="T8" y="T9"/>
                </a:cxn>
                <a:cxn ang="0">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91" name="Freeform 15">
              <a:extLst>
                <a:ext uri="{FF2B5EF4-FFF2-40B4-BE49-F238E27FC236}">
                  <a16:creationId xmlns:a16="http://schemas.microsoft.com/office/drawing/2014/main" id="{97AFDB39-CD8A-F4B9-B8DC-8795661AC506}"/>
                </a:ext>
              </a:extLst>
            </p:cNvPr>
            <p:cNvSpPr>
              <a:spLocks/>
            </p:cNvSpPr>
            <p:nvPr/>
          </p:nvSpPr>
          <p:spPr bwMode="auto">
            <a:xfrm>
              <a:off x="5042" y="1656"/>
              <a:ext cx="581" cy="480"/>
            </a:xfrm>
            <a:custGeom>
              <a:avLst/>
              <a:gdLst>
                <a:gd name="T0" fmla="*/ 3 w 115"/>
                <a:gd name="T1" fmla="*/ 53 h 95"/>
                <a:gd name="T2" fmla="*/ 26 w 115"/>
                <a:gd name="T3" fmla="*/ 54 h 95"/>
                <a:gd name="T4" fmla="*/ 50 w 115"/>
                <a:gd name="T5" fmla="*/ 77 h 95"/>
                <a:gd name="T6" fmla="*/ 59 w 115"/>
                <a:gd name="T7" fmla="*/ 84 h 95"/>
                <a:gd name="T8" fmla="*/ 81 w 115"/>
                <a:gd name="T9" fmla="*/ 52 h 95"/>
                <a:gd name="T10" fmla="*/ 111 w 115"/>
                <a:gd name="T11" fmla="*/ 52 h 95"/>
                <a:gd name="T12" fmla="*/ 79 w 115"/>
                <a:gd name="T13" fmla="*/ 27 h 95"/>
                <a:gd name="T14" fmla="*/ 37 w 115"/>
                <a:gd name="T15" fmla="*/ 16 h 95"/>
                <a:gd name="T16" fmla="*/ 12 w 115"/>
                <a:gd name="T17" fmla="*/ 41 h 95"/>
                <a:gd name="T18" fmla="*/ 3 w 115"/>
                <a:gd name="T19" fmla="*/ 5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92" name="Freeform 16">
              <a:extLst>
                <a:ext uri="{FF2B5EF4-FFF2-40B4-BE49-F238E27FC236}">
                  <a16:creationId xmlns:a16="http://schemas.microsoft.com/office/drawing/2014/main" id="{B367FA96-1F78-336B-6D6F-3832EEADB2EC}"/>
                </a:ext>
              </a:extLst>
            </p:cNvPr>
            <p:cNvSpPr>
              <a:spLocks/>
            </p:cNvSpPr>
            <p:nvPr/>
          </p:nvSpPr>
          <p:spPr bwMode="auto">
            <a:xfrm>
              <a:off x="5421" y="1464"/>
              <a:ext cx="329" cy="854"/>
            </a:xfrm>
            <a:custGeom>
              <a:avLst/>
              <a:gdLst>
                <a:gd name="T0" fmla="*/ 51 w 65"/>
                <a:gd name="T1" fmla="*/ 40 h 169"/>
                <a:gd name="T2" fmla="*/ 22 w 65"/>
                <a:gd name="T3" fmla="*/ 49 h 169"/>
                <a:gd name="T4" fmla="*/ 22 w 65"/>
                <a:gd name="T5" fmla="*/ 59 h 169"/>
                <a:gd name="T6" fmla="*/ 50 w 65"/>
                <a:gd name="T7" fmla="*/ 90 h 169"/>
                <a:gd name="T8" fmla="*/ 34 w 65"/>
                <a:gd name="T9" fmla="*/ 118 h 169"/>
                <a:gd name="T10" fmla="*/ 0 w 65"/>
                <a:gd name="T11" fmla="*/ 148 h 169"/>
                <a:gd name="T12" fmla="*/ 17 w 65"/>
                <a:gd name="T13" fmla="*/ 155 h 169"/>
                <a:gd name="T14" fmla="*/ 47 w 65"/>
                <a:gd name="T15" fmla="*/ 166 h 169"/>
                <a:gd name="T16" fmla="*/ 63 w 65"/>
                <a:gd name="T17" fmla="*/ 162 h 169"/>
                <a:gd name="T18" fmla="*/ 65 w 65"/>
                <a:gd name="T19" fmla="*/ 0 h 169"/>
                <a:gd name="T20" fmla="*/ 51 w 65"/>
                <a:gd name="T21" fmla="*/ 4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4593" name="Group 17">
            <a:extLst>
              <a:ext uri="{FF2B5EF4-FFF2-40B4-BE49-F238E27FC236}">
                <a16:creationId xmlns:a16="http://schemas.microsoft.com/office/drawing/2014/main" id="{3BE165AB-2343-E2C9-92D1-F6D094D1D4DC}"/>
              </a:ext>
            </a:extLst>
          </p:cNvPr>
          <p:cNvGrpSpPr>
            <a:grpSpLocks/>
          </p:cNvGrpSpPr>
          <p:nvPr/>
        </p:nvGrpSpPr>
        <p:grpSpPr bwMode="auto">
          <a:xfrm>
            <a:off x="554038" y="36513"/>
            <a:ext cx="7891462" cy="6821487"/>
            <a:chOff x="349" y="23"/>
            <a:chExt cx="4971" cy="4297"/>
          </a:xfrm>
        </p:grpSpPr>
        <p:sp>
          <p:nvSpPr>
            <p:cNvPr id="24594" name="Rectangle 18">
              <a:extLst>
                <a:ext uri="{FF2B5EF4-FFF2-40B4-BE49-F238E27FC236}">
                  <a16:creationId xmlns:a16="http://schemas.microsoft.com/office/drawing/2014/main" id="{256AD318-8337-966F-35BF-7F3CA676388E}"/>
                </a:ext>
              </a:extLst>
            </p:cNvPr>
            <p:cNvSpPr>
              <a:spLocks noChangeArrowheads="1"/>
            </p:cNvSpPr>
            <p:nvPr/>
          </p:nvSpPr>
          <p:spPr bwMode="auto">
            <a:xfrm>
              <a:off x="384"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595" name="Freeform 19">
              <a:extLst>
                <a:ext uri="{FF2B5EF4-FFF2-40B4-BE49-F238E27FC236}">
                  <a16:creationId xmlns:a16="http://schemas.microsoft.com/office/drawing/2014/main" id="{538E6C8D-5944-AF1A-2994-446B6276D921}"/>
                </a:ext>
              </a:extLst>
            </p:cNvPr>
            <p:cNvSpPr>
              <a:spLocks noEditPoints="1"/>
            </p:cNvSpPr>
            <p:nvPr/>
          </p:nvSpPr>
          <p:spPr bwMode="auto">
            <a:xfrm>
              <a:off x="384"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96" name="Freeform 20">
              <a:extLst>
                <a:ext uri="{FF2B5EF4-FFF2-40B4-BE49-F238E27FC236}">
                  <a16:creationId xmlns:a16="http://schemas.microsoft.com/office/drawing/2014/main" id="{95EB3278-6D47-9D40-8B92-828F3E0ADC43}"/>
                </a:ext>
              </a:extLst>
            </p:cNvPr>
            <p:cNvSpPr>
              <a:spLocks noEditPoints="1"/>
            </p:cNvSpPr>
            <p:nvPr/>
          </p:nvSpPr>
          <p:spPr bwMode="auto">
            <a:xfrm>
              <a:off x="384"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97" name="Freeform 21">
              <a:extLst>
                <a:ext uri="{FF2B5EF4-FFF2-40B4-BE49-F238E27FC236}">
                  <a16:creationId xmlns:a16="http://schemas.microsoft.com/office/drawing/2014/main" id="{A6215797-C7F8-E1A6-51D8-90FE080ECD59}"/>
                </a:ext>
              </a:extLst>
            </p:cNvPr>
            <p:cNvSpPr>
              <a:spLocks noEditPoints="1"/>
            </p:cNvSpPr>
            <p:nvPr/>
          </p:nvSpPr>
          <p:spPr bwMode="auto">
            <a:xfrm>
              <a:off x="384"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98" name="Freeform 22">
              <a:extLst>
                <a:ext uri="{FF2B5EF4-FFF2-40B4-BE49-F238E27FC236}">
                  <a16:creationId xmlns:a16="http://schemas.microsoft.com/office/drawing/2014/main" id="{D963C382-F2D3-3E3A-901D-006ADEFB1EB1}"/>
                </a:ext>
              </a:extLst>
            </p:cNvPr>
            <p:cNvSpPr>
              <a:spLocks noEditPoints="1"/>
            </p:cNvSpPr>
            <p:nvPr/>
          </p:nvSpPr>
          <p:spPr bwMode="auto">
            <a:xfrm>
              <a:off x="384"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599" name="Freeform 23">
              <a:extLst>
                <a:ext uri="{FF2B5EF4-FFF2-40B4-BE49-F238E27FC236}">
                  <a16:creationId xmlns:a16="http://schemas.microsoft.com/office/drawing/2014/main" id="{01CCC2F1-0BEB-ABF9-9CBF-12EDF61F0EDB}"/>
                </a:ext>
              </a:extLst>
            </p:cNvPr>
            <p:cNvSpPr>
              <a:spLocks noEditPoints="1"/>
            </p:cNvSpPr>
            <p:nvPr/>
          </p:nvSpPr>
          <p:spPr bwMode="auto">
            <a:xfrm>
              <a:off x="384"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00" name="Freeform 24">
              <a:extLst>
                <a:ext uri="{FF2B5EF4-FFF2-40B4-BE49-F238E27FC236}">
                  <a16:creationId xmlns:a16="http://schemas.microsoft.com/office/drawing/2014/main" id="{B244F187-BC15-E0B0-BD72-9A81B8B08EAA}"/>
                </a:ext>
              </a:extLst>
            </p:cNvPr>
            <p:cNvSpPr>
              <a:spLocks noEditPoints="1"/>
            </p:cNvSpPr>
            <p:nvPr/>
          </p:nvSpPr>
          <p:spPr bwMode="auto">
            <a:xfrm>
              <a:off x="384"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01" name="Freeform 25">
              <a:extLst>
                <a:ext uri="{FF2B5EF4-FFF2-40B4-BE49-F238E27FC236}">
                  <a16:creationId xmlns:a16="http://schemas.microsoft.com/office/drawing/2014/main" id="{74DDAE3D-5941-BC0B-A6CE-0E5CBBCE7449}"/>
                </a:ext>
              </a:extLst>
            </p:cNvPr>
            <p:cNvSpPr>
              <a:spLocks noEditPoints="1"/>
            </p:cNvSpPr>
            <p:nvPr/>
          </p:nvSpPr>
          <p:spPr bwMode="auto">
            <a:xfrm>
              <a:off x="384"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02" name="Freeform 26">
              <a:extLst>
                <a:ext uri="{FF2B5EF4-FFF2-40B4-BE49-F238E27FC236}">
                  <a16:creationId xmlns:a16="http://schemas.microsoft.com/office/drawing/2014/main" id="{C809BFA3-B8C7-F945-ECFD-8C76CB417405}"/>
                </a:ext>
              </a:extLst>
            </p:cNvPr>
            <p:cNvSpPr>
              <a:spLocks noEditPoints="1"/>
            </p:cNvSpPr>
            <p:nvPr/>
          </p:nvSpPr>
          <p:spPr bwMode="auto">
            <a:xfrm>
              <a:off x="384"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03" name="Freeform 27">
              <a:extLst>
                <a:ext uri="{FF2B5EF4-FFF2-40B4-BE49-F238E27FC236}">
                  <a16:creationId xmlns:a16="http://schemas.microsoft.com/office/drawing/2014/main" id="{365A9CC6-2697-6B89-8559-851E20D6286F}"/>
                </a:ext>
              </a:extLst>
            </p:cNvPr>
            <p:cNvSpPr>
              <a:spLocks noEditPoints="1"/>
            </p:cNvSpPr>
            <p:nvPr/>
          </p:nvSpPr>
          <p:spPr bwMode="auto">
            <a:xfrm>
              <a:off x="384"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04" name="Freeform 28">
              <a:extLst>
                <a:ext uri="{FF2B5EF4-FFF2-40B4-BE49-F238E27FC236}">
                  <a16:creationId xmlns:a16="http://schemas.microsoft.com/office/drawing/2014/main" id="{B38B1CBA-F115-9D00-8665-A43421592BBC}"/>
                </a:ext>
              </a:extLst>
            </p:cNvPr>
            <p:cNvSpPr>
              <a:spLocks noEditPoints="1"/>
            </p:cNvSpPr>
            <p:nvPr/>
          </p:nvSpPr>
          <p:spPr bwMode="auto">
            <a:xfrm>
              <a:off x="384"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05" name="Rectangle 29">
              <a:extLst>
                <a:ext uri="{FF2B5EF4-FFF2-40B4-BE49-F238E27FC236}">
                  <a16:creationId xmlns:a16="http://schemas.microsoft.com/office/drawing/2014/main" id="{5B1ACBD5-4958-77F4-7FB5-182D95654697}"/>
                </a:ext>
              </a:extLst>
            </p:cNvPr>
            <p:cNvSpPr>
              <a:spLocks noChangeArrowheads="1"/>
            </p:cNvSpPr>
            <p:nvPr/>
          </p:nvSpPr>
          <p:spPr bwMode="auto">
            <a:xfrm>
              <a:off x="384"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06" name="Rectangle 30">
              <a:extLst>
                <a:ext uri="{FF2B5EF4-FFF2-40B4-BE49-F238E27FC236}">
                  <a16:creationId xmlns:a16="http://schemas.microsoft.com/office/drawing/2014/main" id="{4FEBA4E5-3ED8-6D5F-3F44-787546CBECCC}"/>
                </a:ext>
              </a:extLst>
            </p:cNvPr>
            <p:cNvSpPr>
              <a:spLocks noChangeArrowheads="1"/>
            </p:cNvSpPr>
            <p:nvPr/>
          </p:nvSpPr>
          <p:spPr bwMode="auto">
            <a:xfrm>
              <a:off x="829"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07" name="Freeform 31">
              <a:extLst>
                <a:ext uri="{FF2B5EF4-FFF2-40B4-BE49-F238E27FC236}">
                  <a16:creationId xmlns:a16="http://schemas.microsoft.com/office/drawing/2014/main" id="{D50F0C9D-808B-76DD-4192-9A0B60209B64}"/>
                </a:ext>
              </a:extLst>
            </p:cNvPr>
            <p:cNvSpPr>
              <a:spLocks noEditPoints="1"/>
            </p:cNvSpPr>
            <p:nvPr/>
          </p:nvSpPr>
          <p:spPr bwMode="auto">
            <a:xfrm>
              <a:off x="82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08" name="Freeform 32">
              <a:extLst>
                <a:ext uri="{FF2B5EF4-FFF2-40B4-BE49-F238E27FC236}">
                  <a16:creationId xmlns:a16="http://schemas.microsoft.com/office/drawing/2014/main" id="{A6037C2A-F5C6-6127-DBA9-D1427AA32480}"/>
                </a:ext>
              </a:extLst>
            </p:cNvPr>
            <p:cNvSpPr>
              <a:spLocks noEditPoints="1"/>
            </p:cNvSpPr>
            <p:nvPr/>
          </p:nvSpPr>
          <p:spPr bwMode="auto">
            <a:xfrm>
              <a:off x="82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09" name="Freeform 33">
              <a:extLst>
                <a:ext uri="{FF2B5EF4-FFF2-40B4-BE49-F238E27FC236}">
                  <a16:creationId xmlns:a16="http://schemas.microsoft.com/office/drawing/2014/main" id="{970E1523-D27F-FACF-9BF4-6E95BB9E6038}"/>
                </a:ext>
              </a:extLst>
            </p:cNvPr>
            <p:cNvSpPr>
              <a:spLocks noEditPoints="1"/>
            </p:cNvSpPr>
            <p:nvPr/>
          </p:nvSpPr>
          <p:spPr bwMode="auto">
            <a:xfrm>
              <a:off x="82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10" name="Freeform 34">
              <a:extLst>
                <a:ext uri="{FF2B5EF4-FFF2-40B4-BE49-F238E27FC236}">
                  <a16:creationId xmlns:a16="http://schemas.microsoft.com/office/drawing/2014/main" id="{2A9C1870-9F6B-79ED-169F-F2BC5B8BF97D}"/>
                </a:ext>
              </a:extLst>
            </p:cNvPr>
            <p:cNvSpPr>
              <a:spLocks noEditPoints="1"/>
            </p:cNvSpPr>
            <p:nvPr/>
          </p:nvSpPr>
          <p:spPr bwMode="auto">
            <a:xfrm>
              <a:off x="82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11" name="Freeform 35">
              <a:extLst>
                <a:ext uri="{FF2B5EF4-FFF2-40B4-BE49-F238E27FC236}">
                  <a16:creationId xmlns:a16="http://schemas.microsoft.com/office/drawing/2014/main" id="{4A76EFA2-E58C-5043-97DE-DC200490A452}"/>
                </a:ext>
              </a:extLst>
            </p:cNvPr>
            <p:cNvSpPr>
              <a:spLocks noEditPoints="1"/>
            </p:cNvSpPr>
            <p:nvPr/>
          </p:nvSpPr>
          <p:spPr bwMode="auto">
            <a:xfrm>
              <a:off x="82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12" name="Freeform 36">
              <a:extLst>
                <a:ext uri="{FF2B5EF4-FFF2-40B4-BE49-F238E27FC236}">
                  <a16:creationId xmlns:a16="http://schemas.microsoft.com/office/drawing/2014/main" id="{06C29C7D-E7D4-4845-3D57-7B2D426B9FDD}"/>
                </a:ext>
              </a:extLst>
            </p:cNvPr>
            <p:cNvSpPr>
              <a:spLocks noEditPoints="1"/>
            </p:cNvSpPr>
            <p:nvPr/>
          </p:nvSpPr>
          <p:spPr bwMode="auto">
            <a:xfrm>
              <a:off x="82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13" name="Freeform 37">
              <a:extLst>
                <a:ext uri="{FF2B5EF4-FFF2-40B4-BE49-F238E27FC236}">
                  <a16:creationId xmlns:a16="http://schemas.microsoft.com/office/drawing/2014/main" id="{361C84AF-2152-160E-4683-E607ED0499E2}"/>
                </a:ext>
              </a:extLst>
            </p:cNvPr>
            <p:cNvSpPr>
              <a:spLocks noEditPoints="1"/>
            </p:cNvSpPr>
            <p:nvPr/>
          </p:nvSpPr>
          <p:spPr bwMode="auto">
            <a:xfrm>
              <a:off x="82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14" name="Freeform 38">
              <a:extLst>
                <a:ext uri="{FF2B5EF4-FFF2-40B4-BE49-F238E27FC236}">
                  <a16:creationId xmlns:a16="http://schemas.microsoft.com/office/drawing/2014/main" id="{4732071A-726D-02C6-F27E-05E5BB322532}"/>
                </a:ext>
              </a:extLst>
            </p:cNvPr>
            <p:cNvSpPr>
              <a:spLocks noEditPoints="1"/>
            </p:cNvSpPr>
            <p:nvPr/>
          </p:nvSpPr>
          <p:spPr bwMode="auto">
            <a:xfrm>
              <a:off x="82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15" name="Freeform 39">
              <a:extLst>
                <a:ext uri="{FF2B5EF4-FFF2-40B4-BE49-F238E27FC236}">
                  <a16:creationId xmlns:a16="http://schemas.microsoft.com/office/drawing/2014/main" id="{E9FF39F9-931E-E460-F779-D800AEA7EDEF}"/>
                </a:ext>
              </a:extLst>
            </p:cNvPr>
            <p:cNvSpPr>
              <a:spLocks noEditPoints="1"/>
            </p:cNvSpPr>
            <p:nvPr/>
          </p:nvSpPr>
          <p:spPr bwMode="auto">
            <a:xfrm>
              <a:off x="82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16" name="Freeform 40">
              <a:extLst>
                <a:ext uri="{FF2B5EF4-FFF2-40B4-BE49-F238E27FC236}">
                  <a16:creationId xmlns:a16="http://schemas.microsoft.com/office/drawing/2014/main" id="{C785B8E6-F0D0-840D-9AF7-FAE80EC49547}"/>
                </a:ext>
              </a:extLst>
            </p:cNvPr>
            <p:cNvSpPr>
              <a:spLocks noEditPoints="1"/>
            </p:cNvSpPr>
            <p:nvPr/>
          </p:nvSpPr>
          <p:spPr bwMode="auto">
            <a:xfrm>
              <a:off x="82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17" name="Rectangle 41">
              <a:extLst>
                <a:ext uri="{FF2B5EF4-FFF2-40B4-BE49-F238E27FC236}">
                  <a16:creationId xmlns:a16="http://schemas.microsoft.com/office/drawing/2014/main" id="{5D8C00D3-37F1-FA5A-218D-0202F04E934D}"/>
                </a:ext>
              </a:extLst>
            </p:cNvPr>
            <p:cNvSpPr>
              <a:spLocks noChangeArrowheads="1"/>
            </p:cNvSpPr>
            <p:nvPr/>
          </p:nvSpPr>
          <p:spPr bwMode="auto">
            <a:xfrm>
              <a:off x="829"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18" name="Rectangle 42">
              <a:extLst>
                <a:ext uri="{FF2B5EF4-FFF2-40B4-BE49-F238E27FC236}">
                  <a16:creationId xmlns:a16="http://schemas.microsoft.com/office/drawing/2014/main" id="{3F1564EB-25A8-10CA-836B-63E5A8ADB25F}"/>
                </a:ext>
              </a:extLst>
            </p:cNvPr>
            <p:cNvSpPr>
              <a:spLocks noChangeArrowheads="1"/>
            </p:cNvSpPr>
            <p:nvPr/>
          </p:nvSpPr>
          <p:spPr bwMode="auto">
            <a:xfrm>
              <a:off x="1279"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19" name="Freeform 43">
              <a:extLst>
                <a:ext uri="{FF2B5EF4-FFF2-40B4-BE49-F238E27FC236}">
                  <a16:creationId xmlns:a16="http://schemas.microsoft.com/office/drawing/2014/main" id="{20380300-C920-8AC5-199C-808788B2F0B9}"/>
                </a:ext>
              </a:extLst>
            </p:cNvPr>
            <p:cNvSpPr>
              <a:spLocks noEditPoints="1"/>
            </p:cNvSpPr>
            <p:nvPr/>
          </p:nvSpPr>
          <p:spPr bwMode="auto">
            <a:xfrm>
              <a:off x="127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0" name="Freeform 44">
              <a:extLst>
                <a:ext uri="{FF2B5EF4-FFF2-40B4-BE49-F238E27FC236}">
                  <a16:creationId xmlns:a16="http://schemas.microsoft.com/office/drawing/2014/main" id="{448372C1-6B87-7C7B-719A-56540BFE1824}"/>
                </a:ext>
              </a:extLst>
            </p:cNvPr>
            <p:cNvSpPr>
              <a:spLocks noEditPoints="1"/>
            </p:cNvSpPr>
            <p:nvPr/>
          </p:nvSpPr>
          <p:spPr bwMode="auto">
            <a:xfrm>
              <a:off x="127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1" name="Freeform 45">
              <a:extLst>
                <a:ext uri="{FF2B5EF4-FFF2-40B4-BE49-F238E27FC236}">
                  <a16:creationId xmlns:a16="http://schemas.microsoft.com/office/drawing/2014/main" id="{CFC68FF8-0835-AF26-9161-CE8B3F448424}"/>
                </a:ext>
              </a:extLst>
            </p:cNvPr>
            <p:cNvSpPr>
              <a:spLocks noEditPoints="1"/>
            </p:cNvSpPr>
            <p:nvPr/>
          </p:nvSpPr>
          <p:spPr bwMode="auto">
            <a:xfrm>
              <a:off x="127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2" name="Freeform 46">
              <a:extLst>
                <a:ext uri="{FF2B5EF4-FFF2-40B4-BE49-F238E27FC236}">
                  <a16:creationId xmlns:a16="http://schemas.microsoft.com/office/drawing/2014/main" id="{77AB88C4-30D2-0322-2E4D-255E566DD809}"/>
                </a:ext>
              </a:extLst>
            </p:cNvPr>
            <p:cNvSpPr>
              <a:spLocks noEditPoints="1"/>
            </p:cNvSpPr>
            <p:nvPr/>
          </p:nvSpPr>
          <p:spPr bwMode="auto">
            <a:xfrm>
              <a:off x="127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3" name="Freeform 47">
              <a:extLst>
                <a:ext uri="{FF2B5EF4-FFF2-40B4-BE49-F238E27FC236}">
                  <a16:creationId xmlns:a16="http://schemas.microsoft.com/office/drawing/2014/main" id="{65F16DAB-B0B7-BEC6-FB76-3D93F006233A}"/>
                </a:ext>
              </a:extLst>
            </p:cNvPr>
            <p:cNvSpPr>
              <a:spLocks noEditPoints="1"/>
            </p:cNvSpPr>
            <p:nvPr/>
          </p:nvSpPr>
          <p:spPr bwMode="auto">
            <a:xfrm>
              <a:off x="127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4" name="Freeform 48">
              <a:extLst>
                <a:ext uri="{FF2B5EF4-FFF2-40B4-BE49-F238E27FC236}">
                  <a16:creationId xmlns:a16="http://schemas.microsoft.com/office/drawing/2014/main" id="{D1A242F0-3DEE-CDE3-7A7B-3A048DF58EEF}"/>
                </a:ext>
              </a:extLst>
            </p:cNvPr>
            <p:cNvSpPr>
              <a:spLocks noEditPoints="1"/>
            </p:cNvSpPr>
            <p:nvPr/>
          </p:nvSpPr>
          <p:spPr bwMode="auto">
            <a:xfrm>
              <a:off x="127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5" name="Freeform 49">
              <a:extLst>
                <a:ext uri="{FF2B5EF4-FFF2-40B4-BE49-F238E27FC236}">
                  <a16:creationId xmlns:a16="http://schemas.microsoft.com/office/drawing/2014/main" id="{186A635B-FC24-3834-5D43-D0B56BDD654A}"/>
                </a:ext>
              </a:extLst>
            </p:cNvPr>
            <p:cNvSpPr>
              <a:spLocks noEditPoints="1"/>
            </p:cNvSpPr>
            <p:nvPr/>
          </p:nvSpPr>
          <p:spPr bwMode="auto">
            <a:xfrm>
              <a:off x="127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6" name="Freeform 50">
              <a:extLst>
                <a:ext uri="{FF2B5EF4-FFF2-40B4-BE49-F238E27FC236}">
                  <a16:creationId xmlns:a16="http://schemas.microsoft.com/office/drawing/2014/main" id="{BB5CC7B3-C502-AD1D-60B7-9E23BA6E0B31}"/>
                </a:ext>
              </a:extLst>
            </p:cNvPr>
            <p:cNvSpPr>
              <a:spLocks noEditPoints="1"/>
            </p:cNvSpPr>
            <p:nvPr/>
          </p:nvSpPr>
          <p:spPr bwMode="auto">
            <a:xfrm>
              <a:off x="127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7" name="Freeform 51">
              <a:extLst>
                <a:ext uri="{FF2B5EF4-FFF2-40B4-BE49-F238E27FC236}">
                  <a16:creationId xmlns:a16="http://schemas.microsoft.com/office/drawing/2014/main" id="{08E2E43A-82F3-175B-3EC9-4096C1492092}"/>
                </a:ext>
              </a:extLst>
            </p:cNvPr>
            <p:cNvSpPr>
              <a:spLocks noEditPoints="1"/>
            </p:cNvSpPr>
            <p:nvPr/>
          </p:nvSpPr>
          <p:spPr bwMode="auto">
            <a:xfrm>
              <a:off x="127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8" name="Freeform 52">
              <a:extLst>
                <a:ext uri="{FF2B5EF4-FFF2-40B4-BE49-F238E27FC236}">
                  <a16:creationId xmlns:a16="http://schemas.microsoft.com/office/drawing/2014/main" id="{AAD437AB-12DF-4A13-B87E-B04022A5285D}"/>
                </a:ext>
              </a:extLst>
            </p:cNvPr>
            <p:cNvSpPr>
              <a:spLocks noEditPoints="1"/>
            </p:cNvSpPr>
            <p:nvPr/>
          </p:nvSpPr>
          <p:spPr bwMode="auto">
            <a:xfrm>
              <a:off x="127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29" name="Rectangle 53">
              <a:extLst>
                <a:ext uri="{FF2B5EF4-FFF2-40B4-BE49-F238E27FC236}">
                  <a16:creationId xmlns:a16="http://schemas.microsoft.com/office/drawing/2014/main" id="{3D26E99B-7558-4A51-F0BB-3F8F283870AB}"/>
                </a:ext>
              </a:extLst>
            </p:cNvPr>
            <p:cNvSpPr>
              <a:spLocks noChangeArrowheads="1"/>
            </p:cNvSpPr>
            <p:nvPr/>
          </p:nvSpPr>
          <p:spPr bwMode="auto">
            <a:xfrm>
              <a:off x="1279"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30" name="Rectangle 54">
              <a:extLst>
                <a:ext uri="{FF2B5EF4-FFF2-40B4-BE49-F238E27FC236}">
                  <a16:creationId xmlns:a16="http://schemas.microsoft.com/office/drawing/2014/main" id="{E80D8273-9150-D1D6-21DD-35364D546F83}"/>
                </a:ext>
              </a:extLst>
            </p:cNvPr>
            <p:cNvSpPr>
              <a:spLocks noChangeArrowheads="1"/>
            </p:cNvSpPr>
            <p:nvPr/>
          </p:nvSpPr>
          <p:spPr bwMode="auto">
            <a:xfrm>
              <a:off x="1724"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31" name="Freeform 55">
              <a:extLst>
                <a:ext uri="{FF2B5EF4-FFF2-40B4-BE49-F238E27FC236}">
                  <a16:creationId xmlns:a16="http://schemas.microsoft.com/office/drawing/2014/main" id="{CA477953-00A6-B576-B0BD-A4FFA0CF066F}"/>
                </a:ext>
              </a:extLst>
            </p:cNvPr>
            <p:cNvSpPr>
              <a:spLocks noEditPoints="1"/>
            </p:cNvSpPr>
            <p:nvPr/>
          </p:nvSpPr>
          <p:spPr bwMode="auto">
            <a:xfrm>
              <a:off x="1724"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32" name="Freeform 56">
              <a:extLst>
                <a:ext uri="{FF2B5EF4-FFF2-40B4-BE49-F238E27FC236}">
                  <a16:creationId xmlns:a16="http://schemas.microsoft.com/office/drawing/2014/main" id="{7AFFF6A7-E9A0-6D60-2DC2-87AB043510BD}"/>
                </a:ext>
              </a:extLst>
            </p:cNvPr>
            <p:cNvSpPr>
              <a:spLocks noEditPoints="1"/>
            </p:cNvSpPr>
            <p:nvPr/>
          </p:nvSpPr>
          <p:spPr bwMode="auto">
            <a:xfrm>
              <a:off x="1724"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33" name="Freeform 57">
              <a:extLst>
                <a:ext uri="{FF2B5EF4-FFF2-40B4-BE49-F238E27FC236}">
                  <a16:creationId xmlns:a16="http://schemas.microsoft.com/office/drawing/2014/main" id="{1D6B1697-988E-9B40-C7C6-652BBBF6FDD2}"/>
                </a:ext>
              </a:extLst>
            </p:cNvPr>
            <p:cNvSpPr>
              <a:spLocks noEditPoints="1"/>
            </p:cNvSpPr>
            <p:nvPr/>
          </p:nvSpPr>
          <p:spPr bwMode="auto">
            <a:xfrm>
              <a:off x="1724"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34" name="Freeform 58">
              <a:extLst>
                <a:ext uri="{FF2B5EF4-FFF2-40B4-BE49-F238E27FC236}">
                  <a16:creationId xmlns:a16="http://schemas.microsoft.com/office/drawing/2014/main" id="{A4B66925-9012-8310-90D9-5A5323143A25}"/>
                </a:ext>
              </a:extLst>
            </p:cNvPr>
            <p:cNvSpPr>
              <a:spLocks noEditPoints="1"/>
            </p:cNvSpPr>
            <p:nvPr/>
          </p:nvSpPr>
          <p:spPr bwMode="auto">
            <a:xfrm>
              <a:off x="1724"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35" name="Freeform 59">
              <a:extLst>
                <a:ext uri="{FF2B5EF4-FFF2-40B4-BE49-F238E27FC236}">
                  <a16:creationId xmlns:a16="http://schemas.microsoft.com/office/drawing/2014/main" id="{66225079-CFC0-31DF-1BB2-3DF46CC09BCA}"/>
                </a:ext>
              </a:extLst>
            </p:cNvPr>
            <p:cNvSpPr>
              <a:spLocks noEditPoints="1"/>
            </p:cNvSpPr>
            <p:nvPr/>
          </p:nvSpPr>
          <p:spPr bwMode="auto">
            <a:xfrm>
              <a:off x="1724"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36" name="Freeform 60">
              <a:extLst>
                <a:ext uri="{FF2B5EF4-FFF2-40B4-BE49-F238E27FC236}">
                  <a16:creationId xmlns:a16="http://schemas.microsoft.com/office/drawing/2014/main" id="{56DE796F-AD11-7849-AE41-75387EFF4B28}"/>
                </a:ext>
              </a:extLst>
            </p:cNvPr>
            <p:cNvSpPr>
              <a:spLocks noEditPoints="1"/>
            </p:cNvSpPr>
            <p:nvPr/>
          </p:nvSpPr>
          <p:spPr bwMode="auto">
            <a:xfrm>
              <a:off x="1724"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37" name="Freeform 61">
              <a:extLst>
                <a:ext uri="{FF2B5EF4-FFF2-40B4-BE49-F238E27FC236}">
                  <a16:creationId xmlns:a16="http://schemas.microsoft.com/office/drawing/2014/main" id="{BCCF8BB1-B88C-2696-F20E-BACB4CEFA520}"/>
                </a:ext>
              </a:extLst>
            </p:cNvPr>
            <p:cNvSpPr>
              <a:spLocks noEditPoints="1"/>
            </p:cNvSpPr>
            <p:nvPr/>
          </p:nvSpPr>
          <p:spPr bwMode="auto">
            <a:xfrm>
              <a:off x="1724"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38" name="Freeform 62">
              <a:extLst>
                <a:ext uri="{FF2B5EF4-FFF2-40B4-BE49-F238E27FC236}">
                  <a16:creationId xmlns:a16="http://schemas.microsoft.com/office/drawing/2014/main" id="{C3409D65-7FB1-4526-54EB-5EC541A485E9}"/>
                </a:ext>
              </a:extLst>
            </p:cNvPr>
            <p:cNvSpPr>
              <a:spLocks noEditPoints="1"/>
            </p:cNvSpPr>
            <p:nvPr/>
          </p:nvSpPr>
          <p:spPr bwMode="auto">
            <a:xfrm>
              <a:off x="1724"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39" name="Freeform 63">
              <a:extLst>
                <a:ext uri="{FF2B5EF4-FFF2-40B4-BE49-F238E27FC236}">
                  <a16:creationId xmlns:a16="http://schemas.microsoft.com/office/drawing/2014/main" id="{E3B61932-33D8-E032-0C46-5EAD395BA761}"/>
                </a:ext>
              </a:extLst>
            </p:cNvPr>
            <p:cNvSpPr>
              <a:spLocks noEditPoints="1"/>
            </p:cNvSpPr>
            <p:nvPr/>
          </p:nvSpPr>
          <p:spPr bwMode="auto">
            <a:xfrm>
              <a:off x="1724"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40" name="Freeform 64">
              <a:extLst>
                <a:ext uri="{FF2B5EF4-FFF2-40B4-BE49-F238E27FC236}">
                  <a16:creationId xmlns:a16="http://schemas.microsoft.com/office/drawing/2014/main" id="{F9208B46-04D2-5A7F-F1D1-72655DD6FD0D}"/>
                </a:ext>
              </a:extLst>
            </p:cNvPr>
            <p:cNvSpPr>
              <a:spLocks noEditPoints="1"/>
            </p:cNvSpPr>
            <p:nvPr/>
          </p:nvSpPr>
          <p:spPr bwMode="auto">
            <a:xfrm>
              <a:off x="1724"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41" name="Rectangle 65">
              <a:extLst>
                <a:ext uri="{FF2B5EF4-FFF2-40B4-BE49-F238E27FC236}">
                  <a16:creationId xmlns:a16="http://schemas.microsoft.com/office/drawing/2014/main" id="{3AD02440-3DEF-6B44-ABD0-AC425DE22E94}"/>
                </a:ext>
              </a:extLst>
            </p:cNvPr>
            <p:cNvSpPr>
              <a:spLocks noChangeArrowheads="1"/>
            </p:cNvSpPr>
            <p:nvPr/>
          </p:nvSpPr>
          <p:spPr bwMode="auto">
            <a:xfrm>
              <a:off x="1724"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42" name="Rectangle 66">
              <a:extLst>
                <a:ext uri="{FF2B5EF4-FFF2-40B4-BE49-F238E27FC236}">
                  <a16:creationId xmlns:a16="http://schemas.microsoft.com/office/drawing/2014/main" id="{602BFCAE-EA4F-B32D-41AC-29161509DA95}"/>
                </a:ext>
              </a:extLst>
            </p:cNvPr>
            <p:cNvSpPr>
              <a:spLocks noChangeArrowheads="1"/>
            </p:cNvSpPr>
            <p:nvPr/>
          </p:nvSpPr>
          <p:spPr bwMode="auto">
            <a:xfrm>
              <a:off x="2169"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43" name="Freeform 67">
              <a:extLst>
                <a:ext uri="{FF2B5EF4-FFF2-40B4-BE49-F238E27FC236}">
                  <a16:creationId xmlns:a16="http://schemas.microsoft.com/office/drawing/2014/main" id="{913C73AA-1007-2788-A7C5-D1567DA174BF}"/>
                </a:ext>
              </a:extLst>
            </p:cNvPr>
            <p:cNvSpPr>
              <a:spLocks noEditPoints="1"/>
            </p:cNvSpPr>
            <p:nvPr/>
          </p:nvSpPr>
          <p:spPr bwMode="auto">
            <a:xfrm>
              <a:off x="216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44" name="Freeform 68">
              <a:extLst>
                <a:ext uri="{FF2B5EF4-FFF2-40B4-BE49-F238E27FC236}">
                  <a16:creationId xmlns:a16="http://schemas.microsoft.com/office/drawing/2014/main" id="{3B0347A5-B156-727F-B662-86DFB2D43603}"/>
                </a:ext>
              </a:extLst>
            </p:cNvPr>
            <p:cNvSpPr>
              <a:spLocks noEditPoints="1"/>
            </p:cNvSpPr>
            <p:nvPr/>
          </p:nvSpPr>
          <p:spPr bwMode="auto">
            <a:xfrm>
              <a:off x="216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45" name="Freeform 69">
              <a:extLst>
                <a:ext uri="{FF2B5EF4-FFF2-40B4-BE49-F238E27FC236}">
                  <a16:creationId xmlns:a16="http://schemas.microsoft.com/office/drawing/2014/main" id="{DA90F23A-9DFC-DA7F-8A76-99EB0A167E56}"/>
                </a:ext>
              </a:extLst>
            </p:cNvPr>
            <p:cNvSpPr>
              <a:spLocks noEditPoints="1"/>
            </p:cNvSpPr>
            <p:nvPr/>
          </p:nvSpPr>
          <p:spPr bwMode="auto">
            <a:xfrm>
              <a:off x="216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46" name="Freeform 70">
              <a:extLst>
                <a:ext uri="{FF2B5EF4-FFF2-40B4-BE49-F238E27FC236}">
                  <a16:creationId xmlns:a16="http://schemas.microsoft.com/office/drawing/2014/main" id="{413B9981-E839-814B-1538-13ECFFB2D2E6}"/>
                </a:ext>
              </a:extLst>
            </p:cNvPr>
            <p:cNvSpPr>
              <a:spLocks noEditPoints="1"/>
            </p:cNvSpPr>
            <p:nvPr/>
          </p:nvSpPr>
          <p:spPr bwMode="auto">
            <a:xfrm>
              <a:off x="216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47" name="Freeform 71">
              <a:extLst>
                <a:ext uri="{FF2B5EF4-FFF2-40B4-BE49-F238E27FC236}">
                  <a16:creationId xmlns:a16="http://schemas.microsoft.com/office/drawing/2014/main" id="{96C04D7B-F24C-60B5-D05D-12E9505741AC}"/>
                </a:ext>
              </a:extLst>
            </p:cNvPr>
            <p:cNvSpPr>
              <a:spLocks noEditPoints="1"/>
            </p:cNvSpPr>
            <p:nvPr/>
          </p:nvSpPr>
          <p:spPr bwMode="auto">
            <a:xfrm>
              <a:off x="216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48" name="Freeform 72">
              <a:extLst>
                <a:ext uri="{FF2B5EF4-FFF2-40B4-BE49-F238E27FC236}">
                  <a16:creationId xmlns:a16="http://schemas.microsoft.com/office/drawing/2014/main" id="{955CED2E-D2BE-4208-EA40-03E1E217A032}"/>
                </a:ext>
              </a:extLst>
            </p:cNvPr>
            <p:cNvSpPr>
              <a:spLocks noEditPoints="1"/>
            </p:cNvSpPr>
            <p:nvPr/>
          </p:nvSpPr>
          <p:spPr bwMode="auto">
            <a:xfrm>
              <a:off x="216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49" name="Freeform 73">
              <a:extLst>
                <a:ext uri="{FF2B5EF4-FFF2-40B4-BE49-F238E27FC236}">
                  <a16:creationId xmlns:a16="http://schemas.microsoft.com/office/drawing/2014/main" id="{F6AE140C-4245-AD2D-BABD-CC55F424270A}"/>
                </a:ext>
              </a:extLst>
            </p:cNvPr>
            <p:cNvSpPr>
              <a:spLocks noEditPoints="1"/>
            </p:cNvSpPr>
            <p:nvPr/>
          </p:nvSpPr>
          <p:spPr bwMode="auto">
            <a:xfrm>
              <a:off x="216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50" name="Freeform 74">
              <a:extLst>
                <a:ext uri="{FF2B5EF4-FFF2-40B4-BE49-F238E27FC236}">
                  <a16:creationId xmlns:a16="http://schemas.microsoft.com/office/drawing/2014/main" id="{5403A701-1D08-11F0-CD37-AFC96C8248EF}"/>
                </a:ext>
              </a:extLst>
            </p:cNvPr>
            <p:cNvSpPr>
              <a:spLocks noEditPoints="1"/>
            </p:cNvSpPr>
            <p:nvPr/>
          </p:nvSpPr>
          <p:spPr bwMode="auto">
            <a:xfrm>
              <a:off x="216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51" name="Freeform 75">
              <a:extLst>
                <a:ext uri="{FF2B5EF4-FFF2-40B4-BE49-F238E27FC236}">
                  <a16:creationId xmlns:a16="http://schemas.microsoft.com/office/drawing/2014/main" id="{0A430527-0540-F003-CB25-730B1808647D}"/>
                </a:ext>
              </a:extLst>
            </p:cNvPr>
            <p:cNvSpPr>
              <a:spLocks noEditPoints="1"/>
            </p:cNvSpPr>
            <p:nvPr/>
          </p:nvSpPr>
          <p:spPr bwMode="auto">
            <a:xfrm>
              <a:off x="216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52" name="Freeform 76">
              <a:extLst>
                <a:ext uri="{FF2B5EF4-FFF2-40B4-BE49-F238E27FC236}">
                  <a16:creationId xmlns:a16="http://schemas.microsoft.com/office/drawing/2014/main" id="{C374E871-44B9-E565-E948-8B56674D8AAB}"/>
                </a:ext>
              </a:extLst>
            </p:cNvPr>
            <p:cNvSpPr>
              <a:spLocks noEditPoints="1"/>
            </p:cNvSpPr>
            <p:nvPr/>
          </p:nvSpPr>
          <p:spPr bwMode="auto">
            <a:xfrm>
              <a:off x="216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53" name="Rectangle 77">
              <a:extLst>
                <a:ext uri="{FF2B5EF4-FFF2-40B4-BE49-F238E27FC236}">
                  <a16:creationId xmlns:a16="http://schemas.microsoft.com/office/drawing/2014/main" id="{4CEA425C-A19B-85BE-CFB4-D9B6600923B9}"/>
                </a:ext>
              </a:extLst>
            </p:cNvPr>
            <p:cNvSpPr>
              <a:spLocks noChangeArrowheads="1"/>
            </p:cNvSpPr>
            <p:nvPr/>
          </p:nvSpPr>
          <p:spPr bwMode="auto">
            <a:xfrm>
              <a:off x="2169"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54" name="Rectangle 78">
              <a:extLst>
                <a:ext uri="{FF2B5EF4-FFF2-40B4-BE49-F238E27FC236}">
                  <a16:creationId xmlns:a16="http://schemas.microsoft.com/office/drawing/2014/main" id="{21F33237-DED0-F5D6-9A2C-E7606F14F731}"/>
                </a:ext>
              </a:extLst>
            </p:cNvPr>
            <p:cNvSpPr>
              <a:spLocks noChangeArrowheads="1"/>
            </p:cNvSpPr>
            <p:nvPr/>
          </p:nvSpPr>
          <p:spPr bwMode="auto">
            <a:xfrm>
              <a:off x="262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55" name="Freeform 79">
              <a:extLst>
                <a:ext uri="{FF2B5EF4-FFF2-40B4-BE49-F238E27FC236}">
                  <a16:creationId xmlns:a16="http://schemas.microsoft.com/office/drawing/2014/main" id="{485A826E-5969-E019-17E5-D114002F8653}"/>
                </a:ext>
              </a:extLst>
            </p:cNvPr>
            <p:cNvSpPr>
              <a:spLocks noEditPoints="1"/>
            </p:cNvSpPr>
            <p:nvPr/>
          </p:nvSpPr>
          <p:spPr bwMode="auto">
            <a:xfrm>
              <a:off x="262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56" name="Freeform 80">
              <a:extLst>
                <a:ext uri="{FF2B5EF4-FFF2-40B4-BE49-F238E27FC236}">
                  <a16:creationId xmlns:a16="http://schemas.microsoft.com/office/drawing/2014/main" id="{FA215534-EDE2-729D-4EA8-E2EEA5D1728F}"/>
                </a:ext>
              </a:extLst>
            </p:cNvPr>
            <p:cNvSpPr>
              <a:spLocks noEditPoints="1"/>
            </p:cNvSpPr>
            <p:nvPr/>
          </p:nvSpPr>
          <p:spPr bwMode="auto">
            <a:xfrm>
              <a:off x="262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57" name="Freeform 81">
              <a:extLst>
                <a:ext uri="{FF2B5EF4-FFF2-40B4-BE49-F238E27FC236}">
                  <a16:creationId xmlns:a16="http://schemas.microsoft.com/office/drawing/2014/main" id="{7FB4E2D4-F62C-3D40-9C9D-FB7265CF4DC2}"/>
                </a:ext>
              </a:extLst>
            </p:cNvPr>
            <p:cNvSpPr>
              <a:spLocks noEditPoints="1"/>
            </p:cNvSpPr>
            <p:nvPr/>
          </p:nvSpPr>
          <p:spPr bwMode="auto">
            <a:xfrm>
              <a:off x="262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58" name="Freeform 82">
              <a:extLst>
                <a:ext uri="{FF2B5EF4-FFF2-40B4-BE49-F238E27FC236}">
                  <a16:creationId xmlns:a16="http://schemas.microsoft.com/office/drawing/2014/main" id="{BA5FF14C-72CA-0574-54D3-A44E5E3FB923}"/>
                </a:ext>
              </a:extLst>
            </p:cNvPr>
            <p:cNvSpPr>
              <a:spLocks noEditPoints="1"/>
            </p:cNvSpPr>
            <p:nvPr/>
          </p:nvSpPr>
          <p:spPr bwMode="auto">
            <a:xfrm>
              <a:off x="262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59" name="Freeform 83">
              <a:extLst>
                <a:ext uri="{FF2B5EF4-FFF2-40B4-BE49-F238E27FC236}">
                  <a16:creationId xmlns:a16="http://schemas.microsoft.com/office/drawing/2014/main" id="{A5E23B71-1CAE-4045-0B4D-95C52D86D6D1}"/>
                </a:ext>
              </a:extLst>
            </p:cNvPr>
            <p:cNvSpPr>
              <a:spLocks noEditPoints="1"/>
            </p:cNvSpPr>
            <p:nvPr/>
          </p:nvSpPr>
          <p:spPr bwMode="auto">
            <a:xfrm>
              <a:off x="262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60" name="Freeform 84">
              <a:extLst>
                <a:ext uri="{FF2B5EF4-FFF2-40B4-BE49-F238E27FC236}">
                  <a16:creationId xmlns:a16="http://schemas.microsoft.com/office/drawing/2014/main" id="{A070EBE5-5102-94D6-BC3C-281247011E14}"/>
                </a:ext>
              </a:extLst>
            </p:cNvPr>
            <p:cNvSpPr>
              <a:spLocks noEditPoints="1"/>
            </p:cNvSpPr>
            <p:nvPr/>
          </p:nvSpPr>
          <p:spPr bwMode="auto">
            <a:xfrm>
              <a:off x="262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61" name="Freeform 85">
              <a:extLst>
                <a:ext uri="{FF2B5EF4-FFF2-40B4-BE49-F238E27FC236}">
                  <a16:creationId xmlns:a16="http://schemas.microsoft.com/office/drawing/2014/main" id="{CC408D99-4C0E-5A5D-CEF2-273C2286F8FA}"/>
                </a:ext>
              </a:extLst>
            </p:cNvPr>
            <p:cNvSpPr>
              <a:spLocks noEditPoints="1"/>
            </p:cNvSpPr>
            <p:nvPr/>
          </p:nvSpPr>
          <p:spPr bwMode="auto">
            <a:xfrm>
              <a:off x="262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62" name="Freeform 86">
              <a:extLst>
                <a:ext uri="{FF2B5EF4-FFF2-40B4-BE49-F238E27FC236}">
                  <a16:creationId xmlns:a16="http://schemas.microsoft.com/office/drawing/2014/main" id="{64BDE53D-89A5-60C4-D0D1-5EDE47BB3272}"/>
                </a:ext>
              </a:extLst>
            </p:cNvPr>
            <p:cNvSpPr>
              <a:spLocks noEditPoints="1"/>
            </p:cNvSpPr>
            <p:nvPr/>
          </p:nvSpPr>
          <p:spPr bwMode="auto">
            <a:xfrm>
              <a:off x="262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63" name="Freeform 87">
              <a:extLst>
                <a:ext uri="{FF2B5EF4-FFF2-40B4-BE49-F238E27FC236}">
                  <a16:creationId xmlns:a16="http://schemas.microsoft.com/office/drawing/2014/main" id="{988314BE-DADC-FAD6-56FD-ABE69AECE546}"/>
                </a:ext>
              </a:extLst>
            </p:cNvPr>
            <p:cNvSpPr>
              <a:spLocks noEditPoints="1"/>
            </p:cNvSpPr>
            <p:nvPr/>
          </p:nvSpPr>
          <p:spPr bwMode="auto">
            <a:xfrm>
              <a:off x="262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64" name="Freeform 88">
              <a:extLst>
                <a:ext uri="{FF2B5EF4-FFF2-40B4-BE49-F238E27FC236}">
                  <a16:creationId xmlns:a16="http://schemas.microsoft.com/office/drawing/2014/main" id="{54F75ADC-20A4-24BB-6724-3463930F9117}"/>
                </a:ext>
              </a:extLst>
            </p:cNvPr>
            <p:cNvSpPr>
              <a:spLocks noEditPoints="1"/>
            </p:cNvSpPr>
            <p:nvPr/>
          </p:nvSpPr>
          <p:spPr bwMode="auto">
            <a:xfrm>
              <a:off x="262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65" name="Rectangle 89">
              <a:extLst>
                <a:ext uri="{FF2B5EF4-FFF2-40B4-BE49-F238E27FC236}">
                  <a16:creationId xmlns:a16="http://schemas.microsoft.com/office/drawing/2014/main" id="{97DFD8C8-9BEB-AAB1-2637-0C9BC9A901CB}"/>
                </a:ext>
              </a:extLst>
            </p:cNvPr>
            <p:cNvSpPr>
              <a:spLocks noChangeArrowheads="1"/>
            </p:cNvSpPr>
            <p:nvPr/>
          </p:nvSpPr>
          <p:spPr bwMode="auto">
            <a:xfrm>
              <a:off x="262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66" name="Rectangle 90">
              <a:extLst>
                <a:ext uri="{FF2B5EF4-FFF2-40B4-BE49-F238E27FC236}">
                  <a16:creationId xmlns:a16="http://schemas.microsoft.com/office/drawing/2014/main" id="{5C7E21DB-0D0A-A55F-BC11-24CD940F7B64}"/>
                </a:ext>
              </a:extLst>
            </p:cNvPr>
            <p:cNvSpPr>
              <a:spLocks noChangeArrowheads="1"/>
            </p:cNvSpPr>
            <p:nvPr/>
          </p:nvSpPr>
          <p:spPr bwMode="auto">
            <a:xfrm>
              <a:off x="3065"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67" name="Freeform 91">
              <a:extLst>
                <a:ext uri="{FF2B5EF4-FFF2-40B4-BE49-F238E27FC236}">
                  <a16:creationId xmlns:a16="http://schemas.microsoft.com/office/drawing/2014/main" id="{0AF1CD75-1AD3-2F5F-417A-05A9486D961A}"/>
                </a:ext>
              </a:extLst>
            </p:cNvPr>
            <p:cNvSpPr>
              <a:spLocks noEditPoints="1"/>
            </p:cNvSpPr>
            <p:nvPr/>
          </p:nvSpPr>
          <p:spPr bwMode="auto">
            <a:xfrm>
              <a:off x="3065"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68" name="Freeform 92">
              <a:extLst>
                <a:ext uri="{FF2B5EF4-FFF2-40B4-BE49-F238E27FC236}">
                  <a16:creationId xmlns:a16="http://schemas.microsoft.com/office/drawing/2014/main" id="{0A5B173A-9D7E-C7A4-78CF-126876A6BDA6}"/>
                </a:ext>
              </a:extLst>
            </p:cNvPr>
            <p:cNvSpPr>
              <a:spLocks noEditPoints="1"/>
            </p:cNvSpPr>
            <p:nvPr/>
          </p:nvSpPr>
          <p:spPr bwMode="auto">
            <a:xfrm>
              <a:off x="3065"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69" name="Freeform 93">
              <a:extLst>
                <a:ext uri="{FF2B5EF4-FFF2-40B4-BE49-F238E27FC236}">
                  <a16:creationId xmlns:a16="http://schemas.microsoft.com/office/drawing/2014/main" id="{4E1EBFC4-48F0-9B90-4CA6-76529A649F29}"/>
                </a:ext>
              </a:extLst>
            </p:cNvPr>
            <p:cNvSpPr>
              <a:spLocks noEditPoints="1"/>
            </p:cNvSpPr>
            <p:nvPr/>
          </p:nvSpPr>
          <p:spPr bwMode="auto">
            <a:xfrm>
              <a:off x="3065"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70" name="Freeform 94">
              <a:extLst>
                <a:ext uri="{FF2B5EF4-FFF2-40B4-BE49-F238E27FC236}">
                  <a16:creationId xmlns:a16="http://schemas.microsoft.com/office/drawing/2014/main" id="{8101C9EC-FA5C-385A-98FD-899B9B8FA00B}"/>
                </a:ext>
              </a:extLst>
            </p:cNvPr>
            <p:cNvSpPr>
              <a:spLocks noEditPoints="1"/>
            </p:cNvSpPr>
            <p:nvPr/>
          </p:nvSpPr>
          <p:spPr bwMode="auto">
            <a:xfrm>
              <a:off x="3065"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71" name="Freeform 95">
              <a:extLst>
                <a:ext uri="{FF2B5EF4-FFF2-40B4-BE49-F238E27FC236}">
                  <a16:creationId xmlns:a16="http://schemas.microsoft.com/office/drawing/2014/main" id="{68F204D7-5AEE-17C0-B98C-477068E79A52}"/>
                </a:ext>
              </a:extLst>
            </p:cNvPr>
            <p:cNvSpPr>
              <a:spLocks noEditPoints="1"/>
            </p:cNvSpPr>
            <p:nvPr/>
          </p:nvSpPr>
          <p:spPr bwMode="auto">
            <a:xfrm>
              <a:off x="3065"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72" name="Freeform 96">
              <a:extLst>
                <a:ext uri="{FF2B5EF4-FFF2-40B4-BE49-F238E27FC236}">
                  <a16:creationId xmlns:a16="http://schemas.microsoft.com/office/drawing/2014/main" id="{F073837E-A896-0DF6-AFC1-2C59DF124292}"/>
                </a:ext>
              </a:extLst>
            </p:cNvPr>
            <p:cNvSpPr>
              <a:spLocks noEditPoints="1"/>
            </p:cNvSpPr>
            <p:nvPr/>
          </p:nvSpPr>
          <p:spPr bwMode="auto">
            <a:xfrm>
              <a:off x="3065"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73" name="Freeform 97">
              <a:extLst>
                <a:ext uri="{FF2B5EF4-FFF2-40B4-BE49-F238E27FC236}">
                  <a16:creationId xmlns:a16="http://schemas.microsoft.com/office/drawing/2014/main" id="{9036BE2F-8A7F-D581-D172-F24D6B227345}"/>
                </a:ext>
              </a:extLst>
            </p:cNvPr>
            <p:cNvSpPr>
              <a:spLocks noEditPoints="1"/>
            </p:cNvSpPr>
            <p:nvPr/>
          </p:nvSpPr>
          <p:spPr bwMode="auto">
            <a:xfrm>
              <a:off x="3065"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74" name="Freeform 98">
              <a:extLst>
                <a:ext uri="{FF2B5EF4-FFF2-40B4-BE49-F238E27FC236}">
                  <a16:creationId xmlns:a16="http://schemas.microsoft.com/office/drawing/2014/main" id="{FFA30EF3-3536-23E3-1921-2D9D6818838E}"/>
                </a:ext>
              </a:extLst>
            </p:cNvPr>
            <p:cNvSpPr>
              <a:spLocks noEditPoints="1"/>
            </p:cNvSpPr>
            <p:nvPr/>
          </p:nvSpPr>
          <p:spPr bwMode="auto">
            <a:xfrm>
              <a:off x="3065"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75" name="Freeform 99">
              <a:extLst>
                <a:ext uri="{FF2B5EF4-FFF2-40B4-BE49-F238E27FC236}">
                  <a16:creationId xmlns:a16="http://schemas.microsoft.com/office/drawing/2014/main" id="{341FE5C8-1D61-8949-4943-66890436A9C7}"/>
                </a:ext>
              </a:extLst>
            </p:cNvPr>
            <p:cNvSpPr>
              <a:spLocks noEditPoints="1"/>
            </p:cNvSpPr>
            <p:nvPr/>
          </p:nvSpPr>
          <p:spPr bwMode="auto">
            <a:xfrm>
              <a:off x="3065"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76" name="Freeform 100">
              <a:extLst>
                <a:ext uri="{FF2B5EF4-FFF2-40B4-BE49-F238E27FC236}">
                  <a16:creationId xmlns:a16="http://schemas.microsoft.com/office/drawing/2014/main" id="{55E29F3E-9E78-25EE-31A7-8A522D98409A}"/>
                </a:ext>
              </a:extLst>
            </p:cNvPr>
            <p:cNvSpPr>
              <a:spLocks noEditPoints="1"/>
            </p:cNvSpPr>
            <p:nvPr/>
          </p:nvSpPr>
          <p:spPr bwMode="auto">
            <a:xfrm>
              <a:off x="3065"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77" name="Rectangle 101">
              <a:extLst>
                <a:ext uri="{FF2B5EF4-FFF2-40B4-BE49-F238E27FC236}">
                  <a16:creationId xmlns:a16="http://schemas.microsoft.com/office/drawing/2014/main" id="{C290BBF7-36BA-7B33-3397-CEC2EB795969}"/>
                </a:ext>
              </a:extLst>
            </p:cNvPr>
            <p:cNvSpPr>
              <a:spLocks noChangeArrowheads="1"/>
            </p:cNvSpPr>
            <p:nvPr/>
          </p:nvSpPr>
          <p:spPr bwMode="auto">
            <a:xfrm>
              <a:off x="3065"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78" name="Rectangle 102">
              <a:extLst>
                <a:ext uri="{FF2B5EF4-FFF2-40B4-BE49-F238E27FC236}">
                  <a16:creationId xmlns:a16="http://schemas.microsoft.com/office/drawing/2014/main" id="{9C1034E9-424B-F08A-3B0F-E6F97915E89B}"/>
                </a:ext>
              </a:extLst>
            </p:cNvPr>
            <p:cNvSpPr>
              <a:spLocks noChangeArrowheads="1"/>
            </p:cNvSpPr>
            <p:nvPr/>
          </p:nvSpPr>
          <p:spPr bwMode="auto">
            <a:xfrm>
              <a:off x="351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79" name="Freeform 103">
              <a:extLst>
                <a:ext uri="{FF2B5EF4-FFF2-40B4-BE49-F238E27FC236}">
                  <a16:creationId xmlns:a16="http://schemas.microsoft.com/office/drawing/2014/main" id="{8C7770DF-4E63-19E2-7C66-A90021E77FC9}"/>
                </a:ext>
              </a:extLst>
            </p:cNvPr>
            <p:cNvSpPr>
              <a:spLocks noEditPoints="1"/>
            </p:cNvSpPr>
            <p:nvPr/>
          </p:nvSpPr>
          <p:spPr bwMode="auto">
            <a:xfrm>
              <a:off x="351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0" name="Freeform 104">
              <a:extLst>
                <a:ext uri="{FF2B5EF4-FFF2-40B4-BE49-F238E27FC236}">
                  <a16:creationId xmlns:a16="http://schemas.microsoft.com/office/drawing/2014/main" id="{F84D1233-9B9C-D45D-5732-94ADCF1A7325}"/>
                </a:ext>
              </a:extLst>
            </p:cNvPr>
            <p:cNvSpPr>
              <a:spLocks noEditPoints="1"/>
            </p:cNvSpPr>
            <p:nvPr/>
          </p:nvSpPr>
          <p:spPr bwMode="auto">
            <a:xfrm>
              <a:off x="351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1" name="Freeform 105">
              <a:extLst>
                <a:ext uri="{FF2B5EF4-FFF2-40B4-BE49-F238E27FC236}">
                  <a16:creationId xmlns:a16="http://schemas.microsoft.com/office/drawing/2014/main" id="{5302FE3A-4403-B749-C7E8-84E2F8081499}"/>
                </a:ext>
              </a:extLst>
            </p:cNvPr>
            <p:cNvSpPr>
              <a:spLocks noEditPoints="1"/>
            </p:cNvSpPr>
            <p:nvPr/>
          </p:nvSpPr>
          <p:spPr bwMode="auto">
            <a:xfrm>
              <a:off x="351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2" name="Freeform 106">
              <a:extLst>
                <a:ext uri="{FF2B5EF4-FFF2-40B4-BE49-F238E27FC236}">
                  <a16:creationId xmlns:a16="http://schemas.microsoft.com/office/drawing/2014/main" id="{2943D066-367D-3F08-0A37-BE2E541A8C1A}"/>
                </a:ext>
              </a:extLst>
            </p:cNvPr>
            <p:cNvSpPr>
              <a:spLocks noEditPoints="1"/>
            </p:cNvSpPr>
            <p:nvPr/>
          </p:nvSpPr>
          <p:spPr bwMode="auto">
            <a:xfrm>
              <a:off x="351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3" name="Freeform 107">
              <a:extLst>
                <a:ext uri="{FF2B5EF4-FFF2-40B4-BE49-F238E27FC236}">
                  <a16:creationId xmlns:a16="http://schemas.microsoft.com/office/drawing/2014/main" id="{40BA27CC-AB8E-D1D9-B060-C5F467A95F7B}"/>
                </a:ext>
              </a:extLst>
            </p:cNvPr>
            <p:cNvSpPr>
              <a:spLocks noEditPoints="1"/>
            </p:cNvSpPr>
            <p:nvPr/>
          </p:nvSpPr>
          <p:spPr bwMode="auto">
            <a:xfrm>
              <a:off x="351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4" name="Freeform 108">
              <a:extLst>
                <a:ext uri="{FF2B5EF4-FFF2-40B4-BE49-F238E27FC236}">
                  <a16:creationId xmlns:a16="http://schemas.microsoft.com/office/drawing/2014/main" id="{2B9438E0-B549-7260-0531-1DD804D16121}"/>
                </a:ext>
              </a:extLst>
            </p:cNvPr>
            <p:cNvSpPr>
              <a:spLocks noEditPoints="1"/>
            </p:cNvSpPr>
            <p:nvPr/>
          </p:nvSpPr>
          <p:spPr bwMode="auto">
            <a:xfrm>
              <a:off x="351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5" name="Freeform 109">
              <a:extLst>
                <a:ext uri="{FF2B5EF4-FFF2-40B4-BE49-F238E27FC236}">
                  <a16:creationId xmlns:a16="http://schemas.microsoft.com/office/drawing/2014/main" id="{63048B81-A392-E360-46CD-2FF847777115}"/>
                </a:ext>
              </a:extLst>
            </p:cNvPr>
            <p:cNvSpPr>
              <a:spLocks noEditPoints="1"/>
            </p:cNvSpPr>
            <p:nvPr/>
          </p:nvSpPr>
          <p:spPr bwMode="auto">
            <a:xfrm>
              <a:off x="351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6" name="Freeform 110">
              <a:extLst>
                <a:ext uri="{FF2B5EF4-FFF2-40B4-BE49-F238E27FC236}">
                  <a16:creationId xmlns:a16="http://schemas.microsoft.com/office/drawing/2014/main" id="{5877834F-45E6-7029-CDC7-D96606C32888}"/>
                </a:ext>
              </a:extLst>
            </p:cNvPr>
            <p:cNvSpPr>
              <a:spLocks noEditPoints="1"/>
            </p:cNvSpPr>
            <p:nvPr/>
          </p:nvSpPr>
          <p:spPr bwMode="auto">
            <a:xfrm>
              <a:off x="351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7" name="Freeform 111">
              <a:extLst>
                <a:ext uri="{FF2B5EF4-FFF2-40B4-BE49-F238E27FC236}">
                  <a16:creationId xmlns:a16="http://schemas.microsoft.com/office/drawing/2014/main" id="{A240EF4C-EA63-C04D-DB31-093D76066CE4}"/>
                </a:ext>
              </a:extLst>
            </p:cNvPr>
            <p:cNvSpPr>
              <a:spLocks noEditPoints="1"/>
            </p:cNvSpPr>
            <p:nvPr/>
          </p:nvSpPr>
          <p:spPr bwMode="auto">
            <a:xfrm>
              <a:off x="351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8" name="Freeform 112">
              <a:extLst>
                <a:ext uri="{FF2B5EF4-FFF2-40B4-BE49-F238E27FC236}">
                  <a16:creationId xmlns:a16="http://schemas.microsoft.com/office/drawing/2014/main" id="{802C0B8D-2696-C45A-E7C4-B7CFC4962A9E}"/>
                </a:ext>
              </a:extLst>
            </p:cNvPr>
            <p:cNvSpPr>
              <a:spLocks noEditPoints="1"/>
            </p:cNvSpPr>
            <p:nvPr/>
          </p:nvSpPr>
          <p:spPr bwMode="auto">
            <a:xfrm>
              <a:off x="351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89" name="Rectangle 113">
              <a:extLst>
                <a:ext uri="{FF2B5EF4-FFF2-40B4-BE49-F238E27FC236}">
                  <a16:creationId xmlns:a16="http://schemas.microsoft.com/office/drawing/2014/main" id="{D50B20E1-61F1-5B75-79FA-88D5F0718A25}"/>
                </a:ext>
              </a:extLst>
            </p:cNvPr>
            <p:cNvSpPr>
              <a:spLocks noChangeArrowheads="1"/>
            </p:cNvSpPr>
            <p:nvPr/>
          </p:nvSpPr>
          <p:spPr bwMode="auto">
            <a:xfrm>
              <a:off x="351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90" name="Rectangle 114">
              <a:extLst>
                <a:ext uri="{FF2B5EF4-FFF2-40B4-BE49-F238E27FC236}">
                  <a16:creationId xmlns:a16="http://schemas.microsoft.com/office/drawing/2014/main" id="{A018E903-6E56-7228-78F6-D88C0C0AD9E5}"/>
                </a:ext>
              </a:extLst>
            </p:cNvPr>
            <p:cNvSpPr>
              <a:spLocks noChangeArrowheads="1"/>
            </p:cNvSpPr>
            <p:nvPr/>
          </p:nvSpPr>
          <p:spPr bwMode="auto">
            <a:xfrm>
              <a:off x="396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691" name="Freeform 115">
              <a:extLst>
                <a:ext uri="{FF2B5EF4-FFF2-40B4-BE49-F238E27FC236}">
                  <a16:creationId xmlns:a16="http://schemas.microsoft.com/office/drawing/2014/main" id="{2EF6CD06-DC90-28A0-DFFF-8F8E294F7FBC}"/>
                </a:ext>
              </a:extLst>
            </p:cNvPr>
            <p:cNvSpPr>
              <a:spLocks noEditPoints="1"/>
            </p:cNvSpPr>
            <p:nvPr/>
          </p:nvSpPr>
          <p:spPr bwMode="auto">
            <a:xfrm>
              <a:off x="396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92" name="Freeform 116">
              <a:extLst>
                <a:ext uri="{FF2B5EF4-FFF2-40B4-BE49-F238E27FC236}">
                  <a16:creationId xmlns:a16="http://schemas.microsoft.com/office/drawing/2014/main" id="{CABCF1FC-C797-A2E8-552F-CBA77BB06DA5}"/>
                </a:ext>
              </a:extLst>
            </p:cNvPr>
            <p:cNvSpPr>
              <a:spLocks noEditPoints="1"/>
            </p:cNvSpPr>
            <p:nvPr/>
          </p:nvSpPr>
          <p:spPr bwMode="auto">
            <a:xfrm>
              <a:off x="396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93" name="Freeform 117">
              <a:extLst>
                <a:ext uri="{FF2B5EF4-FFF2-40B4-BE49-F238E27FC236}">
                  <a16:creationId xmlns:a16="http://schemas.microsoft.com/office/drawing/2014/main" id="{FBA00A6D-B06E-EEA7-CDED-E89C140BF210}"/>
                </a:ext>
              </a:extLst>
            </p:cNvPr>
            <p:cNvSpPr>
              <a:spLocks noEditPoints="1"/>
            </p:cNvSpPr>
            <p:nvPr/>
          </p:nvSpPr>
          <p:spPr bwMode="auto">
            <a:xfrm>
              <a:off x="396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94" name="Freeform 118">
              <a:extLst>
                <a:ext uri="{FF2B5EF4-FFF2-40B4-BE49-F238E27FC236}">
                  <a16:creationId xmlns:a16="http://schemas.microsoft.com/office/drawing/2014/main" id="{FA0EE8C4-63D3-2C63-12BB-9A6A8AE5E117}"/>
                </a:ext>
              </a:extLst>
            </p:cNvPr>
            <p:cNvSpPr>
              <a:spLocks noEditPoints="1"/>
            </p:cNvSpPr>
            <p:nvPr/>
          </p:nvSpPr>
          <p:spPr bwMode="auto">
            <a:xfrm>
              <a:off x="396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95" name="Freeform 119">
              <a:extLst>
                <a:ext uri="{FF2B5EF4-FFF2-40B4-BE49-F238E27FC236}">
                  <a16:creationId xmlns:a16="http://schemas.microsoft.com/office/drawing/2014/main" id="{5651E1F4-E1B5-775C-DD5D-ADC8590F908F}"/>
                </a:ext>
              </a:extLst>
            </p:cNvPr>
            <p:cNvSpPr>
              <a:spLocks noEditPoints="1"/>
            </p:cNvSpPr>
            <p:nvPr/>
          </p:nvSpPr>
          <p:spPr bwMode="auto">
            <a:xfrm>
              <a:off x="396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96" name="Freeform 120">
              <a:extLst>
                <a:ext uri="{FF2B5EF4-FFF2-40B4-BE49-F238E27FC236}">
                  <a16:creationId xmlns:a16="http://schemas.microsoft.com/office/drawing/2014/main" id="{CB0624C4-BA77-4789-FB13-481D8D6C1A32}"/>
                </a:ext>
              </a:extLst>
            </p:cNvPr>
            <p:cNvSpPr>
              <a:spLocks noEditPoints="1"/>
            </p:cNvSpPr>
            <p:nvPr/>
          </p:nvSpPr>
          <p:spPr bwMode="auto">
            <a:xfrm>
              <a:off x="396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97" name="Freeform 121">
              <a:extLst>
                <a:ext uri="{FF2B5EF4-FFF2-40B4-BE49-F238E27FC236}">
                  <a16:creationId xmlns:a16="http://schemas.microsoft.com/office/drawing/2014/main" id="{E52EA1A4-FDA9-1AB9-7326-4AC60DDCA779}"/>
                </a:ext>
              </a:extLst>
            </p:cNvPr>
            <p:cNvSpPr>
              <a:spLocks noEditPoints="1"/>
            </p:cNvSpPr>
            <p:nvPr/>
          </p:nvSpPr>
          <p:spPr bwMode="auto">
            <a:xfrm>
              <a:off x="396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98" name="Freeform 122">
              <a:extLst>
                <a:ext uri="{FF2B5EF4-FFF2-40B4-BE49-F238E27FC236}">
                  <a16:creationId xmlns:a16="http://schemas.microsoft.com/office/drawing/2014/main" id="{62F9E677-9594-3657-8E88-22092FC9C495}"/>
                </a:ext>
              </a:extLst>
            </p:cNvPr>
            <p:cNvSpPr>
              <a:spLocks noEditPoints="1"/>
            </p:cNvSpPr>
            <p:nvPr/>
          </p:nvSpPr>
          <p:spPr bwMode="auto">
            <a:xfrm>
              <a:off x="396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699" name="Freeform 123">
              <a:extLst>
                <a:ext uri="{FF2B5EF4-FFF2-40B4-BE49-F238E27FC236}">
                  <a16:creationId xmlns:a16="http://schemas.microsoft.com/office/drawing/2014/main" id="{911FA2B6-34B8-0A4E-D76C-E01FFE3BF0DF}"/>
                </a:ext>
              </a:extLst>
            </p:cNvPr>
            <p:cNvSpPr>
              <a:spLocks noEditPoints="1"/>
            </p:cNvSpPr>
            <p:nvPr/>
          </p:nvSpPr>
          <p:spPr bwMode="auto">
            <a:xfrm>
              <a:off x="396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00" name="Freeform 124">
              <a:extLst>
                <a:ext uri="{FF2B5EF4-FFF2-40B4-BE49-F238E27FC236}">
                  <a16:creationId xmlns:a16="http://schemas.microsoft.com/office/drawing/2014/main" id="{6564C8BD-5F43-EF72-51B9-1ECB48EB1A1D}"/>
                </a:ext>
              </a:extLst>
            </p:cNvPr>
            <p:cNvSpPr>
              <a:spLocks noEditPoints="1"/>
            </p:cNvSpPr>
            <p:nvPr/>
          </p:nvSpPr>
          <p:spPr bwMode="auto">
            <a:xfrm>
              <a:off x="396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01" name="Rectangle 125">
              <a:extLst>
                <a:ext uri="{FF2B5EF4-FFF2-40B4-BE49-F238E27FC236}">
                  <a16:creationId xmlns:a16="http://schemas.microsoft.com/office/drawing/2014/main" id="{AE2C96B1-91A9-8BAA-D5B7-9CE95A89083F}"/>
                </a:ext>
              </a:extLst>
            </p:cNvPr>
            <p:cNvSpPr>
              <a:spLocks noChangeArrowheads="1"/>
            </p:cNvSpPr>
            <p:nvPr/>
          </p:nvSpPr>
          <p:spPr bwMode="auto">
            <a:xfrm>
              <a:off x="396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702" name="Rectangle 126">
              <a:extLst>
                <a:ext uri="{FF2B5EF4-FFF2-40B4-BE49-F238E27FC236}">
                  <a16:creationId xmlns:a16="http://schemas.microsoft.com/office/drawing/2014/main" id="{19936883-F400-FB0D-041F-99C13712B255}"/>
                </a:ext>
              </a:extLst>
            </p:cNvPr>
            <p:cNvSpPr>
              <a:spLocks noChangeArrowheads="1"/>
            </p:cNvSpPr>
            <p:nvPr/>
          </p:nvSpPr>
          <p:spPr bwMode="auto">
            <a:xfrm>
              <a:off x="4405"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703" name="Freeform 127">
              <a:extLst>
                <a:ext uri="{FF2B5EF4-FFF2-40B4-BE49-F238E27FC236}">
                  <a16:creationId xmlns:a16="http://schemas.microsoft.com/office/drawing/2014/main" id="{C0835F3E-4CEC-DD09-A9FF-8E14E72A1DAC}"/>
                </a:ext>
              </a:extLst>
            </p:cNvPr>
            <p:cNvSpPr>
              <a:spLocks noEditPoints="1"/>
            </p:cNvSpPr>
            <p:nvPr/>
          </p:nvSpPr>
          <p:spPr bwMode="auto">
            <a:xfrm>
              <a:off x="4405"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04" name="Freeform 128">
              <a:extLst>
                <a:ext uri="{FF2B5EF4-FFF2-40B4-BE49-F238E27FC236}">
                  <a16:creationId xmlns:a16="http://schemas.microsoft.com/office/drawing/2014/main" id="{4E797282-8AAE-14AB-0040-F907EE890FF6}"/>
                </a:ext>
              </a:extLst>
            </p:cNvPr>
            <p:cNvSpPr>
              <a:spLocks noEditPoints="1"/>
            </p:cNvSpPr>
            <p:nvPr/>
          </p:nvSpPr>
          <p:spPr bwMode="auto">
            <a:xfrm>
              <a:off x="4405"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05" name="Freeform 129">
              <a:extLst>
                <a:ext uri="{FF2B5EF4-FFF2-40B4-BE49-F238E27FC236}">
                  <a16:creationId xmlns:a16="http://schemas.microsoft.com/office/drawing/2014/main" id="{87A4CFD2-AB49-EF64-0E42-4E0D97DE3FA5}"/>
                </a:ext>
              </a:extLst>
            </p:cNvPr>
            <p:cNvSpPr>
              <a:spLocks noEditPoints="1"/>
            </p:cNvSpPr>
            <p:nvPr/>
          </p:nvSpPr>
          <p:spPr bwMode="auto">
            <a:xfrm>
              <a:off x="4405"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06" name="Freeform 130">
              <a:extLst>
                <a:ext uri="{FF2B5EF4-FFF2-40B4-BE49-F238E27FC236}">
                  <a16:creationId xmlns:a16="http://schemas.microsoft.com/office/drawing/2014/main" id="{270A3B8E-AE9C-4B1F-C4AC-555CF060CC3D}"/>
                </a:ext>
              </a:extLst>
            </p:cNvPr>
            <p:cNvSpPr>
              <a:spLocks noEditPoints="1"/>
            </p:cNvSpPr>
            <p:nvPr/>
          </p:nvSpPr>
          <p:spPr bwMode="auto">
            <a:xfrm>
              <a:off x="4405"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07" name="Freeform 131">
              <a:extLst>
                <a:ext uri="{FF2B5EF4-FFF2-40B4-BE49-F238E27FC236}">
                  <a16:creationId xmlns:a16="http://schemas.microsoft.com/office/drawing/2014/main" id="{AE6CE941-0AC7-BEC7-C50F-B38A4E42F8BC}"/>
                </a:ext>
              </a:extLst>
            </p:cNvPr>
            <p:cNvSpPr>
              <a:spLocks noEditPoints="1"/>
            </p:cNvSpPr>
            <p:nvPr/>
          </p:nvSpPr>
          <p:spPr bwMode="auto">
            <a:xfrm>
              <a:off x="4405"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08" name="Freeform 132">
              <a:extLst>
                <a:ext uri="{FF2B5EF4-FFF2-40B4-BE49-F238E27FC236}">
                  <a16:creationId xmlns:a16="http://schemas.microsoft.com/office/drawing/2014/main" id="{5F46E33C-80A0-FD27-664D-34C8FB676F9D}"/>
                </a:ext>
              </a:extLst>
            </p:cNvPr>
            <p:cNvSpPr>
              <a:spLocks noEditPoints="1"/>
            </p:cNvSpPr>
            <p:nvPr/>
          </p:nvSpPr>
          <p:spPr bwMode="auto">
            <a:xfrm>
              <a:off x="4405"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09" name="Freeform 133">
              <a:extLst>
                <a:ext uri="{FF2B5EF4-FFF2-40B4-BE49-F238E27FC236}">
                  <a16:creationId xmlns:a16="http://schemas.microsoft.com/office/drawing/2014/main" id="{5AF47B6A-D06F-6792-03B9-C1A73CA3636F}"/>
                </a:ext>
              </a:extLst>
            </p:cNvPr>
            <p:cNvSpPr>
              <a:spLocks noEditPoints="1"/>
            </p:cNvSpPr>
            <p:nvPr/>
          </p:nvSpPr>
          <p:spPr bwMode="auto">
            <a:xfrm>
              <a:off x="4405"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10" name="Freeform 134">
              <a:extLst>
                <a:ext uri="{FF2B5EF4-FFF2-40B4-BE49-F238E27FC236}">
                  <a16:creationId xmlns:a16="http://schemas.microsoft.com/office/drawing/2014/main" id="{3D78A523-4E76-6520-C97D-3E7CA810E4A0}"/>
                </a:ext>
              </a:extLst>
            </p:cNvPr>
            <p:cNvSpPr>
              <a:spLocks noEditPoints="1"/>
            </p:cNvSpPr>
            <p:nvPr/>
          </p:nvSpPr>
          <p:spPr bwMode="auto">
            <a:xfrm>
              <a:off x="4405"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11" name="Freeform 135">
              <a:extLst>
                <a:ext uri="{FF2B5EF4-FFF2-40B4-BE49-F238E27FC236}">
                  <a16:creationId xmlns:a16="http://schemas.microsoft.com/office/drawing/2014/main" id="{82589357-EDED-8699-8ADB-C5728DDDC1BA}"/>
                </a:ext>
              </a:extLst>
            </p:cNvPr>
            <p:cNvSpPr>
              <a:spLocks noEditPoints="1"/>
            </p:cNvSpPr>
            <p:nvPr/>
          </p:nvSpPr>
          <p:spPr bwMode="auto">
            <a:xfrm>
              <a:off x="4405"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12" name="Freeform 136">
              <a:extLst>
                <a:ext uri="{FF2B5EF4-FFF2-40B4-BE49-F238E27FC236}">
                  <a16:creationId xmlns:a16="http://schemas.microsoft.com/office/drawing/2014/main" id="{D14C82E2-635B-0395-621C-2D5AB937D939}"/>
                </a:ext>
              </a:extLst>
            </p:cNvPr>
            <p:cNvSpPr>
              <a:spLocks noEditPoints="1"/>
            </p:cNvSpPr>
            <p:nvPr/>
          </p:nvSpPr>
          <p:spPr bwMode="auto">
            <a:xfrm>
              <a:off x="4405"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13" name="Rectangle 137">
              <a:extLst>
                <a:ext uri="{FF2B5EF4-FFF2-40B4-BE49-F238E27FC236}">
                  <a16:creationId xmlns:a16="http://schemas.microsoft.com/office/drawing/2014/main" id="{046C4187-20F1-2CB2-2FB1-C7601A15BF51}"/>
                </a:ext>
              </a:extLst>
            </p:cNvPr>
            <p:cNvSpPr>
              <a:spLocks noChangeArrowheads="1"/>
            </p:cNvSpPr>
            <p:nvPr/>
          </p:nvSpPr>
          <p:spPr bwMode="auto">
            <a:xfrm>
              <a:off x="4405"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714" name="Rectangle 138">
              <a:extLst>
                <a:ext uri="{FF2B5EF4-FFF2-40B4-BE49-F238E27FC236}">
                  <a16:creationId xmlns:a16="http://schemas.microsoft.com/office/drawing/2014/main" id="{BC814167-F046-BEE8-65DD-7F0CB8CB8BE6}"/>
                </a:ext>
              </a:extLst>
            </p:cNvPr>
            <p:cNvSpPr>
              <a:spLocks noChangeArrowheads="1"/>
            </p:cNvSpPr>
            <p:nvPr/>
          </p:nvSpPr>
          <p:spPr bwMode="auto">
            <a:xfrm>
              <a:off x="485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715" name="Freeform 139">
              <a:extLst>
                <a:ext uri="{FF2B5EF4-FFF2-40B4-BE49-F238E27FC236}">
                  <a16:creationId xmlns:a16="http://schemas.microsoft.com/office/drawing/2014/main" id="{EFEEBBFF-9B26-6F39-50B0-CCD438178D0D}"/>
                </a:ext>
              </a:extLst>
            </p:cNvPr>
            <p:cNvSpPr>
              <a:spLocks noEditPoints="1"/>
            </p:cNvSpPr>
            <p:nvPr/>
          </p:nvSpPr>
          <p:spPr bwMode="auto">
            <a:xfrm>
              <a:off x="485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16" name="Freeform 140">
              <a:extLst>
                <a:ext uri="{FF2B5EF4-FFF2-40B4-BE49-F238E27FC236}">
                  <a16:creationId xmlns:a16="http://schemas.microsoft.com/office/drawing/2014/main" id="{C6BCF29D-4DF2-A507-4BCE-700C8B4FCB9A}"/>
                </a:ext>
              </a:extLst>
            </p:cNvPr>
            <p:cNvSpPr>
              <a:spLocks noEditPoints="1"/>
            </p:cNvSpPr>
            <p:nvPr/>
          </p:nvSpPr>
          <p:spPr bwMode="auto">
            <a:xfrm>
              <a:off x="485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17" name="Freeform 141">
              <a:extLst>
                <a:ext uri="{FF2B5EF4-FFF2-40B4-BE49-F238E27FC236}">
                  <a16:creationId xmlns:a16="http://schemas.microsoft.com/office/drawing/2014/main" id="{77B4B326-6EC6-1B2D-A6C3-75E120485B5D}"/>
                </a:ext>
              </a:extLst>
            </p:cNvPr>
            <p:cNvSpPr>
              <a:spLocks noEditPoints="1"/>
            </p:cNvSpPr>
            <p:nvPr/>
          </p:nvSpPr>
          <p:spPr bwMode="auto">
            <a:xfrm>
              <a:off x="485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18" name="Freeform 142">
              <a:extLst>
                <a:ext uri="{FF2B5EF4-FFF2-40B4-BE49-F238E27FC236}">
                  <a16:creationId xmlns:a16="http://schemas.microsoft.com/office/drawing/2014/main" id="{5124CFCD-BAF8-9A54-C767-C58DD8EFBB63}"/>
                </a:ext>
              </a:extLst>
            </p:cNvPr>
            <p:cNvSpPr>
              <a:spLocks noEditPoints="1"/>
            </p:cNvSpPr>
            <p:nvPr/>
          </p:nvSpPr>
          <p:spPr bwMode="auto">
            <a:xfrm>
              <a:off x="485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19" name="Freeform 143">
              <a:extLst>
                <a:ext uri="{FF2B5EF4-FFF2-40B4-BE49-F238E27FC236}">
                  <a16:creationId xmlns:a16="http://schemas.microsoft.com/office/drawing/2014/main" id="{7B28CF6E-4566-D53E-0CDC-F141E34AC249}"/>
                </a:ext>
              </a:extLst>
            </p:cNvPr>
            <p:cNvSpPr>
              <a:spLocks noEditPoints="1"/>
            </p:cNvSpPr>
            <p:nvPr/>
          </p:nvSpPr>
          <p:spPr bwMode="auto">
            <a:xfrm>
              <a:off x="485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20" name="Freeform 144">
              <a:extLst>
                <a:ext uri="{FF2B5EF4-FFF2-40B4-BE49-F238E27FC236}">
                  <a16:creationId xmlns:a16="http://schemas.microsoft.com/office/drawing/2014/main" id="{3372A24D-5722-DF10-B59A-471584CD46C3}"/>
                </a:ext>
              </a:extLst>
            </p:cNvPr>
            <p:cNvSpPr>
              <a:spLocks noEditPoints="1"/>
            </p:cNvSpPr>
            <p:nvPr/>
          </p:nvSpPr>
          <p:spPr bwMode="auto">
            <a:xfrm>
              <a:off x="485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21" name="Freeform 145">
              <a:extLst>
                <a:ext uri="{FF2B5EF4-FFF2-40B4-BE49-F238E27FC236}">
                  <a16:creationId xmlns:a16="http://schemas.microsoft.com/office/drawing/2014/main" id="{771C44F1-58F3-437C-1C0F-C3B3E7C33FE1}"/>
                </a:ext>
              </a:extLst>
            </p:cNvPr>
            <p:cNvSpPr>
              <a:spLocks noEditPoints="1"/>
            </p:cNvSpPr>
            <p:nvPr/>
          </p:nvSpPr>
          <p:spPr bwMode="auto">
            <a:xfrm>
              <a:off x="485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22" name="Freeform 146">
              <a:extLst>
                <a:ext uri="{FF2B5EF4-FFF2-40B4-BE49-F238E27FC236}">
                  <a16:creationId xmlns:a16="http://schemas.microsoft.com/office/drawing/2014/main" id="{50BD1075-A1BE-B2ED-5897-7A7668245B53}"/>
                </a:ext>
              </a:extLst>
            </p:cNvPr>
            <p:cNvSpPr>
              <a:spLocks noEditPoints="1"/>
            </p:cNvSpPr>
            <p:nvPr/>
          </p:nvSpPr>
          <p:spPr bwMode="auto">
            <a:xfrm>
              <a:off x="485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23" name="Freeform 147">
              <a:extLst>
                <a:ext uri="{FF2B5EF4-FFF2-40B4-BE49-F238E27FC236}">
                  <a16:creationId xmlns:a16="http://schemas.microsoft.com/office/drawing/2014/main" id="{0D464061-AD0B-FE73-E79E-991FBF2D2BD7}"/>
                </a:ext>
              </a:extLst>
            </p:cNvPr>
            <p:cNvSpPr>
              <a:spLocks noEditPoints="1"/>
            </p:cNvSpPr>
            <p:nvPr/>
          </p:nvSpPr>
          <p:spPr bwMode="auto">
            <a:xfrm>
              <a:off x="485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24" name="Freeform 148">
              <a:extLst>
                <a:ext uri="{FF2B5EF4-FFF2-40B4-BE49-F238E27FC236}">
                  <a16:creationId xmlns:a16="http://schemas.microsoft.com/office/drawing/2014/main" id="{55BB8959-D277-C4DE-4B51-AA427368EF61}"/>
                </a:ext>
              </a:extLst>
            </p:cNvPr>
            <p:cNvSpPr>
              <a:spLocks noEditPoints="1"/>
            </p:cNvSpPr>
            <p:nvPr/>
          </p:nvSpPr>
          <p:spPr bwMode="auto">
            <a:xfrm>
              <a:off x="485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25" name="Rectangle 149">
              <a:extLst>
                <a:ext uri="{FF2B5EF4-FFF2-40B4-BE49-F238E27FC236}">
                  <a16:creationId xmlns:a16="http://schemas.microsoft.com/office/drawing/2014/main" id="{E9C93CBD-A294-56A9-D28E-606838763BB7}"/>
                </a:ext>
              </a:extLst>
            </p:cNvPr>
            <p:cNvSpPr>
              <a:spLocks noChangeArrowheads="1"/>
            </p:cNvSpPr>
            <p:nvPr/>
          </p:nvSpPr>
          <p:spPr bwMode="auto">
            <a:xfrm>
              <a:off x="485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726" name="Rectangle 150">
              <a:extLst>
                <a:ext uri="{FF2B5EF4-FFF2-40B4-BE49-F238E27FC236}">
                  <a16:creationId xmlns:a16="http://schemas.microsoft.com/office/drawing/2014/main" id="{80A2AE9F-F3FC-1D6C-AF32-A7D9E34098C2}"/>
                </a:ext>
              </a:extLst>
            </p:cNvPr>
            <p:cNvSpPr>
              <a:spLocks noChangeArrowheads="1"/>
            </p:cNvSpPr>
            <p:nvPr/>
          </p:nvSpPr>
          <p:spPr bwMode="auto">
            <a:xfrm>
              <a:off x="530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727" name="Freeform 151">
              <a:extLst>
                <a:ext uri="{FF2B5EF4-FFF2-40B4-BE49-F238E27FC236}">
                  <a16:creationId xmlns:a16="http://schemas.microsoft.com/office/drawing/2014/main" id="{EE4ACF72-8785-47BC-19A5-14929C0EB6C8}"/>
                </a:ext>
              </a:extLst>
            </p:cNvPr>
            <p:cNvSpPr>
              <a:spLocks noEditPoints="1"/>
            </p:cNvSpPr>
            <p:nvPr/>
          </p:nvSpPr>
          <p:spPr bwMode="auto">
            <a:xfrm>
              <a:off x="530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28" name="Freeform 152">
              <a:extLst>
                <a:ext uri="{FF2B5EF4-FFF2-40B4-BE49-F238E27FC236}">
                  <a16:creationId xmlns:a16="http://schemas.microsoft.com/office/drawing/2014/main" id="{18EAD1EB-0ABE-9FBB-264D-9E2E01CC613D}"/>
                </a:ext>
              </a:extLst>
            </p:cNvPr>
            <p:cNvSpPr>
              <a:spLocks noEditPoints="1"/>
            </p:cNvSpPr>
            <p:nvPr/>
          </p:nvSpPr>
          <p:spPr bwMode="auto">
            <a:xfrm>
              <a:off x="530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29" name="Freeform 153">
              <a:extLst>
                <a:ext uri="{FF2B5EF4-FFF2-40B4-BE49-F238E27FC236}">
                  <a16:creationId xmlns:a16="http://schemas.microsoft.com/office/drawing/2014/main" id="{3E17F714-80B1-2659-A349-2B6F8033D85A}"/>
                </a:ext>
              </a:extLst>
            </p:cNvPr>
            <p:cNvSpPr>
              <a:spLocks noEditPoints="1"/>
            </p:cNvSpPr>
            <p:nvPr/>
          </p:nvSpPr>
          <p:spPr bwMode="auto">
            <a:xfrm>
              <a:off x="530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30" name="Freeform 154">
              <a:extLst>
                <a:ext uri="{FF2B5EF4-FFF2-40B4-BE49-F238E27FC236}">
                  <a16:creationId xmlns:a16="http://schemas.microsoft.com/office/drawing/2014/main" id="{5A4609DF-0521-4FCC-D58C-CE08A04773B6}"/>
                </a:ext>
              </a:extLst>
            </p:cNvPr>
            <p:cNvSpPr>
              <a:spLocks noEditPoints="1"/>
            </p:cNvSpPr>
            <p:nvPr/>
          </p:nvSpPr>
          <p:spPr bwMode="auto">
            <a:xfrm>
              <a:off x="530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31" name="Freeform 155">
              <a:extLst>
                <a:ext uri="{FF2B5EF4-FFF2-40B4-BE49-F238E27FC236}">
                  <a16:creationId xmlns:a16="http://schemas.microsoft.com/office/drawing/2014/main" id="{CB2270A1-470C-FF6A-3809-A0F312A3868A}"/>
                </a:ext>
              </a:extLst>
            </p:cNvPr>
            <p:cNvSpPr>
              <a:spLocks noEditPoints="1"/>
            </p:cNvSpPr>
            <p:nvPr/>
          </p:nvSpPr>
          <p:spPr bwMode="auto">
            <a:xfrm>
              <a:off x="530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32" name="Freeform 156">
              <a:extLst>
                <a:ext uri="{FF2B5EF4-FFF2-40B4-BE49-F238E27FC236}">
                  <a16:creationId xmlns:a16="http://schemas.microsoft.com/office/drawing/2014/main" id="{0E065EF4-4C97-F07C-5193-39BCEA115026}"/>
                </a:ext>
              </a:extLst>
            </p:cNvPr>
            <p:cNvSpPr>
              <a:spLocks noEditPoints="1"/>
            </p:cNvSpPr>
            <p:nvPr/>
          </p:nvSpPr>
          <p:spPr bwMode="auto">
            <a:xfrm>
              <a:off x="530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33" name="Freeform 157">
              <a:extLst>
                <a:ext uri="{FF2B5EF4-FFF2-40B4-BE49-F238E27FC236}">
                  <a16:creationId xmlns:a16="http://schemas.microsoft.com/office/drawing/2014/main" id="{7BC4BE70-A2EE-195D-31FD-D6726CEF6746}"/>
                </a:ext>
              </a:extLst>
            </p:cNvPr>
            <p:cNvSpPr>
              <a:spLocks noEditPoints="1"/>
            </p:cNvSpPr>
            <p:nvPr/>
          </p:nvSpPr>
          <p:spPr bwMode="auto">
            <a:xfrm>
              <a:off x="530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34" name="Freeform 158">
              <a:extLst>
                <a:ext uri="{FF2B5EF4-FFF2-40B4-BE49-F238E27FC236}">
                  <a16:creationId xmlns:a16="http://schemas.microsoft.com/office/drawing/2014/main" id="{13337CE3-ED5C-A0B1-700E-FA4D60300AB9}"/>
                </a:ext>
              </a:extLst>
            </p:cNvPr>
            <p:cNvSpPr>
              <a:spLocks noEditPoints="1"/>
            </p:cNvSpPr>
            <p:nvPr/>
          </p:nvSpPr>
          <p:spPr bwMode="auto">
            <a:xfrm>
              <a:off x="530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35" name="Freeform 159">
              <a:extLst>
                <a:ext uri="{FF2B5EF4-FFF2-40B4-BE49-F238E27FC236}">
                  <a16:creationId xmlns:a16="http://schemas.microsoft.com/office/drawing/2014/main" id="{B649675E-F402-B8FA-991A-28A2147CE45E}"/>
                </a:ext>
              </a:extLst>
            </p:cNvPr>
            <p:cNvSpPr>
              <a:spLocks noEditPoints="1"/>
            </p:cNvSpPr>
            <p:nvPr/>
          </p:nvSpPr>
          <p:spPr bwMode="auto">
            <a:xfrm>
              <a:off x="530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36" name="Freeform 160">
              <a:extLst>
                <a:ext uri="{FF2B5EF4-FFF2-40B4-BE49-F238E27FC236}">
                  <a16:creationId xmlns:a16="http://schemas.microsoft.com/office/drawing/2014/main" id="{106D33DA-39DF-7009-B5C9-575AAAD0A32A}"/>
                </a:ext>
              </a:extLst>
            </p:cNvPr>
            <p:cNvSpPr>
              <a:spLocks noEditPoints="1"/>
            </p:cNvSpPr>
            <p:nvPr/>
          </p:nvSpPr>
          <p:spPr bwMode="auto">
            <a:xfrm>
              <a:off x="530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37" name="Rectangle 161">
              <a:extLst>
                <a:ext uri="{FF2B5EF4-FFF2-40B4-BE49-F238E27FC236}">
                  <a16:creationId xmlns:a16="http://schemas.microsoft.com/office/drawing/2014/main" id="{7CB9A17C-EECA-F9E4-FCAF-4721E217AC14}"/>
                </a:ext>
              </a:extLst>
            </p:cNvPr>
            <p:cNvSpPr>
              <a:spLocks noChangeArrowheads="1"/>
            </p:cNvSpPr>
            <p:nvPr/>
          </p:nvSpPr>
          <p:spPr bwMode="auto">
            <a:xfrm>
              <a:off x="530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4738" name="Freeform 162">
              <a:extLst>
                <a:ext uri="{FF2B5EF4-FFF2-40B4-BE49-F238E27FC236}">
                  <a16:creationId xmlns:a16="http://schemas.microsoft.com/office/drawing/2014/main" id="{5284D466-BD09-E196-7184-0404824DEA4F}"/>
                </a:ext>
              </a:extLst>
            </p:cNvPr>
            <p:cNvSpPr>
              <a:spLocks/>
            </p:cNvSpPr>
            <p:nvPr/>
          </p:nvSpPr>
          <p:spPr bwMode="auto">
            <a:xfrm>
              <a:off x="349" y="3304"/>
              <a:ext cx="20" cy="10"/>
            </a:xfrm>
            <a:custGeom>
              <a:avLst/>
              <a:gdLst>
                <a:gd name="T0" fmla="*/ 0 w 4"/>
                <a:gd name="T1" fmla="*/ 1 h 2"/>
                <a:gd name="T2" fmla="*/ 0 w 4"/>
                <a:gd name="T3" fmla="*/ 1 h 2"/>
              </a:gdLst>
              <a:ahLst/>
              <a:cxnLst>
                <a:cxn ang="0">
                  <a:pos x="T0" y="T1"/>
                </a:cxn>
                <a:cxn ang="0">
                  <a:pos x="T2" y="T3"/>
                </a:cxn>
              </a:cxnLst>
              <a:rect l="0" t="0" r="r" b="b"/>
              <a:pathLst>
                <a:path w="4" h="2">
                  <a:moveTo>
                    <a:pt x="0" y="1"/>
                  </a:moveTo>
                  <a:cubicBezTo>
                    <a:pt x="1" y="2"/>
                    <a:pt x="4" y="0"/>
                    <a:pt x="0" y="1"/>
                  </a:cubicBez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sp>
        <p:nvSpPr>
          <p:cNvPr id="24739" name="Rectangle 163">
            <a:extLst>
              <a:ext uri="{FF2B5EF4-FFF2-40B4-BE49-F238E27FC236}">
                <a16:creationId xmlns:a16="http://schemas.microsoft.com/office/drawing/2014/main" id="{04089A93-3E7B-F7FA-150D-FB382494A01A}"/>
              </a:ext>
            </a:extLst>
          </p:cNvPr>
          <p:cNvSpPr>
            <a:spLocks noGrp="1" noRot="1" noChangeArrowheads="1"/>
          </p:cNvSpPr>
          <p:nvPr>
            <p:ph type="ctrTitle"/>
          </p:nvPr>
        </p:nvSpPr>
        <p:spPr>
          <a:xfrm>
            <a:off x="685800" y="2057400"/>
            <a:ext cx="7772400" cy="1143000"/>
          </a:xfrm>
        </p:spPr>
        <p:txBody>
          <a:bodyPr/>
          <a:lstStyle>
            <a:lvl1pPr>
              <a:defRPr/>
            </a:lvl1pPr>
          </a:lstStyle>
          <a:p>
            <a:pPr lvl="0"/>
            <a:r>
              <a:rPr lang="zh-CN" altLang="en-US" noProof="0"/>
              <a:t>单击此处编辑母版标题样式</a:t>
            </a:r>
          </a:p>
        </p:txBody>
      </p:sp>
      <p:sp>
        <p:nvSpPr>
          <p:cNvPr id="24740" name="Rectangle 164">
            <a:extLst>
              <a:ext uri="{FF2B5EF4-FFF2-40B4-BE49-F238E27FC236}">
                <a16:creationId xmlns:a16="http://schemas.microsoft.com/office/drawing/2014/main" id="{2822C999-C1BA-357A-28BD-B8E84F18DE59}"/>
              </a:ext>
            </a:extLst>
          </p:cNvPr>
          <p:cNvSpPr>
            <a:spLocks noGrp="1" noChangeArrowheads="1"/>
          </p:cNvSpPr>
          <p:nvPr>
            <p:ph type="dt" sz="half" idx="2"/>
          </p:nvPr>
        </p:nvSpPr>
        <p:spPr>
          <a:xfrm>
            <a:off x="301625" y="6248400"/>
            <a:ext cx="2289175" cy="476250"/>
          </a:xfrm>
        </p:spPr>
        <p:txBody>
          <a:bodyPr/>
          <a:lstStyle>
            <a:lvl1pPr>
              <a:defRPr/>
            </a:lvl1pPr>
          </a:lstStyle>
          <a:p>
            <a:endParaRPr lang="en-US" altLang="zh-CN"/>
          </a:p>
        </p:txBody>
      </p:sp>
      <p:sp>
        <p:nvSpPr>
          <p:cNvPr id="24741" name="Rectangle 165">
            <a:extLst>
              <a:ext uri="{FF2B5EF4-FFF2-40B4-BE49-F238E27FC236}">
                <a16:creationId xmlns:a16="http://schemas.microsoft.com/office/drawing/2014/main" id="{B33E3268-0CA5-07CB-3651-A263BD7A3466}"/>
              </a:ext>
            </a:extLst>
          </p:cNvPr>
          <p:cNvSpPr>
            <a:spLocks noGrp="1" noChangeArrowheads="1"/>
          </p:cNvSpPr>
          <p:nvPr>
            <p:ph type="ftr" sz="quarter" idx="3"/>
          </p:nvPr>
        </p:nvSpPr>
        <p:spPr>
          <a:xfrm>
            <a:off x="3124200" y="6248400"/>
            <a:ext cx="2895600" cy="476250"/>
          </a:xfrm>
        </p:spPr>
        <p:txBody>
          <a:bodyPr/>
          <a:lstStyle>
            <a:lvl1pPr>
              <a:defRPr/>
            </a:lvl1pPr>
          </a:lstStyle>
          <a:p>
            <a:endParaRPr lang="en-US" altLang="zh-CN"/>
          </a:p>
        </p:txBody>
      </p:sp>
      <p:sp>
        <p:nvSpPr>
          <p:cNvPr id="24742" name="Rectangle 166">
            <a:extLst>
              <a:ext uri="{FF2B5EF4-FFF2-40B4-BE49-F238E27FC236}">
                <a16:creationId xmlns:a16="http://schemas.microsoft.com/office/drawing/2014/main" id="{A4E90C2D-4CFB-A033-B80B-CD7498D55C7C}"/>
              </a:ext>
            </a:extLst>
          </p:cNvPr>
          <p:cNvSpPr>
            <a:spLocks noGrp="1" noChangeArrowheads="1"/>
          </p:cNvSpPr>
          <p:nvPr>
            <p:ph type="sldNum" sz="quarter" idx="4"/>
          </p:nvPr>
        </p:nvSpPr>
        <p:spPr>
          <a:xfrm>
            <a:off x="6553200" y="6248400"/>
            <a:ext cx="2289175" cy="476250"/>
          </a:xfrm>
        </p:spPr>
        <p:txBody>
          <a:bodyPr/>
          <a:lstStyle>
            <a:lvl1pPr>
              <a:defRPr/>
            </a:lvl1pPr>
          </a:lstStyle>
          <a:p>
            <a:fld id="{AE583085-058F-4913-B1DB-4442DE96C632}" type="slidenum">
              <a:rPr lang="en-US" altLang="zh-CN"/>
              <a:pPr/>
              <a:t>‹#›</a:t>
            </a:fld>
            <a:endParaRPr lang="en-US" altLang="zh-CN"/>
          </a:p>
        </p:txBody>
      </p:sp>
      <p:sp>
        <p:nvSpPr>
          <p:cNvPr id="24743" name="Rectangle 167">
            <a:extLst>
              <a:ext uri="{FF2B5EF4-FFF2-40B4-BE49-F238E27FC236}">
                <a16:creationId xmlns:a16="http://schemas.microsoft.com/office/drawing/2014/main" id="{108FC536-6F09-DC63-B847-4ED811CC1EEE}"/>
              </a:ext>
            </a:extLst>
          </p:cNvPr>
          <p:cNvSpPr>
            <a:spLocks noGrp="1" noRot="1" noChangeArrowheads="1"/>
          </p:cNvSpPr>
          <p:nvPr>
            <p:ph type="subTitle" idx="1"/>
          </p:nvPr>
        </p:nvSpPr>
        <p:spPr>
          <a:xfrm>
            <a:off x="1371600" y="3505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grpSp>
        <p:nvGrpSpPr>
          <p:cNvPr id="24744" name="Group 168">
            <a:extLst>
              <a:ext uri="{FF2B5EF4-FFF2-40B4-BE49-F238E27FC236}">
                <a16:creationId xmlns:a16="http://schemas.microsoft.com/office/drawing/2014/main" id="{68203D1A-2AF1-8030-C580-21EF1BED4DF3}"/>
              </a:ext>
            </a:extLst>
          </p:cNvPr>
          <p:cNvGrpSpPr>
            <a:grpSpLocks/>
          </p:cNvGrpSpPr>
          <p:nvPr/>
        </p:nvGrpSpPr>
        <p:grpSpPr bwMode="auto">
          <a:xfrm>
            <a:off x="152400" y="4724400"/>
            <a:ext cx="1685925" cy="1557338"/>
            <a:chOff x="96" y="2784"/>
            <a:chExt cx="1062" cy="981"/>
          </a:xfrm>
        </p:grpSpPr>
        <p:sp>
          <p:nvSpPr>
            <p:cNvPr id="24745" name="Freeform 169">
              <a:extLst>
                <a:ext uri="{FF2B5EF4-FFF2-40B4-BE49-F238E27FC236}">
                  <a16:creationId xmlns:a16="http://schemas.microsoft.com/office/drawing/2014/main" id="{0FCB2F15-C0E4-DE06-CD84-624E1D8DC611}"/>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46" name="Freeform 170">
              <a:extLst>
                <a:ext uri="{FF2B5EF4-FFF2-40B4-BE49-F238E27FC236}">
                  <a16:creationId xmlns:a16="http://schemas.microsoft.com/office/drawing/2014/main" id="{482691BB-9287-4ED8-5083-1AEB99029A1F}"/>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47" name="Freeform 171">
              <a:extLst>
                <a:ext uri="{FF2B5EF4-FFF2-40B4-BE49-F238E27FC236}">
                  <a16:creationId xmlns:a16="http://schemas.microsoft.com/office/drawing/2014/main" id="{3E32D960-C7F9-3D05-EC06-85DF1C6C2C19}"/>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48" name="Freeform 172">
              <a:extLst>
                <a:ext uri="{FF2B5EF4-FFF2-40B4-BE49-F238E27FC236}">
                  <a16:creationId xmlns:a16="http://schemas.microsoft.com/office/drawing/2014/main" id="{E4740C15-9B30-42A6-CFF2-C4BC6DFD1BDD}"/>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49" name="Freeform 173">
              <a:extLst>
                <a:ext uri="{FF2B5EF4-FFF2-40B4-BE49-F238E27FC236}">
                  <a16:creationId xmlns:a16="http://schemas.microsoft.com/office/drawing/2014/main" id="{6A03876E-039E-95D5-89DE-4E9BEB96A10F}"/>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50" name="Freeform 174">
              <a:extLst>
                <a:ext uri="{FF2B5EF4-FFF2-40B4-BE49-F238E27FC236}">
                  <a16:creationId xmlns:a16="http://schemas.microsoft.com/office/drawing/2014/main" id="{0374D8C8-5259-384E-A495-ABF5FB0FDB7A}"/>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51" name="Freeform 175">
              <a:extLst>
                <a:ext uri="{FF2B5EF4-FFF2-40B4-BE49-F238E27FC236}">
                  <a16:creationId xmlns:a16="http://schemas.microsoft.com/office/drawing/2014/main" id="{C4ED6F1C-7392-C104-72A4-464DF847056D}"/>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52" name="Freeform 176">
              <a:extLst>
                <a:ext uri="{FF2B5EF4-FFF2-40B4-BE49-F238E27FC236}">
                  <a16:creationId xmlns:a16="http://schemas.microsoft.com/office/drawing/2014/main" id="{D31A5047-719D-6896-7FAD-0F67EFF8084D}"/>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53" name="Freeform 177">
              <a:extLst>
                <a:ext uri="{FF2B5EF4-FFF2-40B4-BE49-F238E27FC236}">
                  <a16:creationId xmlns:a16="http://schemas.microsoft.com/office/drawing/2014/main" id="{86393A02-FCA5-C47C-88CE-F9A8228B36C8}"/>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54" name="Freeform 178">
              <a:extLst>
                <a:ext uri="{FF2B5EF4-FFF2-40B4-BE49-F238E27FC236}">
                  <a16:creationId xmlns:a16="http://schemas.microsoft.com/office/drawing/2014/main" id="{A34CE2A5-CCF1-F5F4-04AD-C61C222A44B6}"/>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55" name="Freeform 179">
              <a:extLst>
                <a:ext uri="{FF2B5EF4-FFF2-40B4-BE49-F238E27FC236}">
                  <a16:creationId xmlns:a16="http://schemas.microsoft.com/office/drawing/2014/main" id="{667B2BAB-20C9-D534-C288-21BCFDBBC5C4}"/>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56" name="Freeform 180">
              <a:extLst>
                <a:ext uri="{FF2B5EF4-FFF2-40B4-BE49-F238E27FC236}">
                  <a16:creationId xmlns:a16="http://schemas.microsoft.com/office/drawing/2014/main" id="{B5412041-1302-ECCE-6D4F-16A3A5B9BC58}"/>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757" name="Freeform 181">
              <a:extLst>
                <a:ext uri="{FF2B5EF4-FFF2-40B4-BE49-F238E27FC236}">
                  <a16:creationId xmlns:a16="http://schemas.microsoft.com/office/drawing/2014/main" id="{AB4A3A80-B959-8BCD-F653-E344BB1173D0}"/>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F59C5-BCE8-9F1D-A392-CB9D4DA8EE4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B9BF6D5-A5BE-0E39-EF3D-A3F62B4E31D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BC3C44-0EF1-F57B-B3BF-20C4864BF8C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22B1077-63CE-C7C2-E376-3148D3FF5E16}"/>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85EE5F8-41E0-548B-9215-699684093BC1}"/>
              </a:ext>
            </a:extLst>
          </p:cNvPr>
          <p:cNvSpPr>
            <a:spLocks noGrp="1"/>
          </p:cNvSpPr>
          <p:nvPr>
            <p:ph type="sldNum" sz="quarter" idx="12"/>
          </p:nvPr>
        </p:nvSpPr>
        <p:spPr/>
        <p:txBody>
          <a:bodyPr/>
          <a:lstStyle>
            <a:lvl1pPr>
              <a:defRPr/>
            </a:lvl1pPr>
          </a:lstStyle>
          <a:p>
            <a:fld id="{592E5860-F2EC-4F35-878E-B74D3A40F2AB}" type="slidenum">
              <a:rPr lang="en-US" altLang="zh-CN"/>
              <a:pPr/>
              <a:t>‹#›</a:t>
            </a:fld>
            <a:endParaRPr lang="en-US" altLang="zh-CN"/>
          </a:p>
        </p:txBody>
      </p:sp>
    </p:spTree>
    <p:extLst>
      <p:ext uri="{BB962C8B-B14F-4D97-AF65-F5344CB8AC3E}">
        <p14:creationId xmlns:p14="http://schemas.microsoft.com/office/powerpoint/2010/main" val="701665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D68917-518E-E3A3-19D2-FA4B54C7BFF6}"/>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FA69262-E9EE-82BA-D4EA-AAF0EC0148ED}"/>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884657B-1DCC-C52B-DE84-54CC69601FC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D2CCEFA-D229-C9D4-346D-CD3FF8221E8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0469757-2CFB-A4FA-7EF8-76A174BDF895}"/>
              </a:ext>
            </a:extLst>
          </p:cNvPr>
          <p:cNvSpPr>
            <a:spLocks noGrp="1"/>
          </p:cNvSpPr>
          <p:nvPr>
            <p:ph type="sldNum" sz="quarter" idx="12"/>
          </p:nvPr>
        </p:nvSpPr>
        <p:spPr/>
        <p:txBody>
          <a:bodyPr/>
          <a:lstStyle>
            <a:lvl1pPr>
              <a:defRPr/>
            </a:lvl1pPr>
          </a:lstStyle>
          <a:p>
            <a:fld id="{E6E8541C-642C-48E3-930F-69370B6C5FFD}" type="slidenum">
              <a:rPr lang="en-US" altLang="zh-CN"/>
              <a:pPr/>
              <a:t>‹#›</a:t>
            </a:fld>
            <a:endParaRPr lang="en-US" altLang="zh-CN"/>
          </a:p>
        </p:txBody>
      </p:sp>
    </p:spTree>
    <p:extLst>
      <p:ext uri="{BB962C8B-B14F-4D97-AF65-F5344CB8AC3E}">
        <p14:creationId xmlns:p14="http://schemas.microsoft.com/office/powerpoint/2010/main" val="3029044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9809AB-5967-0090-D0DD-C8E24E8D365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A44BAA5-F909-E87D-CA14-D90EF4A7645F}"/>
              </a:ext>
            </a:extLst>
          </p:cNvPr>
          <p:cNvSpPr>
            <a:spLocks noGrp="1"/>
          </p:cNvSpPr>
          <p:nvPr>
            <p:ph sz="half" idx="1"/>
          </p:nvPr>
        </p:nvSpPr>
        <p:spPr>
          <a:xfrm>
            <a:off x="609600" y="1600200"/>
            <a:ext cx="4000500"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C715EC1-A138-1948-9A90-290DC1F128D0}"/>
              </a:ext>
            </a:extLst>
          </p:cNvPr>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8D86869-6265-BEF7-F7FB-568FD89D00EC}"/>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392C2882-713C-1672-92B1-313D21B7FE89}"/>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94506FD-7AE5-A4EB-C563-51B7140C88F1}"/>
              </a:ext>
            </a:extLst>
          </p:cNvPr>
          <p:cNvSpPr>
            <a:spLocks noGrp="1"/>
          </p:cNvSpPr>
          <p:nvPr>
            <p:ph type="sldNum" sz="quarter" idx="12"/>
          </p:nvPr>
        </p:nvSpPr>
        <p:spPr/>
        <p:txBody>
          <a:bodyPr/>
          <a:lstStyle>
            <a:lvl1pPr>
              <a:defRPr/>
            </a:lvl1pPr>
          </a:lstStyle>
          <a:p>
            <a:fld id="{9C08B179-EBBE-4938-9901-E77D5CC87032}" type="slidenum">
              <a:rPr lang="en-US" altLang="zh-CN"/>
              <a:pPr/>
              <a:t>‹#›</a:t>
            </a:fld>
            <a:endParaRPr lang="en-US" altLang="zh-CN"/>
          </a:p>
        </p:txBody>
      </p:sp>
    </p:spTree>
    <p:extLst>
      <p:ext uri="{BB962C8B-B14F-4D97-AF65-F5344CB8AC3E}">
        <p14:creationId xmlns:p14="http://schemas.microsoft.com/office/powerpoint/2010/main" val="1916823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9FE54B-C44B-2BDB-5A17-66AA6D622EA2}"/>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6D3207D-9AA5-6DC4-4EF8-6C4277FE8AD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06519AA-9CB7-9CC2-53FE-EB2761FFB756}"/>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E814260-3955-E72F-5135-6C60A8027A3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B2FDAEF-F7B4-BB02-BBB6-FD94EB95DBF2}"/>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C3940D1-BE54-2F9D-3D98-468ED1B724CB}"/>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9BF4EAAB-4EA6-4E76-3D0E-C8B891BA367B}"/>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F5F4CF78-2C40-3FD2-FC49-638180855286}"/>
              </a:ext>
            </a:extLst>
          </p:cNvPr>
          <p:cNvSpPr>
            <a:spLocks noGrp="1"/>
          </p:cNvSpPr>
          <p:nvPr>
            <p:ph type="sldNum" sz="quarter" idx="12"/>
          </p:nvPr>
        </p:nvSpPr>
        <p:spPr/>
        <p:txBody>
          <a:bodyPr/>
          <a:lstStyle>
            <a:lvl1pPr>
              <a:defRPr/>
            </a:lvl1pPr>
          </a:lstStyle>
          <a:p>
            <a:fld id="{5AF9AE77-C541-4F36-9E32-8CA4910C795E}" type="slidenum">
              <a:rPr lang="en-US" altLang="zh-CN"/>
              <a:pPr/>
              <a:t>‹#›</a:t>
            </a:fld>
            <a:endParaRPr lang="en-US" altLang="zh-CN"/>
          </a:p>
        </p:txBody>
      </p:sp>
    </p:spTree>
    <p:extLst>
      <p:ext uri="{BB962C8B-B14F-4D97-AF65-F5344CB8AC3E}">
        <p14:creationId xmlns:p14="http://schemas.microsoft.com/office/powerpoint/2010/main" val="4078681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A18BF6-38C8-AAA9-DEED-D1F49538A8F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40AF87B-F406-7D78-6DBB-FA56D0F38A2C}"/>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E4EA5EDD-C914-2E37-3094-40225BD365D4}"/>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BE1FD1FA-F0AA-7CBF-15C1-46C75A19388F}"/>
              </a:ext>
            </a:extLst>
          </p:cNvPr>
          <p:cNvSpPr>
            <a:spLocks noGrp="1"/>
          </p:cNvSpPr>
          <p:nvPr>
            <p:ph type="sldNum" sz="quarter" idx="12"/>
          </p:nvPr>
        </p:nvSpPr>
        <p:spPr/>
        <p:txBody>
          <a:bodyPr/>
          <a:lstStyle>
            <a:lvl1pPr>
              <a:defRPr/>
            </a:lvl1pPr>
          </a:lstStyle>
          <a:p>
            <a:fld id="{5A72694D-3658-4DB5-9873-A1A2BA4F2758}" type="slidenum">
              <a:rPr lang="en-US" altLang="zh-CN"/>
              <a:pPr/>
              <a:t>‹#›</a:t>
            </a:fld>
            <a:endParaRPr lang="en-US" altLang="zh-CN"/>
          </a:p>
        </p:txBody>
      </p:sp>
    </p:spTree>
    <p:extLst>
      <p:ext uri="{BB962C8B-B14F-4D97-AF65-F5344CB8AC3E}">
        <p14:creationId xmlns:p14="http://schemas.microsoft.com/office/powerpoint/2010/main" val="2690874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015318E-96B4-90CB-0827-5EE69B0DC0E1}"/>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48235728-C635-E5B4-8B13-83D439520499}"/>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BDD43717-8737-5577-16BD-521D682281FC}"/>
              </a:ext>
            </a:extLst>
          </p:cNvPr>
          <p:cNvSpPr>
            <a:spLocks noGrp="1"/>
          </p:cNvSpPr>
          <p:nvPr>
            <p:ph type="sldNum" sz="quarter" idx="12"/>
          </p:nvPr>
        </p:nvSpPr>
        <p:spPr/>
        <p:txBody>
          <a:bodyPr/>
          <a:lstStyle>
            <a:lvl1pPr>
              <a:defRPr/>
            </a:lvl1pPr>
          </a:lstStyle>
          <a:p>
            <a:fld id="{24B41E35-42D2-48CF-B7C4-506EB060CAB4}" type="slidenum">
              <a:rPr lang="en-US" altLang="zh-CN"/>
              <a:pPr/>
              <a:t>‹#›</a:t>
            </a:fld>
            <a:endParaRPr lang="en-US" altLang="zh-CN"/>
          </a:p>
        </p:txBody>
      </p:sp>
    </p:spTree>
    <p:extLst>
      <p:ext uri="{BB962C8B-B14F-4D97-AF65-F5344CB8AC3E}">
        <p14:creationId xmlns:p14="http://schemas.microsoft.com/office/powerpoint/2010/main" val="1427863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5FFDA7-CFB1-8197-530B-39B0F620592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8684978-2D2D-723D-F173-AE9712E36FF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B9C15DA-C0D8-E14B-D60C-F3445603D6D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F8063EC-07C3-FF3B-959A-A81BA24CD961}"/>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4BF98FC7-60A1-65C2-6246-5AD6EAEEA05E}"/>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CBE93B15-3BC1-67CA-5086-4E030736E42C}"/>
              </a:ext>
            </a:extLst>
          </p:cNvPr>
          <p:cNvSpPr>
            <a:spLocks noGrp="1"/>
          </p:cNvSpPr>
          <p:nvPr>
            <p:ph type="sldNum" sz="quarter" idx="12"/>
          </p:nvPr>
        </p:nvSpPr>
        <p:spPr/>
        <p:txBody>
          <a:bodyPr/>
          <a:lstStyle>
            <a:lvl1pPr>
              <a:defRPr/>
            </a:lvl1pPr>
          </a:lstStyle>
          <a:p>
            <a:fld id="{647CBE2C-4CFF-4CB9-9C98-2A6960A47A5F}" type="slidenum">
              <a:rPr lang="en-US" altLang="zh-CN"/>
              <a:pPr/>
              <a:t>‹#›</a:t>
            </a:fld>
            <a:endParaRPr lang="en-US" altLang="zh-CN"/>
          </a:p>
        </p:txBody>
      </p:sp>
    </p:spTree>
    <p:extLst>
      <p:ext uri="{BB962C8B-B14F-4D97-AF65-F5344CB8AC3E}">
        <p14:creationId xmlns:p14="http://schemas.microsoft.com/office/powerpoint/2010/main" val="2483534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040A3C-BA24-727C-FDFD-25DB4FFEAB1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9411C65-EBE5-879A-C564-F8AC0AAB0837}"/>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EBC6D46-7BD0-E20F-65AD-AAFB646B30E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B08C29F-174D-5797-858D-6110F12CE3BA}"/>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758B38E-FC16-02FF-946F-C158D2AECBAE}"/>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F32797EE-9CAD-B492-1FEF-9299AB627B35}"/>
              </a:ext>
            </a:extLst>
          </p:cNvPr>
          <p:cNvSpPr>
            <a:spLocks noGrp="1"/>
          </p:cNvSpPr>
          <p:nvPr>
            <p:ph type="sldNum" sz="quarter" idx="12"/>
          </p:nvPr>
        </p:nvSpPr>
        <p:spPr/>
        <p:txBody>
          <a:bodyPr/>
          <a:lstStyle>
            <a:lvl1pPr>
              <a:defRPr/>
            </a:lvl1pPr>
          </a:lstStyle>
          <a:p>
            <a:fld id="{48CF4F9A-1E93-41B4-8E35-F017734640BB}" type="slidenum">
              <a:rPr lang="en-US" altLang="zh-CN"/>
              <a:pPr/>
              <a:t>‹#›</a:t>
            </a:fld>
            <a:endParaRPr lang="en-US" altLang="zh-CN"/>
          </a:p>
        </p:txBody>
      </p:sp>
    </p:spTree>
    <p:extLst>
      <p:ext uri="{BB962C8B-B14F-4D97-AF65-F5344CB8AC3E}">
        <p14:creationId xmlns:p14="http://schemas.microsoft.com/office/powerpoint/2010/main" val="35524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E79D7-4D9F-EFB2-9ECD-E8802D17671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D24B4E1-7FA6-0638-23DF-26B91D39513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7C5FA6-928C-58B9-2DB3-06BA4DCEE7C8}"/>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FA64734A-55D2-1302-6282-A7F95100CDF2}"/>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F11341E-9E7B-06B6-79FF-A94C0050F8EB}"/>
              </a:ext>
            </a:extLst>
          </p:cNvPr>
          <p:cNvSpPr>
            <a:spLocks noGrp="1"/>
          </p:cNvSpPr>
          <p:nvPr>
            <p:ph type="sldNum" sz="quarter" idx="12"/>
          </p:nvPr>
        </p:nvSpPr>
        <p:spPr/>
        <p:txBody>
          <a:bodyPr/>
          <a:lstStyle>
            <a:lvl1pPr>
              <a:defRPr/>
            </a:lvl1pPr>
          </a:lstStyle>
          <a:p>
            <a:fld id="{E3F30994-ECE9-4DBA-9D4A-14F32B08F39B}" type="slidenum">
              <a:rPr lang="en-US" altLang="zh-CN"/>
              <a:pPr/>
              <a:t>‹#›</a:t>
            </a:fld>
            <a:endParaRPr lang="en-US" altLang="zh-CN"/>
          </a:p>
        </p:txBody>
      </p:sp>
    </p:spTree>
    <p:extLst>
      <p:ext uri="{BB962C8B-B14F-4D97-AF65-F5344CB8AC3E}">
        <p14:creationId xmlns:p14="http://schemas.microsoft.com/office/powerpoint/2010/main" val="66739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A5D3F59-FF7D-3C81-AFEB-6CF0146A2A2E}"/>
              </a:ext>
            </a:extLst>
          </p:cNvPr>
          <p:cNvSpPr>
            <a:spLocks noGrp="1"/>
          </p:cNvSpPr>
          <p:nvPr>
            <p:ph type="title" orient="vert"/>
          </p:nvPr>
        </p:nvSpPr>
        <p:spPr>
          <a:xfrm>
            <a:off x="6704013" y="228600"/>
            <a:ext cx="2135187" cy="58705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AF50D0F-A9DF-D422-5BBC-C32F5241A420}"/>
              </a:ext>
            </a:extLst>
          </p:cNvPr>
          <p:cNvSpPr>
            <a:spLocks noGrp="1"/>
          </p:cNvSpPr>
          <p:nvPr>
            <p:ph type="body" orient="vert" idx="1"/>
          </p:nvPr>
        </p:nvSpPr>
        <p:spPr>
          <a:xfrm>
            <a:off x="298450" y="228600"/>
            <a:ext cx="6253163" cy="587057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9BA200C-439A-D898-5DEA-9CD2E28630D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009CECB5-BAA4-0E69-5B84-FF52FEDF782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A5803D1-D229-2906-D255-D68353D226A4}"/>
              </a:ext>
            </a:extLst>
          </p:cNvPr>
          <p:cNvSpPr>
            <a:spLocks noGrp="1"/>
          </p:cNvSpPr>
          <p:nvPr>
            <p:ph type="sldNum" sz="quarter" idx="12"/>
          </p:nvPr>
        </p:nvSpPr>
        <p:spPr/>
        <p:txBody>
          <a:bodyPr/>
          <a:lstStyle>
            <a:lvl1pPr>
              <a:defRPr/>
            </a:lvl1pPr>
          </a:lstStyle>
          <a:p>
            <a:fld id="{531FEAF0-9A86-4748-8623-75DDA93B98AD}" type="slidenum">
              <a:rPr lang="en-US" altLang="zh-CN"/>
              <a:pPr/>
              <a:t>‹#›</a:t>
            </a:fld>
            <a:endParaRPr lang="en-US" altLang="zh-CN"/>
          </a:p>
        </p:txBody>
      </p:sp>
    </p:spTree>
    <p:extLst>
      <p:ext uri="{BB962C8B-B14F-4D97-AF65-F5344CB8AC3E}">
        <p14:creationId xmlns:p14="http://schemas.microsoft.com/office/powerpoint/2010/main" val="2941547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3554" name="Group 2">
            <a:extLst>
              <a:ext uri="{FF2B5EF4-FFF2-40B4-BE49-F238E27FC236}">
                <a16:creationId xmlns:a16="http://schemas.microsoft.com/office/drawing/2014/main" id="{F12CEB77-B87A-F18E-63DC-695E41B92F4E}"/>
              </a:ext>
            </a:extLst>
          </p:cNvPr>
          <p:cNvGrpSpPr>
            <a:grpSpLocks/>
          </p:cNvGrpSpPr>
          <p:nvPr/>
        </p:nvGrpSpPr>
        <p:grpSpPr bwMode="auto">
          <a:xfrm>
            <a:off x="566738" y="0"/>
            <a:ext cx="7891462" cy="6821488"/>
            <a:chOff x="349" y="23"/>
            <a:chExt cx="4971" cy="4297"/>
          </a:xfrm>
        </p:grpSpPr>
        <p:sp>
          <p:nvSpPr>
            <p:cNvPr id="23555" name="Rectangle 3">
              <a:extLst>
                <a:ext uri="{FF2B5EF4-FFF2-40B4-BE49-F238E27FC236}">
                  <a16:creationId xmlns:a16="http://schemas.microsoft.com/office/drawing/2014/main" id="{4100A370-05E0-56E5-C62E-82572809643A}"/>
                </a:ext>
              </a:extLst>
            </p:cNvPr>
            <p:cNvSpPr>
              <a:spLocks noChangeArrowheads="1"/>
            </p:cNvSpPr>
            <p:nvPr/>
          </p:nvSpPr>
          <p:spPr bwMode="auto">
            <a:xfrm>
              <a:off x="384"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556" name="Freeform 4">
              <a:extLst>
                <a:ext uri="{FF2B5EF4-FFF2-40B4-BE49-F238E27FC236}">
                  <a16:creationId xmlns:a16="http://schemas.microsoft.com/office/drawing/2014/main" id="{C4BA3841-D66C-A8C2-536F-AECA834733AB}"/>
                </a:ext>
              </a:extLst>
            </p:cNvPr>
            <p:cNvSpPr>
              <a:spLocks noEditPoints="1"/>
            </p:cNvSpPr>
            <p:nvPr/>
          </p:nvSpPr>
          <p:spPr bwMode="auto">
            <a:xfrm>
              <a:off x="384"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57" name="Freeform 5">
              <a:extLst>
                <a:ext uri="{FF2B5EF4-FFF2-40B4-BE49-F238E27FC236}">
                  <a16:creationId xmlns:a16="http://schemas.microsoft.com/office/drawing/2014/main" id="{3676CE14-6B85-0F19-64F4-96E9A3AD03B7}"/>
                </a:ext>
              </a:extLst>
            </p:cNvPr>
            <p:cNvSpPr>
              <a:spLocks noEditPoints="1"/>
            </p:cNvSpPr>
            <p:nvPr/>
          </p:nvSpPr>
          <p:spPr bwMode="auto">
            <a:xfrm>
              <a:off x="384"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58" name="Freeform 6">
              <a:extLst>
                <a:ext uri="{FF2B5EF4-FFF2-40B4-BE49-F238E27FC236}">
                  <a16:creationId xmlns:a16="http://schemas.microsoft.com/office/drawing/2014/main" id="{B9A97F26-A1D8-8136-86E1-193A4AB5CFBA}"/>
                </a:ext>
              </a:extLst>
            </p:cNvPr>
            <p:cNvSpPr>
              <a:spLocks noEditPoints="1"/>
            </p:cNvSpPr>
            <p:nvPr/>
          </p:nvSpPr>
          <p:spPr bwMode="auto">
            <a:xfrm>
              <a:off x="384"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59" name="Freeform 7">
              <a:extLst>
                <a:ext uri="{FF2B5EF4-FFF2-40B4-BE49-F238E27FC236}">
                  <a16:creationId xmlns:a16="http://schemas.microsoft.com/office/drawing/2014/main" id="{CF02F69D-8C57-6C87-BB2A-D0E682DD2383}"/>
                </a:ext>
              </a:extLst>
            </p:cNvPr>
            <p:cNvSpPr>
              <a:spLocks noEditPoints="1"/>
            </p:cNvSpPr>
            <p:nvPr/>
          </p:nvSpPr>
          <p:spPr bwMode="auto">
            <a:xfrm>
              <a:off x="384"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60" name="Freeform 8">
              <a:extLst>
                <a:ext uri="{FF2B5EF4-FFF2-40B4-BE49-F238E27FC236}">
                  <a16:creationId xmlns:a16="http://schemas.microsoft.com/office/drawing/2014/main" id="{87D33EA4-60A8-D6A9-956D-3CEC32E071D5}"/>
                </a:ext>
              </a:extLst>
            </p:cNvPr>
            <p:cNvSpPr>
              <a:spLocks noEditPoints="1"/>
            </p:cNvSpPr>
            <p:nvPr/>
          </p:nvSpPr>
          <p:spPr bwMode="auto">
            <a:xfrm>
              <a:off x="384"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61" name="Freeform 9">
              <a:extLst>
                <a:ext uri="{FF2B5EF4-FFF2-40B4-BE49-F238E27FC236}">
                  <a16:creationId xmlns:a16="http://schemas.microsoft.com/office/drawing/2014/main" id="{8FAEC869-F29E-5A21-D187-8E655E920615}"/>
                </a:ext>
              </a:extLst>
            </p:cNvPr>
            <p:cNvSpPr>
              <a:spLocks noEditPoints="1"/>
            </p:cNvSpPr>
            <p:nvPr/>
          </p:nvSpPr>
          <p:spPr bwMode="auto">
            <a:xfrm>
              <a:off x="384"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62" name="Freeform 10">
              <a:extLst>
                <a:ext uri="{FF2B5EF4-FFF2-40B4-BE49-F238E27FC236}">
                  <a16:creationId xmlns:a16="http://schemas.microsoft.com/office/drawing/2014/main" id="{AF2217DB-CC66-47A1-43B4-FC9B985BF9DE}"/>
                </a:ext>
              </a:extLst>
            </p:cNvPr>
            <p:cNvSpPr>
              <a:spLocks noEditPoints="1"/>
            </p:cNvSpPr>
            <p:nvPr/>
          </p:nvSpPr>
          <p:spPr bwMode="auto">
            <a:xfrm>
              <a:off x="384"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63" name="Freeform 11">
              <a:extLst>
                <a:ext uri="{FF2B5EF4-FFF2-40B4-BE49-F238E27FC236}">
                  <a16:creationId xmlns:a16="http://schemas.microsoft.com/office/drawing/2014/main" id="{20EC8942-D816-8A90-7CC7-9DDD8DF0342C}"/>
                </a:ext>
              </a:extLst>
            </p:cNvPr>
            <p:cNvSpPr>
              <a:spLocks noEditPoints="1"/>
            </p:cNvSpPr>
            <p:nvPr/>
          </p:nvSpPr>
          <p:spPr bwMode="auto">
            <a:xfrm>
              <a:off x="384"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64" name="Freeform 12">
              <a:extLst>
                <a:ext uri="{FF2B5EF4-FFF2-40B4-BE49-F238E27FC236}">
                  <a16:creationId xmlns:a16="http://schemas.microsoft.com/office/drawing/2014/main" id="{033886EC-2181-E3CA-7725-EE0ACC7B0129}"/>
                </a:ext>
              </a:extLst>
            </p:cNvPr>
            <p:cNvSpPr>
              <a:spLocks noEditPoints="1"/>
            </p:cNvSpPr>
            <p:nvPr/>
          </p:nvSpPr>
          <p:spPr bwMode="auto">
            <a:xfrm>
              <a:off x="384"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65" name="Freeform 13">
              <a:extLst>
                <a:ext uri="{FF2B5EF4-FFF2-40B4-BE49-F238E27FC236}">
                  <a16:creationId xmlns:a16="http://schemas.microsoft.com/office/drawing/2014/main" id="{4BCD4B9A-D193-50EE-5603-0B42377B3DC3}"/>
                </a:ext>
              </a:extLst>
            </p:cNvPr>
            <p:cNvSpPr>
              <a:spLocks noEditPoints="1"/>
            </p:cNvSpPr>
            <p:nvPr/>
          </p:nvSpPr>
          <p:spPr bwMode="auto">
            <a:xfrm>
              <a:off x="384"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66" name="Rectangle 14">
              <a:extLst>
                <a:ext uri="{FF2B5EF4-FFF2-40B4-BE49-F238E27FC236}">
                  <a16:creationId xmlns:a16="http://schemas.microsoft.com/office/drawing/2014/main" id="{A2675311-0455-51B7-35E4-1B4ECE80B5A0}"/>
                </a:ext>
              </a:extLst>
            </p:cNvPr>
            <p:cNvSpPr>
              <a:spLocks noChangeArrowheads="1"/>
            </p:cNvSpPr>
            <p:nvPr/>
          </p:nvSpPr>
          <p:spPr bwMode="auto">
            <a:xfrm>
              <a:off x="384"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567" name="Rectangle 15">
              <a:extLst>
                <a:ext uri="{FF2B5EF4-FFF2-40B4-BE49-F238E27FC236}">
                  <a16:creationId xmlns:a16="http://schemas.microsoft.com/office/drawing/2014/main" id="{7CB03D72-EF2E-1A89-E92A-484AE8C6CA1B}"/>
                </a:ext>
              </a:extLst>
            </p:cNvPr>
            <p:cNvSpPr>
              <a:spLocks noChangeArrowheads="1"/>
            </p:cNvSpPr>
            <p:nvPr/>
          </p:nvSpPr>
          <p:spPr bwMode="auto">
            <a:xfrm>
              <a:off x="829"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568" name="Freeform 16">
              <a:extLst>
                <a:ext uri="{FF2B5EF4-FFF2-40B4-BE49-F238E27FC236}">
                  <a16:creationId xmlns:a16="http://schemas.microsoft.com/office/drawing/2014/main" id="{3025DFF8-CA63-7F56-EAE7-5D0A20DAFA2A}"/>
                </a:ext>
              </a:extLst>
            </p:cNvPr>
            <p:cNvSpPr>
              <a:spLocks noEditPoints="1"/>
            </p:cNvSpPr>
            <p:nvPr/>
          </p:nvSpPr>
          <p:spPr bwMode="auto">
            <a:xfrm>
              <a:off x="82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69" name="Freeform 17">
              <a:extLst>
                <a:ext uri="{FF2B5EF4-FFF2-40B4-BE49-F238E27FC236}">
                  <a16:creationId xmlns:a16="http://schemas.microsoft.com/office/drawing/2014/main" id="{8A2764C3-BC5B-B6F6-E990-F7121BD7D603}"/>
                </a:ext>
              </a:extLst>
            </p:cNvPr>
            <p:cNvSpPr>
              <a:spLocks noEditPoints="1"/>
            </p:cNvSpPr>
            <p:nvPr/>
          </p:nvSpPr>
          <p:spPr bwMode="auto">
            <a:xfrm>
              <a:off x="82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0" name="Freeform 18">
              <a:extLst>
                <a:ext uri="{FF2B5EF4-FFF2-40B4-BE49-F238E27FC236}">
                  <a16:creationId xmlns:a16="http://schemas.microsoft.com/office/drawing/2014/main" id="{5F0802BA-99E9-41EE-04C8-7E350B7C20C1}"/>
                </a:ext>
              </a:extLst>
            </p:cNvPr>
            <p:cNvSpPr>
              <a:spLocks noEditPoints="1"/>
            </p:cNvSpPr>
            <p:nvPr/>
          </p:nvSpPr>
          <p:spPr bwMode="auto">
            <a:xfrm>
              <a:off x="82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1" name="Freeform 19">
              <a:extLst>
                <a:ext uri="{FF2B5EF4-FFF2-40B4-BE49-F238E27FC236}">
                  <a16:creationId xmlns:a16="http://schemas.microsoft.com/office/drawing/2014/main" id="{92C77CB9-A243-AAD4-8FA0-178D667E371F}"/>
                </a:ext>
              </a:extLst>
            </p:cNvPr>
            <p:cNvSpPr>
              <a:spLocks noEditPoints="1"/>
            </p:cNvSpPr>
            <p:nvPr/>
          </p:nvSpPr>
          <p:spPr bwMode="auto">
            <a:xfrm>
              <a:off x="82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2" name="Freeform 20">
              <a:extLst>
                <a:ext uri="{FF2B5EF4-FFF2-40B4-BE49-F238E27FC236}">
                  <a16:creationId xmlns:a16="http://schemas.microsoft.com/office/drawing/2014/main" id="{E3E1063A-BAFE-F8EF-7384-691D59713BEB}"/>
                </a:ext>
              </a:extLst>
            </p:cNvPr>
            <p:cNvSpPr>
              <a:spLocks noEditPoints="1"/>
            </p:cNvSpPr>
            <p:nvPr/>
          </p:nvSpPr>
          <p:spPr bwMode="auto">
            <a:xfrm>
              <a:off x="82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3" name="Freeform 21">
              <a:extLst>
                <a:ext uri="{FF2B5EF4-FFF2-40B4-BE49-F238E27FC236}">
                  <a16:creationId xmlns:a16="http://schemas.microsoft.com/office/drawing/2014/main" id="{75CF159C-922E-BED2-76E3-4C244D919974}"/>
                </a:ext>
              </a:extLst>
            </p:cNvPr>
            <p:cNvSpPr>
              <a:spLocks noEditPoints="1"/>
            </p:cNvSpPr>
            <p:nvPr/>
          </p:nvSpPr>
          <p:spPr bwMode="auto">
            <a:xfrm>
              <a:off x="82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4" name="Freeform 22">
              <a:extLst>
                <a:ext uri="{FF2B5EF4-FFF2-40B4-BE49-F238E27FC236}">
                  <a16:creationId xmlns:a16="http://schemas.microsoft.com/office/drawing/2014/main" id="{FFE9AEED-0C0A-DC5A-B900-9E4B0B962651}"/>
                </a:ext>
              </a:extLst>
            </p:cNvPr>
            <p:cNvSpPr>
              <a:spLocks noEditPoints="1"/>
            </p:cNvSpPr>
            <p:nvPr/>
          </p:nvSpPr>
          <p:spPr bwMode="auto">
            <a:xfrm>
              <a:off x="82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5" name="Freeform 23">
              <a:extLst>
                <a:ext uri="{FF2B5EF4-FFF2-40B4-BE49-F238E27FC236}">
                  <a16:creationId xmlns:a16="http://schemas.microsoft.com/office/drawing/2014/main" id="{6580C84D-973B-F772-A74D-4F76D031713F}"/>
                </a:ext>
              </a:extLst>
            </p:cNvPr>
            <p:cNvSpPr>
              <a:spLocks noEditPoints="1"/>
            </p:cNvSpPr>
            <p:nvPr/>
          </p:nvSpPr>
          <p:spPr bwMode="auto">
            <a:xfrm>
              <a:off x="82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6" name="Freeform 24">
              <a:extLst>
                <a:ext uri="{FF2B5EF4-FFF2-40B4-BE49-F238E27FC236}">
                  <a16:creationId xmlns:a16="http://schemas.microsoft.com/office/drawing/2014/main" id="{F12DE2F3-5EAA-3652-2FEA-3D5CF076641A}"/>
                </a:ext>
              </a:extLst>
            </p:cNvPr>
            <p:cNvSpPr>
              <a:spLocks noEditPoints="1"/>
            </p:cNvSpPr>
            <p:nvPr/>
          </p:nvSpPr>
          <p:spPr bwMode="auto">
            <a:xfrm>
              <a:off x="82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7" name="Freeform 25">
              <a:extLst>
                <a:ext uri="{FF2B5EF4-FFF2-40B4-BE49-F238E27FC236}">
                  <a16:creationId xmlns:a16="http://schemas.microsoft.com/office/drawing/2014/main" id="{7F2FD491-9A2F-76FE-E88C-3811880D09EA}"/>
                </a:ext>
              </a:extLst>
            </p:cNvPr>
            <p:cNvSpPr>
              <a:spLocks noEditPoints="1"/>
            </p:cNvSpPr>
            <p:nvPr/>
          </p:nvSpPr>
          <p:spPr bwMode="auto">
            <a:xfrm>
              <a:off x="82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78" name="Rectangle 26">
              <a:extLst>
                <a:ext uri="{FF2B5EF4-FFF2-40B4-BE49-F238E27FC236}">
                  <a16:creationId xmlns:a16="http://schemas.microsoft.com/office/drawing/2014/main" id="{74B36EDD-61BD-765B-96D5-4E0DC5687BA5}"/>
                </a:ext>
              </a:extLst>
            </p:cNvPr>
            <p:cNvSpPr>
              <a:spLocks noChangeArrowheads="1"/>
            </p:cNvSpPr>
            <p:nvPr/>
          </p:nvSpPr>
          <p:spPr bwMode="auto">
            <a:xfrm>
              <a:off x="829"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579" name="Rectangle 27">
              <a:extLst>
                <a:ext uri="{FF2B5EF4-FFF2-40B4-BE49-F238E27FC236}">
                  <a16:creationId xmlns:a16="http://schemas.microsoft.com/office/drawing/2014/main" id="{73F86A79-0ECE-B78F-A19A-38C4D6953F1D}"/>
                </a:ext>
              </a:extLst>
            </p:cNvPr>
            <p:cNvSpPr>
              <a:spLocks noChangeArrowheads="1"/>
            </p:cNvSpPr>
            <p:nvPr/>
          </p:nvSpPr>
          <p:spPr bwMode="auto">
            <a:xfrm>
              <a:off x="1279"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580" name="Freeform 28">
              <a:extLst>
                <a:ext uri="{FF2B5EF4-FFF2-40B4-BE49-F238E27FC236}">
                  <a16:creationId xmlns:a16="http://schemas.microsoft.com/office/drawing/2014/main" id="{1425ED73-44D8-ABBC-CEBE-F48D54262F94}"/>
                </a:ext>
              </a:extLst>
            </p:cNvPr>
            <p:cNvSpPr>
              <a:spLocks noEditPoints="1"/>
            </p:cNvSpPr>
            <p:nvPr/>
          </p:nvSpPr>
          <p:spPr bwMode="auto">
            <a:xfrm>
              <a:off x="127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1" name="Freeform 29">
              <a:extLst>
                <a:ext uri="{FF2B5EF4-FFF2-40B4-BE49-F238E27FC236}">
                  <a16:creationId xmlns:a16="http://schemas.microsoft.com/office/drawing/2014/main" id="{6C0A84F0-0451-3F07-51F5-17455B30F306}"/>
                </a:ext>
              </a:extLst>
            </p:cNvPr>
            <p:cNvSpPr>
              <a:spLocks noEditPoints="1"/>
            </p:cNvSpPr>
            <p:nvPr/>
          </p:nvSpPr>
          <p:spPr bwMode="auto">
            <a:xfrm>
              <a:off x="127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2" name="Freeform 30">
              <a:extLst>
                <a:ext uri="{FF2B5EF4-FFF2-40B4-BE49-F238E27FC236}">
                  <a16:creationId xmlns:a16="http://schemas.microsoft.com/office/drawing/2014/main" id="{DBAF87D5-EA2F-3C47-A22F-965690DEB3B6}"/>
                </a:ext>
              </a:extLst>
            </p:cNvPr>
            <p:cNvSpPr>
              <a:spLocks noEditPoints="1"/>
            </p:cNvSpPr>
            <p:nvPr/>
          </p:nvSpPr>
          <p:spPr bwMode="auto">
            <a:xfrm>
              <a:off x="127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3" name="Freeform 31">
              <a:extLst>
                <a:ext uri="{FF2B5EF4-FFF2-40B4-BE49-F238E27FC236}">
                  <a16:creationId xmlns:a16="http://schemas.microsoft.com/office/drawing/2014/main" id="{3E943C2E-D65D-EB1D-0212-4F4927DA1544}"/>
                </a:ext>
              </a:extLst>
            </p:cNvPr>
            <p:cNvSpPr>
              <a:spLocks noEditPoints="1"/>
            </p:cNvSpPr>
            <p:nvPr/>
          </p:nvSpPr>
          <p:spPr bwMode="auto">
            <a:xfrm>
              <a:off x="127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4" name="Freeform 32">
              <a:extLst>
                <a:ext uri="{FF2B5EF4-FFF2-40B4-BE49-F238E27FC236}">
                  <a16:creationId xmlns:a16="http://schemas.microsoft.com/office/drawing/2014/main" id="{B8C48EAD-22D8-E513-0A44-DB3D87095192}"/>
                </a:ext>
              </a:extLst>
            </p:cNvPr>
            <p:cNvSpPr>
              <a:spLocks noEditPoints="1"/>
            </p:cNvSpPr>
            <p:nvPr/>
          </p:nvSpPr>
          <p:spPr bwMode="auto">
            <a:xfrm>
              <a:off x="127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5" name="Freeform 33">
              <a:extLst>
                <a:ext uri="{FF2B5EF4-FFF2-40B4-BE49-F238E27FC236}">
                  <a16:creationId xmlns:a16="http://schemas.microsoft.com/office/drawing/2014/main" id="{EA4016DF-0FE0-ACEA-B38E-1FB84825D084}"/>
                </a:ext>
              </a:extLst>
            </p:cNvPr>
            <p:cNvSpPr>
              <a:spLocks noEditPoints="1"/>
            </p:cNvSpPr>
            <p:nvPr/>
          </p:nvSpPr>
          <p:spPr bwMode="auto">
            <a:xfrm>
              <a:off x="127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6" name="Freeform 34">
              <a:extLst>
                <a:ext uri="{FF2B5EF4-FFF2-40B4-BE49-F238E27FC236}">
                  <a16:creationId xmlns:a16="http://schemas.microsoft.com/office/drawing/2014/main" id="{D52DB285-8F65-F03C-D67A-CBF552216EBB}"/>
                </a:ext>
              </a:extLst>
            </p:cNvPr>
            <p:cNvSpPr>
              <a:spLocks noEditPoints="1"/>
            </p:cNvSpPr>
            <p:nvPr/>
          </p:nvSpPr>
          <p:spPr bwMode="auto">
            <a:xfrm>
              <a:off x="127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7" name="Freeform 35">
              <a:extLst>
                <a:ext uri="{FF2B5EF4-FFF2-40B4-BE49-F238E27FC236}">
                  <a16:creationId xmlns:a16="http://schemas.microsoft.com/office/drawing/2014/main" id="{06BD9C86-A0DC-8804-11EB-FF5E66A44451}"/>
                </a:ext>
              </a:extLst>
            </p:cNvPr>
            <p:cNvSpPr>
              <a:spLocks noEditPoints="1"/>
            </p:cNvSpPr>
            <p:nvPr/>
          </p:nvSpPr>
          <p:spPr bwMode="auto">
            <a:xfrm>
              <a:off x="127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8" name="Freeform 36">
              <a:extLst>
                <a:ext uri="{FF2B5EF4-FFF2-40B4-BE49-F238E27FC236}">
                  <a16:creationId xmlns:a16="http://schemas.microsoft.com/office/drawing/2014/main" id="{9A3680EF-46C7-BD7F-580D-E0BDE1A8E058}"/>
                </a:ext>
              </a:extLst>
            </p:cNvPr>
            <p:cNvSpPr>
              <a:spLocks noEditPoints="1"/>
            </p:cNvSpPr>
            <p:nvPr/>
          </p:nvSpPr>
          <p:spPr bwMode="auto">
            <a:xfrm>
              <a:off x="127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89" name="Freeform 37">
              <a:extLst>
                <a:ext uri="{FF2B5EF4-FFF2-40B4-BE49-F238E27FC236}">
                  <a16:creationId xmlns:a16="http://schemas.microsoft.com/office/drawing/2014/main" id="{E5EEEE09-3049-EAA7-9AB6-3FB13C53A042}"/>
                </a:ext>
              </a:extLst>
            </p:cNvPr>
            <p:cNvSpPr>
              <a:spLocks noEditPoints="1"/>
            </p:cNvSpPr>
            <p:nvPr/>
          </p:nvSpPr>
          <p:spPr bwMode="auto">
            <a:xfrm>
              <a:off x="127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90" name="Rectangle 38">
              <a:extLst>
                <a:ext uri="{FF2B5EF4-FFF2-40B4-BE49-F238E27FC236}">
                  <a16:creationId xmlns:a16="http://schemas.microsoft.com/office/drawing/2014/main" id="{A26F7B63-EAF7-89EE-9CE9-ACB0D9AD6A77}"/>
                </a:ext>
              </a:extLst>
            </p:cNvPr>
            <p:cNvSpPr>
              <a:spLocks noChangeArrowheads="1"/>
            </p:cNvSpPr>
            <p:nvPr/>
          </p:nvSpPr>
          <p:spPr bwMode="auto">
            <a:xfrm>
              <a:off x="1279"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591" name="Rectangle 39">
              <a:extLst>
                <a:ext uri="{FF2B5EF4-FFF2-40B4-BE49-F238E27FC236}">
                  <a16:creationId xmlns:a16="http://schemas.microsoft.com/office/drawing/2014/main" id="{71C2C608-27F0-B977-5A83-236FB24D46FD}"/>
                </a:ext>
              </a:extLst>
            </p:cNvPr>
            <p:cNvSpPr>
              <a:spLocks noChangeArrowheads="1"/>
            </p:cNvSpPr>
            <p:nvPr/>
          </p:nvSpPr>
          <p:spPr bwMode="auto">
            <a:xfrm>
              <a:off x="1724"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592" name="Freeform 40">
              <a:extLst>
                <a:ext uri="{FF2B5EF4-FFF2-40B4-BE49-F238E27FC236}">
                  <a16:creationId xmlns:a16="http://schemas.microsoft.com/office/drawing/2014/main" id="{514CF374-D7D9-CA4D-54B1-8EC5348F7D27}"/>
                </a:ext>
              </a:extLst>
            </p:cNvPr>
            <p:cNvSpPr>
              <a:spLocks noEditPoints="1"/>
            </p:cNvSpPr>
            <p:nvPr/>
          </p:nvSpPr>
          <p:spPr bwMode="auto">
            <a:xfrm>
              <a:off x="1724"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93" name="Freeform 41">
              <a:extLst>
                <a:ext uri="{FF2B5EF4-FFF2-40B4-BE49-F238E27FC236}">
                  <a16:creationId xmlns:a16="http://schemas.microsoft.com/office/drawing/2014/main" id="{4E83B696-D923-019D-9235-B97B24425BB2}"/>
                </a:ext>
              </a:extLst>
            </p:cNvPr>
            <p:cNvSpPr>
              <a:spLocks noEditPoints="1"/>
            </p:cNvSpPr>
            <p:nvPr/>
          </p:nvSpPr>
          <p:spPr bwMode="auto">
            <a:xfrm>
              <a:off x="1724"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94" name="Freeform 42">
              <a:extLst>
                <a:ext uri="{FF2B5EF4-FFF2-40B4-BE49-F238E27FC236}">
                  <a16:creationId xmlns:a16="http://schemas.microsoft.com/office/drawing/2014/main" id="{A7F6B5BD-9695-D660-22E2-76774671B4CB}"/>
                </a:ext>
              </a:extLst>
            </p:cNvPr>
            <p:cNvSpPr>
              <a:spLocks noEditPoints="1"/>
            </p:cNvSpPr>
            <p:nvPr/>
          </p:nvSpPr>
          <p:spPr bwMode="auto">
            <a:xfrm>
              <a:off x="1724"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95" name="Freeform 43">
              <a:extLst>
                <a:ext uri="{FF2B5EF4-FFF2-40B4-BE49-F238E27FC236}">
                  <a16:creationId xmlns:a16="http://schemas.microsoft.com/office/drawing/2014/main" id="{090A4C62-9115-0B9E-FC44-F29BB0ABB866}"/>
                </a:ext>
              </a:extLst>
            </p:cNvPr>
            <p:cNvSpPr>
              <a:spLocks noEditPoints="1"/>
            </p:cNvSpPr>
            <p:nvPr/>
          </p:nvSpPr>
          <p:spPr bwMode="auto">
            <a:xfrm>
              <a:off x="1724"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96" name="Freeform 44">
              <a:extLst>
                <a:ext uri="{FF2B5EF4-FFF2-40B4-BE49-F238E27FC236}">
                  <a16:creationId xmlns:a16="http://schemas.microsoft.com/office/drawing/2014/main" id="{94408A3F-378F-1A78-A052-038674101888}"/>
                </a:ext>
              </a:extLst>
            </p:cNvPr>
            <p:cNvSpPr>
              <a:spLocks noEditPoints="1"/>
            </p:cNvSpPr>
            <p:nvPr/>
          </p:nvSpPr>
          <p:spPr bwMode="auto">
            <a:xfrm>
              <a:off x="1724"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97" name="Freeform 45">
              <a:extLst>
                <a:ext uri="{FF2B5EF4-FFF2-40B4-BE49-F238E27FC236}">
                  <a16:creationId xmlns:a16="http://schemas.microsoft.com/office/drawing/2014/main" id="{F0193CC7-7E65-0D21-A92F-5708C0858514}"/>
                </a:ext>
              </a:extLst>
            </p:cNvPr>
            <p:cNvSpPr>
              <a:spLocks noEditPoints="1"/>
            </p:cNvSpPr>
            <p:nvPr/>
          </p:nvSpPr>
          <p:spPr bwMode="auto">
            <a:xfrm>
              <a:off x="1724"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98" name="Freeform 46">
              <a:extLst>
                <a:ext uri="{FF2B5EF4-FFF2-40B4-BE49-F238E27FC236}">
                  <a16:creationId xmlns:a16="http://schemas.microsoft.com/office/drawing/2014/main" id="{4E69BAEE-020F-13A4-57D4-B94E7D99A423}"/>
                </a:ext>
              </a:extLst>
            </p:cNvPr>
            <p:cNvSpPr>
              <a:spLocks noEditPoints="1"/>
            </p:cNvSpPr>
            <p:nvPr/>
          </p:nvSpPr>
          <p:spPr bwMode="auto">
            <a:xfrm>
              <a:off x="1724"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599" name="Freeform 47">
              <a:extLst>
                <a:ext uri="{FF2B5EF4-FFF2-40B4-BE49-F238E27FC236}">
                  <a16:creationId xmlns:a16="http://schemas.microsoft.com/office/drawing/2014/main" id="{A03C738E-B800-157B-7D55-24B1EA1CA1F2}"/>
                </a:ext>
              </a:extLst>
            </p:cNvPr>
            <p:cNvSpPr>
              <a:spLocks noEditPoints="1"/>
            </p:cNvSpPr>
            <p:nvPr/>
          </p:nvSpPr>
          <p:spPr bwMode="auto">
            <a:xfrm>
              <a:off x="1724"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00" name="Freeform 48">
              <a:extLst>
                <a:ext uri="{FF2B5EF4-FFF2-40B4-BE49-F238E27FC236}">
                  <a16:creationId xmlns:a16="http://schemas.microsoft.com/office/drawing/2014/main" id="{55CD9164-C066-AB17-8441-103C61541C88}"/>
                </a:ext>
              </a:extLst>
            </p:cNvPr>
            <p:cNvSpPr>
              <a:spLocks noEditPoints="1"/>
            </p:cNvSpPr>
            <p:nvPr/>
          </p:nvSpPr>
          <p:spPr bwMode="auto">
            <a:xfrm>
              <a:off x="1724"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01" name="Freeform 49">
              <a:extLst>
                <a:ext uri="{FF2B5EF4-FFF2-40B4-BE49-F238E27FC236}">
                  <a16:creationId xmlns:a16="http://schemas.microsoft.com/office/drawing/2014/main" id="{3561A538-1C9A-7239-1B0F-4005E06A635B}"/>
                </a:ext>
              </a:extLst>
            </p:cNvPr>
            <p:cNvSpPr>
              <a:spLocks noEditPoints="1"/>
            </p:cNvSpPr>
            <p:nvPr/>
          </p:nvSpPr>
          <p:spPr bwMode="auto">
            <a:xfrm>
              <a:off x="1724"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02" name="Rectangle 50">
              <a:extLst>
                <a:ext uri="{FF2B5EF4-FFF2-40B4-BE49-F238E27FC236}">
                  <a16:creationId xmlns:a16="http://schemas.microsoft.com/office/drawing/2014/main" id="{5E5A4867-567C-48C4-5A27-65FFA790C30F}"/>
                </a:ext>
              </a:extLst>
            </p:cNvPr>
            <p:cNvSpPr>
              <a:spLocks noChangeArrowheads="1"/>
            </p:cNvSpPr>
            <p:nvPr/>
          </p:nvSpPr>
          <p:spPr bwMode="auto">
            <a:xfrm>
              <a:off x="1724"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03" name="Rectangle 51">
              <a:extLst>
                <a:ext uri="{FF2B5EF4-FFF2-40B4-BE49-F238E27FC236}">
                  <a16:creationId xmlns:a16="http://schemas.microsoft.com/office/drawing/2014/main" id="{304896C8-C866-D0F2-5151-F116E3E5D60F}"/>
                </a:ext>
              </a:extLst>
            </p:cNvPr>
            <p:cNvSpPr>
              <a:spLocks noChangeArrowheads="1"/>
            </p:cNvSpPr>
            <p:nvPr/>
          </p:nvSpPr>
          <p:spPr bwMode="auto">
            <a:xfrm>
              <a:off x="2169"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04" name="Freeform 52">
              <a:extLst>
                <a:ext uri="{FF2B5EF4-FFF2-40B4-BE49-F238E27FC236}">
                  <a16:creationId xmlns:a16="http://schemas.microsoft.com/office/drawing/2014/main" id="{360E6E18-9703-EF26-C46F-39E3B8619222}"/>
                </a:ext>
              </a:extLst>
            </p:cNvPr>
            <p:cNvSpPr>
              <a:spLocks noEditPoints="1"/>
            </p:cNvSpPr>
            <p:nvPr/>
          </p:nvSpPr>
          <p:spPr bwMode="auto">
            <a:xfrm>
              <a:off x="216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05" name="Freeform 53">
              <a:extLst>
                <a:ext uri="{FF2B5EF4-FFF2-40B4-BE49-F238E27FC236}">
                  <a16:creationId xmlns:a16="http://schemas.microsoft.com/office/drawing/2014/main" id="{080AE4C9-8DD7-3394-FA28-D8F5E4C5233E}"/>
                </a:ext>
              </a:extLst>
            </p:cNvPr>
            <p:cNvSpPr>
              <a:spLocks noEditPoints="1"/>
            </p:cNvSpPr>
            <p:nvPr/>
          </p:nvSpPr>
          <p:spPr bwMode="auto">
            <a:xfrm>
              <a:off x="216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06" name="Freeform 54">
              <a:extLst>
                <a:ext uri="{FF2B5EF4-FFF2-40B4-BE49-F238E27FC236}">
                  <a16:creationId xmlns:a16="http://schemas.microsoft.com/office/drawing/2014/main" id="{C9264DA7-F3C4-7268-B0F6-6DE3CCD67A33}"/>
                </a:ext>
              </a:extLst>
            </p:cNvPr>
            <p:cNvSpPr>
              <a:spLocks noEditPoints="1"/>
            </p:cNvSpPr>
            <p:nvPr/>
          </p:nvSpPr>
          <p:spPr bwMode="auto">
            <a:xfrm>
              <a:off x="216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07" name="Freeform 55">
              <a:extLst>
                <a:ext uri="{FF2B5EF4-FFF2-40B4-BE49-F238E27FC236}">
                  <a16:creationId xmlns:a16="http://schemas.microsoft.com/office/drawing/2014/main" id="{E2474C62-F881-0516-5484-46A6A3270CDD}"/>
                </a:ext>
              </a:extLst>
            </p:cNvPr>
            <p:cNvSpPr>
              <a:spLocks noEditPoints="1"/>
            </p:cNvSpPr>
            <p:nvPr/>
          </p:nvSpPr>
          <p:spPr bwMode="auto">
            <a:xfrm>
              <a:off x="216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08" name="Freeform 56">
              <a:extLst>
                <a:ext uri="{FF2B5EF4-FFF2-40B4-BE49-F238E27FC236}">
                  <a16:creationId xmlns:a16="http://schemas.microsoft.com/office/drawing/2014/main" id="{16959B1E-695F-83EF-18B1-A00089E0A8B7}"/>
                </a:ext>
              </a:extLst>
            </p:cNvPr>
            <p:cNvSpPr>
              <a:spLocks noEditPoints="1"/>
            </p:cNvSpPr>
            <p:nvPr/>
          </p:nvSpPr>
          <p:spPr bwMode="auto">
            <a:xfrm>
              <a:off x="216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09" name="Freeform 57">
              <a:extLst>
                <a:ext uri="{FF2B5EF4-FFF2-40B4-BE49-F238E27FC236}">
                  <a16:creationId xmlns:a16="http://schemas.microsoft.com/office/drawing/2014/main" id="{C33E0A0E-6E2B-9EC9-9DE7-3CEC87DD48C1}"/>
                </a:ext>
              </a:extLst>
            </p:cNvPr>
            <p:cNvSpPr>
              <a:spLocks noEditPoints="1"/>
            </p:cNvSpPr>
            <p:nvPr/>
          </p:nvSpPr>
          <p:spPr bwMode="auto">
            <a:xfrm>
              <a:off x="216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10" name="Freeform 58">
              <a:extLst>
                <a:ext uri="{FF2B5EF4-FFF2-40B4-BE49-F238E27FC236}">
                  <a16:creationId xmlns:a16="http://schemas.microsoft.com/office/drawing/2014/main" id="{CE4BDB97-47A3-09DC-4AB0-1C7166594E1C}"/>
                </a:ext>
              </a:extLst>
            </p:cNvPr>
            <p:cNvSpPr>
              <a:spLocks noEditPoints="1"/>
            </p:cNvSpPr>
            <p:nvPr/>
          </p:nvSpPr>
          <p:spPr bwMode="auto">
            <a:xfrm>
              <a:off x="216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11" name="Freeform 59">
              <a:extLst>
                <a:ext uri="{FF2B5EF4-FFF2-40B4-BE49-F238E27FC236}">
                  <a16:creationId xmlns:a16="http://schemas.microsoft.com/office/drawing/2014/main" id="{73D0931F-4CFE-9437-84A8-AC773166045D}"/>
                </a:ext>
              </a:extLst>
            </p:cNvPr>
            <p:cNvSpPr>
              <a:spLocks noEditPoints="1"/>
            </p:cNvSpPr>
            <p:nvPr/>
          </p:nvSpPr>
          <p:spPr bwMode="auto">
            <a:xfrm>
              <a:off x="216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12" name="Freeform 60">
              <a:extLst>
                <a:ext uri="{FF2B5EF4-FFF2-40B4-BE49-F238E27FC236}">
                  <a16:creationId xmlns:a16="http://schemas.microsoft.com/office/drawing/2014/main" id="{003939E6-B1BC-8EBB-37FE-DE0ED890D564}"/>
                </a:ext>
              </a:extLst>
            </p:cNvPr>
            <p:cNvSpPr>
              <a:spLocks noEditPoints="1"/>
            </p:cNvSpPr>
            <p:nvPr/>
          </p:nvSpPr>
          <p:spPr bwMode="auto">
            <a:xfrm>
              <a:off x="216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13" name="Freeform 61">
              <a:extLst>
                <a:ext uri="{FF2B5EF4-FFF2-40B4-BE49-F238E27FC236}">
                  <a16:creationId xmlns:a16="http://schemas.microsoft.com/office/drawing/2014/main" id="{E1DAAE01-AE3F-958C-F2A3-227DFADB9941}"/>
                </a:ext>
              </a:extLst>
            </p:cNvPr>
            <p:cNvSpPr>
              <a:spLocks noEditPoints="1"/>
            </p:cNvSpPr>
            <p:nvPr/>
          </p:nvSpPr>
          <p:spPr bwMode="auto">
            <a:xfrm>
              <a:off x="216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14" name="Rectangle 62">
              <a:extLst>
                <a:ext uri="{FF2B5EF4-FFF2-40B4-BE49-F238E27FC236}">
                  <a16:creationId xmlns:a16="http://schemas.microsoft.com/office/drawing/2014/main" id="{1DAEDD59-2D34-B711-EDC4-6AEAC81E7D7D}"/>
                </a:ext>
              </a:extLst>
            </p:cNvPr>
            <p:cNvSpPr>
              <a:spLocks noChangeArrowheads="1"/>
            </p:cNvSpPr>
            <p:nvPr/>
          </p:nvSpPr>
          <p:spPr bwMode="auto">
            <a:xfrm>
              <a:off x="2169"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15" name="Rectangle 63">
              <a:extLst>
                <a:ext uri="{FF2B5EF4-FFF2-40B4-BE49-F238E27FC236}">
                  <a16:creationId xmlns:a16="http://schemas.microsoft.com/office/drawing/2014/main" id="{98E9E2AE-CE06-400C-D981-32F4C9C9ADE1}"/>
                </a:ext>
              </a:extLst>
            </p:cNvPr>
            <p:cNvSpPr>
              <a:spLocks noChangeArrowheads="1"/>
            </p:cNvSpPr>
            <p:nvPr/>
          </p:nvSpPr>
          <p:spPr bwMode="auto">
            <a:xfrm>
              <a:off x="262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16" name="Freeform 64">
              <a:extLst>
                <a:ext uri="{FF2B5EF4-FFF2-40B4-BE49-F238E27FC236}">
                  <a16:creationId xmlns:a16="http://schemas.microsoft.com/office/drawing/2014/main" id="{D7DFF8C7-734F-1BC8-360E-A88A1FEA4D9D}"/>
                </a:ext>
              </a:extLst>
            </p:cNvPr>
            <p:cNvSpPr>
              <a:spLocks noEditPoints="1"/>
            </p:cNvSpPr>
            <p:nvPr/>
          </p:nvSpPr>
          <p:spPr bwMode="auto">
            <a:xfrm>
              <a:off x="262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17" name="Freeform 65">
              <a:extLst>
                <a:ext uri="{FF2B5EF4-FFF2-40B4-BE49-F238E27FC236}">
                  <a16:creationId xmlns:a16="http://schemas.microsoft.com/office/drawing/2014/main" id="{A7BEDAB4-4580-ED41-DA83-0969630416F8}"/>
                </a:ext>
              </a:extLst>
            </p:cNvPr>
            <p:cNvSpPr>
              <a:spLocks noEditPoints="1"/>
            </p:cNvSpPr>
            <p:nvPr/>
          </p:nvSpPr>
          <p:spPr bwMode="auto">
            <a:xfrm>
              <a:off x="262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18" name="Freeform 66">
              <a:extLst>
                <a:ext uri="{FF2B5EF4-FFF2-40B4-BE49-F238E27FC236}">
                  <a16:creationId xmlns:a16="http://schemas.microsoft.com/office/drawing/2014/main" id="{4A627333-D306-D073-7DB2-4DC86BEE8CF2}"/>
                </a:ext>
              </a:extLst>
            </p:cNvPr>
            <p:cNvSpPr>
              <a:spLocks noEditPoints="1"/>
            </p:cNvSpPr>
            <p:nvPr/>
          </p:nvSpPr>
          <p:spPr bwMode="auto">
            <a:xfrm>
              <a:off x="262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19" name="Freeform 67">
              <a:extLst>
                <a:ext uri="{FF2B5EF4-FFF2-40B4-BE49-F238E27FC236}">
                  <a16:creationId xmlns:a16="http://schemas.microsoft.com/office/drawing/2014/main" id="{2238D476-2F14-A4CC-3888-167AA0BE91E5}"/>
                </a:ext>
              </a:extLst>
            </p:cNvPr>
            <p:cNvSpPr>
              <a:spLocks noEditPoints="1"/>
            </p:cNvSpPr>
            <p:nvPr/>
          </p:nvSpPr>
          <p:spPr bwMode="auto">
            <a:xfrm>
              <a:off x="262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20" name="Freeform 68">
              <a:extLst>
                <a:ext uri="{FF2B5EF4-FFF2-40B4-BE49-F238E27FC236}">
                  <a16:creationId xmlns:a16="http://schemas.microsoft.com/office/drawing/2014/main" id="{66D3C6BF-80EB-B1AA-9003-592ADB81EAA3}"/>
                </a:ext>
              </a:extLst>
            </p:cNvPr>
            <p:cNvSpPr>
              <a:spLocks noEditPoints="1"/>
            </p:cNvSpPr>
            <p:nvPr/>
          </p:nvSpPr>
          <p:spPr bwMode="auto">
            <a:xfrm>
              <a:off x="262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21" name="Freeform 69">
              <a:extLst>
                <a:ext uri="{FF2B5EF4-FFF2-40B4-BE49-F238E27FC236}">
                  <a16:creationId xmlns:a16="http://schemas.microsoft.com/office/drawing/2014/main" id="{C198C8CE-213F-58B9-0ACE-B6F639516FD3}"/>
                </a:ext>
              </a:extLst>
            </p:cNvPr>
            <p:cNvSpPr>
              <a:spLocks noEditPoints="1"/>
            </p:cNvSpPr>
            <p:nvPr/>
          </p:nvSpPr>
          <p:spPr bwMode="auto">
            <a:xfrm>
              <a:off x="262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22" name="Freeform 70">
              <a:extLst>
                <a:ext uri="{FF2B5EF4-FFF2-40B4-BE49-F238E27FC236}">
                  <a16:creationId xmlns:a16="http://schemas.microsoft.com/office/drawing/2014/main" id="{DC585D22-D737-95A7-DA88-56E0F1868705}"/>
                </a:ext>
              </a:extLst>
            </p:cNvPr>
            <p:cNvSpPr>
              <a:spLocks noEditPoints="1"/>
            </p:cNvSpPr>
            <p:nvPr/>
          </p:nvSpPr>
          <p:spPr bwMode="auto">
            <a:xfrm>
              <a:off x="262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23" name="Freeform 71">
              <a:extLst>
                <a:ext uri="{FF2B5EF4-FFF2-40B4-BE49-F238E27FC236}">
                  <a16:creationId xmlns:a16="http://schemas.microsoft.com/office/drawing/2014/main" id="{71FE183D-5477-74D7-A584-F73C37E4D9C9}"/>
                </a:ext>
              </a:extLst>
            </p:cNvPr>
            <p:cNvSpPr>
              <a:spLocks noEditPoints="1"/>
            </p:cNvSpPr>
            <p:nvPr/>
          </p:nvSpPr>
          <p:spPr bwMode="auto">
            <a:xfrm>
              <a:off x="262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24" name="Freeform 72">
              <a:extLst>
                <a:ext uri="{FF2B5EF4-FFF2-40B4-BE49-F238E27FC236}">
                  <a16:creationId xmlns:a16="http://schemas.microsoft.com/office/drawing/2014/main" id="{5EA67098-2318-D309-2792-C899FD3B7635}"/>
                </a:ext>
              </a:extLst>
            </p:cNvPr>
            <p:cNvSpPr>
              <a:spLocks noEditPoints="1"/>
            </p:cNvSpPr>
            <p:nvPr/>
          </p:nvSpPr>
          <p:spPr bwMode="auto">
            <a:xfrm>
              <a:off x="262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25" name="Freeform 73">
              <a:extLst>
                <a:ext uri="{FF2B5EF4-FFF2-40B4-BE49-F238E27FC236}">
                  <a16:creationId xmlns:a16="http://schemas.microsoft.com/office/drawing/2014/main" id="{E84F24DB-E46E-5465-B4E1-2EBB74840F07}"/>
                </a:ext>
              </a:extLst>
            </p:cNvPr>
            <p:cNvSpPr>
              <a:spLocks noEditPoints="1"/>
            </p:cNvSpPr>
            <p:nvPr/>
          </p:nvSpPr>
          <p:spPr bwMode="auto">
            <a:xfrm>
              <a:off x="262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26" name="Rectangle 74">
              <a:extLst>
                <a:ext uri="{FF2B5EF4-FFF2-40B4-BE49-F238E27FC236}">
                  <a16:creationId xmlns:a16="http://schemas.microsoft.com/office/drawing/2014/main" id="{81C52CC1-73EA-47F1-94FD-398CE636A4DA}"/>
                </a:ext>
              </a:extLst>
            </p:cNvPr>
            <p:cNvSpPr>
              <a:spLocks noChangeArrowheads="1"/>
            </p:cNvSpPr>
            <p:nvPr/>
          </p:nvSpPr>
          <p:spPr bwMode="auto">
            <a:xfrm>
              <a:off x="262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27" name="Rectangle 75">
              <a:extLst>
                <a:ext uri="{FF2B5EF4-FFF2-40B4-BE49-F238E27FC236}">
                  <a16:creationId xmlns:a16="http://schemas.microsoft.com/office/drawing/2014/main" id="{09C255BA-2D71-CAB0-C080-FAF5463A963B}"/>
                </a:ext>
              </a:extLst>
            </p:cNvPr>
            <p:cNvSpPr>
              <a:spLocks noChangeArrowheads="1"/>
            </p:cNvSpPr>
            <p:nvPr/>
          </p:nvSpPr>
          <p:spPr bwMode="auto">
            <a:xfrm>
              <a:off x="3065"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28" name="Freeform 76">
              <a:extLst>
                <a:ext uri="{FF2B5EF4-FFF2-40B4-BE49-F238E27FC236}">
                  <a16:creationId xmlns:a16="http://schemas.microsoft.com/office/drawing/2014/main" id="{8E8B055C-417C-9926-F1E6-17A698155329}"/>
                </a:ext>
              </a:extLst>
            </p:cNvPr>
            <p:cNvSpPr>
              <a:spLocks noEditPoints="1"/>
            </p:cNvSpPr>
            <p:nvPr/>
          </p:nvSpPr>
          <p:spPr bwMode="auto">
            <a:xfrm>
              <a:off x="3065"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29" name="Freeform 77">
              <a:extLst>
                <a:ext uri="{FF2B5EF4-FFF2-40B4-BE49-F238E27FC236}">
                  <a16:creationId xmlns:a16="http://schemas.microsoft.com/office/drawing/2014/main" id="{7E87EA2C-67EC-7755-9E7D-71D5F7BF39EC}"/>
                </a:ext>
              </a:extLst>
            </p:cNvPr>
            <p:cNvSpPr>
              <a:spLocks noEditPoints="1"/>
            </p:cNvSpPr>
            <p:nvPr/>
          </p:nvSpPr>
          <p:spPr bwMode="auto">
            <a:xfrm>
              <a:off x="3065"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0" name="Freeform 78">
              <a:extLst>
                <a:ext uri="{FF2B5EF4-FFF2-40B4-BE49-F238E27FC236}">
                  <a16:creationId xmlns:a16="http://schemas.microsoft.com/office/drawing/2014/main" id="{7285F150-3A9D-B5E6-6EC3-7126123DC3AE}"/>
                </a:ext>
              </a:extLst>
            </p:cNvPr>
            <p:cNvSpPr>
              <a:spLocks noEditPoints="1"/>
            </p:cNvSpPr>
            <p:nvPr/>
          </p:nvSpPr>
          <p:spPr bwMode="auto">
            <a:xfrm>
              <a:off x="3065"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1" name="Freeform 79">
              <a:extLst>
                <a:ext uri="{FF2B5EF4-FFF2-40B4-BE49-F238E27FC236}">
                  <a16:creationId xmlns:a16="http://schemas.microsoft.com/office/drawing/2014/main" id="{79CF8CB9-439F-251F-FD28-F13CAE7918F7}"/>
                </a:ext>
              </a:extLst>
            </p:cNvPr>
            <p:cNvSpPr>
              <a:spLocks noEditPoints="1"/>
            </p:cNvSpPr>
            <p:nvPr/>
          </p:nvSpPr>
          <p:spPr bwMode="auto">
            <a:xfrm>
              <a:off x="3065"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2" name="Freeform 80">
              <a:extLst>
                <a:ext uri="{FF2B5EF4-FFF2-40B4-BE49-F238E27FC236}">
                  <a16:creationId xmlns:a16="http://schemas.microsoft.com/office/drawing/2014/main" id="{A181B6A6-8C3A-4F05-E089-C0BE7A20C9C6}"/>
                </a:ext>
              </a:extLst>
            </p:cNvPr>
            <p:cNvSpPr>
              <a:spLocks noEditPoints="1"/>
            </p:cNvSpPr>
            <p:nvPr/>
          </p:nvSpPr>
          <p:spPr bwMode="auto">
            <a:xfrm>
              <a:off x="3065"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3" name="Freeform 81">
              <a:extLst>
                <a:ext uri="{FF2B5EF4-FFF2-40B4-BE49-F238E27FC236}">
                  <a16:creationId xmlns:a16="http://schemas.microsoft.com/office/drawing/2014/main" id="{30419B1C-B2CA-9555-434D-29F09448A337}"/>
                </a:ext>
              </a:extLst>
            </p:cNvPr>
            <p:cNvSpPr>
              <a:spLocks noEditPoints="1"/>
            </p:cNvSpPr>
            <p:nvPr/>
          </p:nvSpPr>
          <p:spPr bwMode="auto">
            <a:xfrm>
              <a:off x="3065"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4" name="Freeform 82">
              <a:extLst>
                <a:ext uri="{FF2B5EF4-FFF2-40B4-BE49-F238E27FC236}">
                  <a16:creationId xmlns:a16="http://schemas.microsoft.com/office/drawing/2014/main" id="{A92442CC-B4AE-1FD5-6A18-42D9D9D476B2}"/>
                </a:ext>
              </a:extLst>
            </p:cNvPr>
            <p:cNvSpPr>
              <a:spLocks noEditPoints="1"/>
            </p:cNvSpPr>
            <p:nvPr/>
          </p:nvSpPr>
          <p:spPr bwMode="auto">
            <a:xfrm>
              <a:off x="3065"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5" name="Freeform 83">
              <a:extLst>
                <a:ext uri="{FF2B5EF4-FFF2-40B4-BE49-F238E27FC236}">
                  <a16:creationId xmlns:a16="http://schemas.microsoft.com/office/drawing/2014/main" id="{3EC0C1C1-BC42-8C4F-9E58-BDE7C3076FB3}"/>
                </a:ext>
              </a:extLst>
            </p:cNvPr>
            <p:cNvSpPr>
              <a:spLocks noEditPoints="1"/>
            </p:cNvSpPr>
            <p:nvPr/>
          </p:nvSpPr>
          <p:spPr bwMode="auto">
            <a:xfrm>
              <a:off x="3065"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6" name="Freeform 84">
              <a:extLst>
                <a:ext uri="{FF2B5EF4-FFF2-40B4-BE49-F238E27FC236}">
                  <a16:creationId xmlns:a16="http://schemas.microsoft.com/office/drawing/2014/main" id="{7799CACE-D734-20B9-DA5A-B02D88626574}"/>
                </a:ext>
              </a:extLst>
            </p:cNvPr>
            <p:cNvSpPr>
              <a:spLocks noEditPoints="1"/>
            </p:cNvSpPr>
            <p:nvPr/>
          </p:nvSpPr>
          <p:spPr bwMode="auto">
            <a:xfrm>
              <a:off x="3065"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7" name="Freeform 85">
              <a:extLst>
                <a:ext uri="{FF2B5EF4-FFF2-40B4-BE49-F238E27FC236}">
                  <a16:creationId xmlns:a16="http://schemas.microsoft.com/office/drawing/2014/main" id="{4AB4FAF4-ADBF-8136-F2E7-BB61CA447A37}"/>
                </a:ext>
              </a:extLst>
            </p:cNvPr>
            <p:cNvSpPr>
              <a:spLocks noEditPoints="1"/>
            </p:cNvSpPr>
            <p:nvPr/>
          </p:nvSpPr>
          <p:spPr bwMode="auto">
            <a:xfrm>
              <a:off x="3065"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38" name="Rectangle 86">
              <a:extLst>
                <a:ext uri="{FF2B5EF4-FFF2-40B4-BE49-F238E27FC236}">
                  <a16:creationId xmlns:a16="http://schemas.microsoft.com/office/drawing/2014/main" id="{C6643915-FE75-6EFF-51C9-DEEBA9FEA0AC}"/>
                </a:ext>
              </a:extLst>
            </p:cNvPr>
            <p:cNvSpPr>
              <a:spLocks noChangeArrowheads="1"/>
            </p:cNvSpPr>
            <p:nvPr/>
          </p:nvSpPr>
          <p:spPr bwMode="auto">
            <a:xfrm>
              <a:off x="3065"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39" name="Rectangle 87">
              <a:extLst>
                <a:ext uri="{FF2B5EF4-FFF2-40B4-BE49-F238E27FC236}">
                  <a16:creationId xmlns:a16="http://schemas.microsoft.com/office/drawing/2014/main" id="{0D6028A7-A791-8A6A-FF61-91A1CEAE5478}"/>
                </a:ext>
              </a:extLst>
            </p:cNvPr>
            <p:cNvSpPr>
              <a:spLocks noChangeArrowheads="1"/>
            </p:cNvSpPr>
            <p:nvPr/>
          </p:nvSpPr>
          <p:spPr bwMode="auto">
            <a:xfrm>
              <a:off x="351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40" name="Freeform 88">
              <a:extLst>
                <a:ext uri="{FF2B5EF4-FFF2-40B4-BE49-F238E27FC236}">
                  <a16:creationId xmlns:a16="http://schemas.microsoft.com/office/drawing/2014/main" id="{9E287AD6-88F1-BCEC-7654-BD53230053D2}"/>
                </a:ext>
              </a:extLst>
            </p:cNvPr>
            <p:cNvSpPr>
              <a:spLocks noEditPoints="1"/>
            </p:cNvSpPr>
            <p:nvPr/>
          </p:nvSpPr>
          <p:spPr bwMode="auto">
            <a:xfrm>
              <a:off x="351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1" name="Freeform 89">
              <a:extLst>
                <a:ext uri="{FF2B5EF4-FFF2-40B4-BE49-F238E27FC236}">
                  <a16:creationId xmlns:a16="http://schemas.microsoft.com/office/drawing/2014/main" id="{2909D443-DBBF-34CA-6684-A08343E44F57}"/>
                </a:ext>
              </a:extLst>
            </p:cNvPr>
            <p:cNvSpPr>
              <a:spLocks noEditPoints="1"/>
            </p:cNvSpPr>
            <p:nvPr/>
          </p:nvSpPr>
          <p:spPr bwMode="auto">
            <a:xfrm>
              <a:off x="351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2" name="Freeform 90">
              <a:extLst>
                <a:ext uri="{FF2B5EF4-FFF2-40B4-BE49-F238E27FC236}">
                  <a16:creationId xmlns:a16="http://schemas.microsoft.com/office/drawing/2014/main" id="{89E0761D-6BD8-B9C7-6669-33AB617B9140}"/>
                </a:ext>
              </a:extLst>
            </p:cNvPr>
            <p:cNvSpPr>
              <a:spLocks noEditPoints="1"/>
            </p:cNvSpPr>
            <p:nvPr/>
          </p:nvSpPr>
          <p:spPr bwMode="auto">
            <a:xfrm>
              <a:off x="351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3" name="Freeform 91">
              <a:extLst>
                <a:ext uri="{FF2B5EF4-FFF2-40B4-BE49-F238E27FC236}">
                  <a16:creationId xmlns:a16="http://schemas.microsoft.com/office/drawing/2014/main" id="{19C444B3-3B89-A4C4-9F16-49596A7FFC98}"/>
                </a:ext>
              </a:extLst>
            </p:cNvPr>
            <p:cNvSpPr>
              <a:spLocks noEditPoints="1"/>
            </p:cNvSpPr>
            <p:nvPr/>
          </p:nvSpPr>
          <p:spPr bwMode="auto">
            <a:xfrm>
              <a:off x="351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4" name="Freeform 92">
              <a:extLst>
                <a:ext uri="{FF2B5EF4-FFF2-40B4-BE49-F238E27FC236}">
                  <a16:creationId xmlns:a16="http://schemas.microsoft.com/office/drawing/2014/main" id="{0D99C44C-7E22-B8C8-E103-01A08AF43810}"/>
                </a:ext>
              </a:extLst>
            </p:cNvPr>
            <p:cNvSpPr>
              <a:spLocks noEditPoints="1"/>
            </p:cNvSpPr>
            <p:nvPr/>
          </p:nvSpPr>
          <p:spPr bwMode="auto">
            <a:xfrm>
              <a:off x="351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5" name="Freeform 93">
              <a:extLst>
                <a:ext uri="{FF2B5EF4-FFF2-40B4-BE49-F238E27FC236}">
                  <a16:creationId xmlns:a16="http://schemas.microsoft.com/office/drawing/2014/main" id="{5BC54913-3437-521D-1D9A-671D54E14727}"/>
                </a:ext>
              </a:extLst>
            </p:cNvPr>
            <p:cNvSpPr>
              <a:spLocks noEditPoints="1"/>
            </p:cNvSpPr>
            <p:nvPr/>
          </p:nvSpPr>
          <p:spPr bwMode="auto">
            <a:xfrm>
              <a:off x="351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6" name="Freeform 94">
              <a:extLst>
                <a:ext uri="{FF2B5EF4-FFF2-40B4-BE49-F238E27FC236}">
                  <a16:creationId xmlns:a16="http://schemas.microsoft.com/office/drawing/2014/main" id="{93EC51B2-4ECC-7A77-7E7B-2839B036A49C}"/>
                </a:ext>
              </a:extLst>
            </p:cNvPr>
            <p:cNvSpPr>
              <a:spLocks noEditPoints="1"/>
            </p:cNvSpPr>
            <p:nvPr/>
          </p:nvSpPr>
          <p:spPr bwMode="auto">
            <a:xfrm>
              <a:off x="351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7" name="Freeform 95">
              <a:extLst>
                <a:ext uri="{FF2B5EF4-FFF2-40B4-BE49-F238E27FC236}">
                  <a16:creationId xmlns:a16="http://schemas.microsoft.com/office/drawing/2014/main" id="{C7108D68-A64C-2AE9-115C-A4D60B684A76}"/>
                </a:ext>
              </a:extLst>
            </p:cNvPr>
            <p:cNvSpPr>
              <a:spLocks noEditPoints="1"/>
            </p:cNvSpPr>
            <p:nvPr/>
          </p:nvSpPr>
          <p:spPr bwMode="auto">
            <a:xfrm>
              <a:off x="351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8" name="Freeform 96">
              <a:extLst>
                <a:ext uri="{FF2B5EF4-FFF2-40B4-BE49-F238E27FC236}">
                  <a16:creationId xmlns:a16="http://schemas.microsoft.com/office/drawing/2014/main" id="{B8A22B56-2514-11A3-7A3A-DFB6CA57A3AF}"/>
                </a:ext>
              </a:extLst>
            </p:cNvPr>
            <p:cNvSpPr>
              <a:spLocks noEditPoints="1"/>
            </p:cNvSpPr>
            <p:nvPr/>
          </p:nvSpPr>
          <p:spPr bwMode="auto">
            <a:xfrm>
              <a:off x="351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49" name="Freeform 97">
              <a:extLst>
                <a:ext uri="{FF2B5EF4-FFF2-40B4-BE49-F238E27FC236}">
                  <a16:creationId xmlns:a16="http://schemas.microsoft.com/office/drawing/2014/main" id="{CEE11BA3-184D-B547-FB91-72A733C995D7}"/>
                </a:ext>
              </a:extLst>
            </p:cNvPr>
            <p:cNvSpPr>
              <a:spLocks noEditPoints="1"/>
            </p:cNvSpPr>
            <p:nvPr/>
          </p:nvSpPr>
          <p:spPr bwMode="auto">
            <a:xfrm>
              <a:off x="351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50" name="Rectangle 98">
              <a:extLst>
                <a:ext uri="{FF2B5EF4-FFF2-40B4-BE49-F238E27FC236}">
                  <a16:creationId xmlns:a16="http://schemas.microsoft.com/office/drawing/2014/main" id="{61DDEA38-F283-4788-A9D9-C73FADB8EAAE}"/>
                </a:ext>
              </a:extLst>
            </p:cNvPr>
            <p:cNvSpPr>
              <a:spLocks noChangeArrowheads="1"/>
            </p:cNvSpPr>
            <p:nvPr/>
          </p:nvSpPr>
          <p:spPr bwMode="auto">
            <a:xfrm>
              <a:off x="351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51" name="Rectangle 99">
              <a:extLst>
                <a:ext uri="{FF2B5EF4-FFF2-40B4-BE49-F238E27FC236}">
                  <a16:creationId xmlns:a16="http://schemas.microsoft.com/office/drawing/2014/main" id="{D436D6E6-00C4-1842-FFC9-12CE58B7766A}"/>
                </a:ext>
              </a:extLst>
            </p:cNvPr>
            <p:cNvSpPr>
              <a:spLocks noChangeArrowheads="1"/>
            </p:cNvSpPr>
            <p:nvPr/>
          </p:nvSpPr>
          <p:spPr bwMode="auto">
            <a:xfrm>
              <a:off x="396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52" name="Freeform 100">
              <a:extLst>
                <a:ext uri="{FF2B5EF4-FFF2-40B4-BE49-F238E27FC236}">
                  <a16:creationId xmlns:a16="http://schemas.microsoft.com/office/drawing/2014/main" id="{EC1A60A1-B279-E7ED-F253-DC6332241499}"/>
                </a:ext>
              </a:extLst>
            </p:cNvPr>
            <p:cNvSpPr>
              <a:spLocks noEditPoints="1"/>
            </p:cNvSpPr>
            <p:nvPr/>
          </p:nvSpPr>
          <p:spPr bwMode="auto">
            <a:xfrm>
              <a:off x="396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53" name="Freeform 101">
              <a:extLst>
                <a:ext uri="{FF2B5EF4-FFF2-40B4-BE49-F238E27FC236}">
                  <a16:creationId xmlns:a16="http://schemas.microsoft.com/office/drawing/2014/main" id="{687CFD65-CB4A-B60F-E23C-92C8B54DFEE3}"/>
                </a:ext>
              </a:extLst>
            </p:cNvPr>
            <p:cNvSpPr>
              <a:spLocks noEditPoints="1"/>
            </p:cNvSpPr>
            <p:nvPr/>
          </p:nvSpPr>
          <p:spPr bwMode="auto">
            <a:xfrm>
              <a:off x="396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54" name="Freeform 102">
              <a:extLst>
                <a:ext uri="{FF2B5EF4-FFF2-40B4-BE49-F238E27FC236}">
                  <a16:creationId xmlns:a16="http://schemas.microsoft.com/office/drawing/2014/main" id="{46199644-E670-F476-47E6-51A783CECF43}"/>
                </a:ext>
              </a:extLst>
            </p:cNvPr>
            <p:cNvSpPr>
              <a:spLocks noEditPoints="1"/>
            </p:cNvSpPr>
            <p:nvPr/>
          </p:nvSpPr>
          <p:spPr bwMode="auto">
            <a:xfrm>
              <a:off x="396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55" name="Freeform 103">
              <a:extLst>
                <a:ext uri="{FF2B5EF4-FFF2-40B4-BE49-F238E27FC236}">
                  <a16:creationId xmlns:a16="http://schemas.microsoft.com/office/drawing/2014/main" id="{F3559181-B1D9-4D5E-B75C-B18ECAC8621B}"/>
                </a:ext>
              </a:extLst>
            </p:cNvPr>
            <p:cNvSpPr>
              <a:spLocks noEditPoints="1"/>
            </p:cNvSpPr>
            <p:nvPr/>
          </p:nvSpPr>
          <p:spPr bwMode="auto">
            <a:xfrm>
              <a:off x="396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56" name="Freeform 104">
              <a:extLst>
                <a:ext uri="{FF2B5EF4-FFF2-40B4-BE49-F238E27FC236}">
                  <a16:creationId xmlns:a16="http://schemas.microsoft.com/office/drawing/2014/main" id="{8F40531B-1002-088B-8156-8398FFA70F81}"/>
                </a:ext>
              </a:extLst>
            </p:cNvPr>
            <p:cNvSpPr>
              <a:spLocks noEditPoints="1"/>
            </p:cNvSpPr>
            <p:nvPr/>
          </p:nvSpPr>
          <p:spPr bwMode="auto">
            <a:xfrm>
              <a:off x="396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57" name="Freeform 105">
              <a:extLst>
                <a:ext uri="{FF2B5EF4-FFF2-40B4-BE49-F238E27FC236}">
                  <a16:creationId xmlns:a16="http://schemas.microsoft.com/office/drawing/2014/main" id="{CB8282C4-5421-C86A-D878-B7D6F04A01CC}"/>
                </a:ext>
              </a:extLst>
            </p:cNvPr>
            <p:cNvSpPr>
              <a:spLocks noEditPoints="1"/>
            </p:cNvSpPr>
            <p:nvPr/>
          </p:nvSpPr>
          <p:spPr bwMode="auto">
            <a:xfrm>
              <a:off x="396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58" name="Freeform 106">
              <a:extLst>
                <a:ext uri="{FF2B5EF4-FFF2-40B4-BE49-F238E27FC236}">
                  <a16:creationId xmlns:a16="http://schemas.microsoft.com/office/drawing/2014/main" id="{9C2CA560-C73B-1F8E-BE05-2B45C3EC5B39}"/>
                </a:ext>
              </a:extLst>
            </p:cNvPr>
            <p:cNvSpPr>
              <a:spLocks noEditPoints="1"/>
            </p:cNvSpPr>
            <p:nvPr/>
          </p:nvSpPr>
          <p:spPr bwMode="auto">
            <a:xfrm>
              <a:off x="396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59" name="Freeform 107">
              <a:extLst>
                <a:ext uri="{FF2B5EF4-FFF2-40B4-BE49-F238E27FC236}">
                  <a16:creationId xmlns:a16="http://schemas.microsoft.com/office/drawing/2014/main" id="{B0471CC5-404D-4F09-E8D8-3CCB3BDB131C}"/>
                </a:ext>
              </a:extLst>
            </p:cNvPr>
            <p:cNvSpPr>
              <a:spLocks noEditPoints="1"/>
            </p:cNvSpPr>
            <p:nvPr/>
          </p:nvSpPr>
          <p:spPr bwMode="auto">
            <a:xfrm>
              <a:off x="396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60" name="Freeform 108">
              <a:extLst>
                <a:ext uri="{FF2B5EF4-FFF2-40B4-BE49-F238E27FC236}">
                  <a16:creationId xmlns:a16="http://schemas.microsoft.com/office/drawing/2014/main" id="{9BE14FBD-7F5C-9752-34BA-B556878884A3}"/>
                </a:ext>
              </a:extLst>
            </p:cNvPr>
            <p:cNvSpPr>
              <a:spLocks noEditPoints="1"/>
            </p:cNvSpPr>
            <p:nvPr/>
          </p:nvSpPr>
          <p:spPr bwMode="auto">
            <a:xfrm>
              <a:off x="396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61" name="Freeform 109">
              <a:extLst>
                <a:ext uri="{FF2B5EF4-FFF2-40B4-BE49-F238E27FC236}">
                  <a16:creationId xmlns:a16="http://schemas.microsoft.com/office/drawing/2014/main" id="{4B4CD01B-0F72-7680-E80A-228282834309}"/>
                </a:ext>
              </a:extLst>
            </p:cNvPr>
            <p:cNvSpPr>
              <a:spLocks noEditPoints="1"/>
            </p:cNvSpPr>
            <p:nvPr/>
          </p:nvSpPr>
          <p:spPr bwMode="auto">
            <a:xfrm>
              <a:off x="396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62" name="Rectangle 110">
              <a:extLst>
                <a:ext uri="{FF2B5EF4-FFF2-40B4-BE49-F238E27FC236}">
                  <a16:creationId xmlns:a16="http://schemas.microsoft.com/office/drawing/2014/main" id="{87CEEFF5-4391-2D43-705D-929DAA91C5CF}"/>
                </a:ext>
              </a:extLst>
            </p:cNvPr>
            <p:cNvSpPr>
              <a:spLocks noChangeArrowheads="1"/>
            </p:cNvSpPr>
            <p:nvPr/>
          </p:nvSpPr>
          <p:spPr bwMode="auto">
            <a:xfrm>
              <a:off x="396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63" name="Rectangle 111">
              <a:extLst>
                <a:ext uri="{FF2B5EF4-FFF2-40B4-BE49-F238E27FC236}">
                  <a16:creationId xmlns:a16="http://schemas.microsoft.com/office/drawing/2014/main" id="{988F00AB-D53E-A947-A5AE-900868A3E8FB}"/>
                </a:ext>
              </a:extLst>
            </p:cNvPr>
            <p:cNvSpPr>
              <a:spLocks noChangeArrowheads="1"/>
            </p:cNvSpPr>
            <p:nvPr/>
          </p:nvSpPr>
          <p:spPr bwMode="auto">
            <a:xfrm>
              <a:off x="4405"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64" name="Freeform 112">
              <a:extLst>
                <a:ext uri="{FF2B5EF4-FFF2-40B4-BE49-F238E27FC236}">
                  <a16:creationId xmlns:a16="http://schemas.microsoft.com/office/drawing/2014/main" id="{DE31D867-2256-D962-6434-767DED759963}"/>
                </a:ext>
              </a:extLst>
            </p:cNvPr>
            <p:cNvSpPr>
              <a:spLocks noEditPoints="1"/>
            </p:cNvSpPr>
            <p:nvPr/>
          </p:nvSpPr>
          <p:spPr bwMode="auto">
            <a:xfrm>
              <a:off x="4405"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65" name="Freeform 113">
              <a:extLst>
                <a:ext uri="{FF2B5EF4-FFF2-40B4-BE49-F238E27FC236}">
                  <a16:creationId xmlns:a16="http://schemas.microsoft.com/office/drawing/2014/main" id="{0B137208-E0DF-1B40-AE29-476202FA3C22}"/>
                </a:ext>
              </a:extLst>
            </p:cNvPr>
            <p:cNvSpPr>
              <a:spLocks noEditPoints="1"/>
            </p:cNvSpPr>
            <p:nvPr/>
          </p:nvSpPr>
          <p:spPr bwMode="auto">
            <a:xfrm>
              <a:off x="4405"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66" name="Freeform 114">
              <a:extLst>
                <a:ext uri="{FF2B5EF4-FFF2-40B4-BE49-F238E27FC236}">
                  <a16:creationId xmlns:a16="http://schemas.microsoft.com/office/drawing/2014/main" id="{DA2D6C48-B1A1-CBFA-ACDA-A4C7C11FBB21}"/>
                </a:ext>
              </a:extLst>
            </p:cNvPr>
            <p:cNvSpPr>
              <a:spLocks noEditPoints="1"/>
            </p:cNvSpPr>
            <p:nvPr/>
          </p:nvSpPr>
          <p:spPr bwMode="auto">
            <a:xfrm>
              <a:off x="4405"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67" name="Freeform 115">
              <a:extLst>
                <a:ext uri="{FF2B5EF4-FFF2-40B4-BE49-F238E27FC236}">
                  <a16:creationId xmlns:a16="http://schemas.microsoft.com/office/drawing/2014/main" id="{278AAF1A-7C43-7EAB-E29A-4ED9F5E8B402}"/>
                </a:ext>
              </a:extLst>
            </p:cNvPr>
            <p:cNvSpPr>
              <a:spLocks noEditPoints="1"/>
            </p:cNvSpPr>
            <p:nvPr/>
          </p:nvSpPr>
          <p:spPr bwMode="auto">
            <a:xfrm>
              <a:off x="4405"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68" name="Freeform 116">
              <a:extLst>
                <a:ext uri="{FF2B5EF4-FFF2-40B4-BE49-F238E27FC236}">
                  <a16:creationId xmlns:a16="http://schemas.microsoft.com/office/drawing/2014/main" id="{E821E7B5-17F3-AFFB-DEFD-1A6F33C3829E}"/>
                </a:ext>
              </a:extLst>
            </p:cNvPr>
            <p:cNvSpPr>
              <a:spLocks noEditPoints="1"/>
            </p:cNvSpPr>
            <p:nvPr/>
          </p:nvSpPr>
          <p:spPr bwMode="auto">
            <a:xfrm>
              <a:off x="4405"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69" name="Freeform 117">
              <a:extLst>
                <a:ext uri="{FF2B5EF4-FFF2-40B4-BE49-F238E27FC236}">
                  <a16:creationId xmlns:a16="http://schemas.microsoft.com/office/drawing/2014/main" id="{A61224C6-80F1-0C30-4B30-F74170911FF9}"/>
                </a:ext>
              </a:extLst>
            </p:cNvPr>
            <p:cNvSpPr>
              <a:spLocks noEditPoints="1"/>
            </p:cNvSpPr>
            <p:nvPr/>
          </p:nvSpPr>
          <p:spPr bwMode="auto">
            <a:xfrm>
              <a:off x="4405"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70" name="Freeform 118">
              <a:extLst>
                <a:ext uri="{FF2B5EF4-FFF2-40B4-BE49-F238E27FC236}">
                  <a16:creationId xmlns:a16="http://schemas.microsoft.com/office/drawing/2014/main" id="{60733EEA-2AAA-09DE-B837-1553D3142861}"/>
                </a:ext>
              </a:extLst>
            </p:cNvPr>
            <p:cNvSpPr>
              <a:spLocks noEditPoints="1"/>
            </p:cNvSpPr>
            <p:nvPr/>
          </p:nvSpPr>
          <p:spPr bwMode="auto">
            <a:xfrm>
              <a:off x="4405"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71" name="Freeform 119">
              <a:extLst>
                <a:ext uri="{FF2B5EF4-FFF2-40B4-BE49-F238E27FC236}">
                  <a16:creationId xmlns:a16="http://schemas.microsoft.com/office/drawing/2014/main" id="{8A7F29D4-DC30-04DF-6EB4-29B387FF7F40}"/>
                </a:ext>
              </a:extLst>
            </p:cNvPr>
            <p:cNvSpPr>
              <a:spLocks noEditPoints="1"/>
            </p:cNvSpPr>
            <p:nvPr/>
          </p:nvSpPr>
          <p:spPr bwMode="auto">
            <a:xfrm>
              <a:off x="4405"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72" name="Freeform 120">
              <a:extLst>
                <a:ext uri="{FF2B5EF4-FFF2-40B4-BE49-F238E27FC236}">
                  <a16:creationId xmlns:a16="http://schemas.microsoft.com/office/drawing/2014/main" id="{40D1F653-5366-4A6E-8C00-8B64CBB03A70}"/>
                </a:ext>
              </a:extLst>
            </p:cNvPr>
            <p:cNvSpPr>
              <a:spLocks noEditPoints="1"/>
            </p:cNvSpPr>
            <p:nvPr/>
          </p:nvSpPr>
          <p:spPr bwMode="auto">
            <a:xfrm>
              <a:off x="4405"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73" name="Freeform 121">
              <a:extLst>
                <a:ext uri="{FF2B5EF4-FFF2-40B4-BE49-F238E27FC236}">
                  <a16:creationId xmlns:a16="http://schemas.microsoft.com/office/drawing/2014/main" id="{ECF5358F-7C93-5BE3-226E-426EF3C24108}"/>
                </a:ext>
              </a:extLst>
            </p:cNvPr>
            <p:cNvSpPr>
              <a:spLocks noEditPoints="1"/>
            </p:cNvSpPr>
            <p:nvPr/>
          </p:nvSpPr>
          <p:spPr bwMode="auto">
            <a:xfrm>
              <a:off x="4405"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74" name="Rectangle 122">
              <a:extLst>
                <a:ext uri="{FF2B5EF4-FFF2-40B4-BE49-F238E27FC236}">
                  <a16:creationId xmlns:a16="http://schemas.microsoft.com/office/drawing/2014/main" id="{A6FE64F9-610E-093C-2F17-31D921FCB053}"/>
                </a:ext>
              </a:extLst>
            </p:cNvPr>
            <p:cNvSpPr>
              <a:spLocks noChangeArrowheads="1"/>
            </p:cNvSpPr>
            <p:nvPr/>
          </p:nvSpPr>
          <p:spPr bwMode="auto">
            <a:xfrm>
              <a:off x="4405"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75" name="Rectangle 123">
              <a:extLst>
                <a:ext uri="{FF2B5EF4-FFF2-40B4-BE49-F238E27FC236}">
                  <a16:creationId xmlns:a16="http://schemas.microsoft.com/office/drawing/2014/main" id="{669E8FF3-3348-B0A6-9CFC-2B2954DDB834}"/>
                </a:ext>
              </a:extLst>
            </p:cNvPr>
            <p:cNvSpPr>
              <a:spLocks noChangeArrowheads="1"/>
            </p:cNvSpPr>
            <p:nvPr/>
          </p:nvSpPr>
          <p:spPr bwMode="auto">
            <a:xfrm>
              <a:off x="485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76" name="Freeform 124">
              <a:extLst>
                <a:ext uri="{FF2B5EF4-FFF2-40B4-BE49-F238E27FC236}">
                  <a16:creationId xmlns:a16="http://schemas.microsoft.com/office/drawing/2014/main" id="{04D9B201-CE8D-281D-A3FE-1ED63E2D8540}"/>
                </a:ext>
              </a:extLst>
            </p:cNvPr>
            <p:cNvSpPr>
              <a:spLocks noEditPoints="1"/>
            </p:cNvSpPr>
            <p:nvPr/>
          </p:nvSpPr>
          <p:spPr bwMode="auto">
            <a:xfrm>
              <a:off x="485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77" name="Freeform 125">
              <a:extLst>
                <a:ext uri="{FF2B5EF4-FFF2-40B4-BE49-F238E27FC236}">
                  <a16:creationId xmlns:a16="http://schemas.microsoft.com/office/drawing/2014/main" id="{8052F73F-996C-E109-4459-A0486779602D}"/>
                </a:ext>
              </a:extLst>
            </p:cNvPr>
            <p:cNvSpPr>
              <a:spLocks noEditPoints="1"/>
            </p:cNvSpPr>
            <p:nvPr/>
          </p:nvSpPr>
          <p:spPr bwMode="auto">
            <a:xfrm>
              <a:off x="485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78" name="Freeform 126">
              <a:extLst>
                <a:ext uri="{FF2B5EF4-FFF2-40B4-BE49-F238E27FC236}">
                  <a16:creationId xmlns:a16="http://schemas.microsoft.com/office/drawing/2014/main" id="{DC4A5CAF-EBB5-89FC-8630-0C9F1BBBA4B6}"/>
                </a:ext>
              </a:extLst>
            </p:cNvPr>
            <p:cNvSpPr>
              <a:spLocks noEditPoints="1"/>
            </p:cNvSpPr>
            <p:nvPr/>
          </p:nvSpPr>
          <p:spPr bwMode="auto">
            <a:xfrm>
              <a:off x="485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79" name="Freeform 127">
              <a:extLst>
                <a:ext uri="{FF2B5EF4-FFF2-40B4-BE49-F238E27FC236}">
                  <a16:creationId xmlns:a16="http://schemas.microsoft.com/office/drawing/2014/main" id="{6B0567B4-1591-B9C4-4ED4-45BBDAC7ED7F}"/>
                </a:ext>
              </a:extLst>
            </p:cNvPr>
            <p:cNvSpPr>
              <a:spLocks noEditPoints="1"/>
            </p:cNvSpPr>
            <p:nvPr/>
          </p:nvSpPr>
          <p:spPr bwMode="auto">
            <a:xfrm>
              <a:off x="485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80" name="Freeform 128">
              <a:extLst>
                <a:ext uri="{FF2B5EF4-FFF2-40B4-BE49-F238E27FC236}">
                  <a16:creationId xmlns:a16="http://schemas.microsoft.com/office/drawing/2014/main" id="{40D0FD93-4E13-826B-8A7E-9281F6D2CD14}"/>
                </a:ext>
              </a:extLst>
            </p:cNvPr>
            <p:cNvSpPr>
              <a:spLocks noEditPoints="1"/>
            </p:cNvSpPr>
            <p:nvPr/>
          </p:nvSpPr>
          <p:spPr bwMode="auto">
            <a:xfrm>
              <a:off x="485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81" name="Freeform 129">
              <a:extLst>
                <a:ext uri="{FF2B5EF4-FFF2-40B4-BE49-F238E27FC236}">
                  <a16:creationId xmlns:a16="http://schemas.microsoft.com/office/drawing/2014/main" id="{38371DAF-D7F2-FE7F-62F5-0B6210C16FB4}"/>
                </a:ext>
              </a:extLst>
            </p:cNvPr>
            <p:cNvSpPr>
              <a:spLocks noEditPoints="1"/>
            </p:cNvSpPr>
            <p:nvPr/>
          </p:nvSpPr>
          <p:spPr bwMode="auto">
            <a:xfrm>
              <a:off x="485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82" name="Freeform 130">
              <a:extLst>
                <a:ext uri="{FF2B5EF4-FFF2-40B4-BE49-F238E27FC236}">
                  <a16:creationId xmlns:a16="http://schemas.microsoft.com/office/drawing/2014/main" id="{5FA1E386-701E-9332-51BD-04815BD6C4BF}"/>
                </a:ext>
              </a:extLst>
            </p:cNvPr>
            <p:cNvSpPr>
              <a:spLocks noEditPoints="1"/>
            </p:cNvSpPr>
            <p:nvPr/>
          </p:nvSpPr>
          <p:spPr bwMode="auto">
            <a:xfrm>
              <a:off x="485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83" name="Freeform 131">
              <a:extLst>
                <a:ext uri="{FF2B5EF4-FFF2-40B4-BE49-F238E27FC236}">
                  <a16:creationId xmlns:a16="http://schemas.microsoft.com/office/drawing/2014/main" id="{550DAF5D-8F63-D041-5C3B-C80EC3EC53D3}"/>
                </a:ext>
              </a:extLst>
            </p:cNvPr>
            <p:cNvSpPr>
              <a:spLocks noEditPoints="1"/>
            </p:cNvSpPr>
            <p:nvPr/>
          </p:nvSpPr>
          <p:spPr bwMode="auto">
            <a:xfrm>
              <a:off x="485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84" name="Freeform 132">
              <a:extLst>
                <a:ext uri="{FF2B5EF4-FFF2-40B4-BE49-F238E27FC236}">
                  <a16:creationId xmlns:a16="http://schemas.microsoft.com/office/drawing/2014/main" id="{2E753DD6-8B4B-5B44-8841-AA1FCB16FE7C}"/>
                </a:ext>
              </a:extLst>
            </p:cNvPr>
            <p:cNvSpPr>
              <a:spLocks noEditPoints="1"/>
            </p:cNvSpPr>
            <p:nvPr/>
          </p:nvSpPr>
          <p:spPr bwMode="auto">
            <a:xfrm>
              <a:off x="485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85" name="Freeform 133">
              <a:extLst>
                <a:ext uri="{FF2B5EF4-FFF2-40B4-BE49-F238E27FC236}">
                  <a16:creationId xmlns:a16="http://schemas.microsoft.com/office/drawing/2014/main" id="{E28CD2B1-AAD6-7F7A-68B5-6DD1D800F156}"/>
                </a:ext>
              </a:extLst>
            </p:cNvPr>
            <p:cNvSpPr>
              <a:spLocks noEditPoints="1"/>
            </p:cNvSpPr>
            <p:nvPr/>
          </p:nvSpPr>
          <p:spPr bwMode="auto">
            <a:xfrm>
              <a:off x="485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86" name="Rectangle 134">
              <a:extLst>
                <a:ext uri="{FF2B5EF4-FFF2-40B4-BE49-F238E27FC236}">
                  <a16:creationId xmlns:a16="http://schemas.microsoft.com/office/drawing/2014/main" id="{0AD7B1A5-6659-8E0C-C96E-414B30224825}"/>
                </a:ext>
              </a:extLst>
            </p:cNvPr>
            <p:cNvSpPr>
              <a:spLocks noChangeArrowheads="1"/>
            </p:cNvSpPr>
            <p:nvPr/>
          </p:nvSpPr>
          <p:spPr bwMode="auto">
            <a:xfrm>
              <a:off x="485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87" name="Rectangle 135">
              <a:extLst>
                <a:ext uri="{FF2B5EF4-FFF2-40B4-BE49-F238E27FC236}">
                  <a16:creationId xmlns:a16="http://schemas.microsoft.com/office/drawing/2014/main" id="{D134962E-2841-54BE-7380-DD0134EF6774}"/>
                </a:ext>
              </a:extLst>
            </p:cNvPr>
            <p:cNvSpPr>
              <a:spLocks noChangeArrowheads="1"/>
            </p:cNvSpPr>
            <p:nvPr/>
          </p:nvSpPr>
          <p:spPr bwMode="auto">
            <a:xfrm>
              <a:off x="530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88" name="Freeform 136">
              <a:extLst>
                <a:ext uri="{FF2B5EF4-FFF2-40B4-BE49-F238E27FC236}">
                  <a16:creationId xmlns:a16="http://schemas.microsoft.com/office/drawing/2014/main" id="{B522D999-B4A1-3BE2-D5F4-E6E0A3C2A5FB}"/>
                </a:ext>
              </a:extLst>
            </p:cNvPr>
            <p:cNvSpPr>
              <a:spLocks noEditPoints="1"/>
            </p:cNvSpPr>
            <p:nvPr/>
          </p:nvSpPr>
          <p:spPr bwMode="auto">
            <a:xfrm>
              <a:off x="530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89" name="Freeform 137">
              <a:extLst>
                <a:ext uri="{FF2B5EF4-FFF2-40B4-BE49-F238E27FC236}">
                  <a16:creationId xmlns:a16="http://schemas.microsoft.com/office/drawing/2014/main" id="{50F40A43-F413-1782-5A42-F44B805EB8B4}"/>
                </a:ext>
              </a:extLst>
            </p:cNvPr>
            <p:cNvSpPr>
              <a:spLocks noEditPoints="1"/>
            </p:cNvSpPr>
            <p:nvPr/>
          </p:nvSpPr>
          <p:spPr bwMode="auto">
            <a:xfrm>
              <a:off x="530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0" name="Freeform 138">
              <a:extLst>
                <a:ext uri="{FF2B5EF4-FFF2-40B4-BE49-F238E27FC236}">
                  <a16:creationId xmlns:a16="http://schemas.microsoft.com/office/drawing/2014/main" id="{7907162D-9BF6-643F-3F62-B2743E607655}"/>
                </a:ext>
              </a:extLst>
            </p:cNvPr>
            <p:cNvSpPr>
              <a:spLocks noEditPoints="1"/>
            </p:cNvSpPr>
            <p:nvPr/>
          </p:nvSpPr>
          <p:spPr bwMode="auto">
            <a:xfrm>
              <a:off x="530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1" name="Freeform 139">
              <a:extLst>
                <a:ext uri="{FF2B5EF4-FFF2-40B4-BE49-F238E27FC236}">
                  <a16:creationId xmlns:a16="http://schemas.microsoft.com/office/drawing/2014/main" id="{F0258F2F-1DD9-3437-6697-B354B1E3E214}"/>
                </a:ext>
              </a:extLst>
            </p:cNvPr>
            <p:cNvSpPr>
              <a:spLocks noEditPoints="1"/>
            </p:cNvSpPr>
            <p:nvPr/>
          </p:nvSpPr>
          <p:spPr bwMode="auto">
            <a:xfrm>
              <a:off x="530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2" name="Freeform 140">
              <a:extLst>
                <a:ext uri="{FF2B5EF4-FFF2-40B4-BE49-F238E27FC236}">
                  <a16:creationId xmlns:a16="http://schemas.microsoft.com/office/drawing/2014/main" id="{EC9B6597-4496-3C27-2B4C-A0925DF0C010}"/>
                </a:ext>
              </a:extLst>
            </p:cNvPr>
            <p:cNvSpPr>
              <a:spLocks noEditPoints="1"/>
            </p:cNvSpPr>
            <p:nvPr/>
          </p:nvSpPr>
          <p:spPr bwMode="auto">
            <a:xfrm>
              <a:off x="530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3" name="Freeform 141">
              <a:extLst>
                <a:ext uri="{FF2B5EF4-FFF2-40B4-BE49-F238E27FC236}">
                  <a16:creationId xmlns:a16="http://schemas.microsoft.com/office/drawing/2014/main" id="{1950F0E0-C9D1-83C4-ED4C-4DAFD378182E}"/>
                </a:ext>
              </a:extLst>
            </p:cNvPr>
            <p:cNvSpPr>
              <a:spLocks noEditPoints="1"/>
            </p:cNvSpPr>
            <p:nvPr/>
          </p:nvSpPr>
          <p:spPr bwMode="auto">
            <a:xfrm>
              <a:off x="530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4" name="Freeform 142">
              <a:extLst>
                <a:ext uri="{FF2B5EF4-FFF2-40B4-BE49-F238E27FC236}">
                  <a16:creationId xmlns:a16="http://schemas.microsoft.com/office/drawing/2014/main" id="{8CF807D4-69D8-490A-CB08-CFD31A2BA00F}"/>
                </a:ext>
              </a:extLst>
            </p:cNvPr>
            <p:cNvSpPr>
              <a:spLocks noEditPoints="1"/>
            </p:cNvSpPr>
            <p:nvPr/>
          </p:nvSpPr>
          <p:spPr bwMode="auto">
            <a:xfrm>
              <a:off x="530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5" name="Freeform 143">
              <a:extLst>
                <a:ext uri="{FF2B5EF4-FFF2-40B4-BE49-F238E27FC236}">
                  <a16:creationId xmlns:a16="http://schemas.microsoft.com/office/drawing/2014/main" id="{2B3B63CF-16D6-132F-4673-6E60D2F19381}"/>
                </a:ext>
              </a:extLst>
            </p:cNvPr>
            <p:cNvSpPr>
              <a:spLocks noEditPoints="1"/>
            </p:cNvSpPr>
            <p:nvPr/>
          </p:nvSpPr>
          <p:spPr bwMode="auto">
            <a:xfrm>
              <a:off x="530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6" name="Freeform 144">
              <a:extLst>
                <a:ext uri="{FF2B5EF4-FFF2-40B4-BE49-F238E27FC236}">
                  <a16:creationId xmlns:a16="http://schemas.microsoft.com/office/drawing/2014/main" id="{1DF20E17-3EF6-7DC6-B5EE-92656819C99F}"/>
                </a:ext>
              </a:extLst>
            </p:cNvPr>
            <p:cNvSpPr>
              <a:spLocks noEditPoints="1"/>
            </p:cNvSpPr>
            <p:nvPr/>
          </p:nvSpPr>
          <p:spPr bwMode="auto">
            <a:xfrm>
              <a:off x="530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7" name="Freeform 145">
              <a:extLst>
                <a:ext uri="{FF2B5EF4-FFF2-40B4-BE49-F238E27FC236}">
                  <a16:creationId xmlns:a16="http://schemas.microsoft.com/office/drawing/2014/main" id="{EEF4B00D-BCF8-05E2-E2C6-A792BDEFA59D}"/>
                </a:ext>
              </a:extLst>
            </p:cNvPr>
            <p:cNvSpPr>
              <a:spLocks noEditPoints="1"/>
            </p:cNvSpPr>
            <p:nvPr/>
          </p:nvSpPr>
          <p:spPr bwMode="auto">
            <a:xfrm>
              <a:off x="530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698" name="Rectangle 146">
              <a:extLst>
                <a:ext uri="{FF2B5EF4-FFF2-40B4-BE49-F238E27FC236}">
                  <a16:creationId xmlns:a16="http://schemas.microsoft.com/office/drawing/2014/main" id="{EB0FC7E5-F382-73A4-D244-7EC145F04A3D}"/>
                </a:ext>
              </a:extLst>
            </p:cNvPr>
            <p:cNvSpPr>
              <a:spLocks noChangeArrowheads="1"/>
            </p:cNvSpPr>
            <p:nvPr/>
          </p:nvSpPr>
          <p:spPr bwMode="auto">
            <a:xfrm>
              <a:off x="530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23699" name="Freeform 147">
              <a:extLst>
                <a:ext uri="{FF2B5EF4-FFF2-40B4-BE49-F238E27FC236}">
                  <a16:creationId xmlns:a16="http://schemas.microsoft.com/office/drawing/2014/main" id="{5180D483-10AB-4C0D-7FC0-C467AE4BFC81}"/>
                </a:ext>
              </a:extLst>
            </p:cNvPr>
            <p:cNvSpPr>
              <a:spLocks/>
            </p:cNvSpPr>
            <p:nvPr/>
          </p:nvSpPr>
          <p:spPr bwMode="auto">
            <a:xfrm>
              <a:off x="349" y="3304"/>
              <a:ext cx="20" cy="10"/>
            </a:xfrm>
            <a:custGeom>
              <a:avLst/>
              <a:gdLst>
                <a:gd name="T0" fmla="*/ 0 w 4"/>
                <a:gd name="T1" fmla="*/ 1 h 2"/>
                <a:gd name="T2" fmla="*/ 0 w 4"/>
                <a:gd name="T3" fmla="*/ 1 h 2"/>
              </a:gdLst>
              <a:ahLst/>
              <a:cxnLst>
                <a:cxn ang="0">
                  <a:pos x="T0" y="T1"/>
                </a:cxn>
                <a:cxn ang="0">
                  <a:pos x="T2" y="T3"/>
                </a:cxn>
              </a:cxnLst>
              <a:rect l="0" t="0" r="r" b="b"/>
              <a:pathLst>
                <a:path w="4" h="2">
                  <a:moveTo>
                    <a:pt x="0" y="1"/>
                  </a:moveTo>
                  <a:cubicBezTo>
                    <a:pt x="1" y="2"/>
                    <a:pt x="4" y="0"/>
                    <a:pt x="0" y="1"/>
                  </a:cubicBez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3700" name="Group 148">
            <a:extLst>
              <a:ext uri="{FF2B5EF4-FFF2-40B4-BE49-F238E27FC236}">
                <a16:creationId xmlns:a16="http://schemas.microsoft.com/office/drawing/2014/main" id="{90DD573E-3D28-9B74-676F-C90E4D20B0C6}"/>
              </a:ext>
            </a:extLst>
          </p:cNvPr>
          <p:cNvGrpSpPr>
            <a:grpSpLocks/>
          </p:cNvGrpSpPr>
          <p:nvPr/>
        </p:nvGrpSpPr>
        <p:grpSpPr bwMode="auto">
          <a:xfrm>
            <a:off x="1066800" y="3444875"/>
            <a:ext cx="533400" cy="492125"/>
            <a:chOff x="96" y="2784"/>
            <a:chExt cx="1062" cy="981"/>
          </a:xfrm>
        </p:grpSpPr>
        <p:sp>
          <p:nvSpPr>
            <p:cNvPr id="23701" name="Freeform 149">
              <a:extLst>
                <a:ext uri="{FF2B5EF4-FFF2-40B4-BE49-F238E27FC236}">
                  <a16:creationId xmlns:a16="http://schemas.microsoft.com/office/drawing/2014/main" id="{D1C4A00C-447A-F40D-2DF1-8EBFCA45B8CF}"/>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02" name="Freeform 150">
              <a:extLst>
                <a:ext uri="{FF2B5EF4-FFF2-40B4-BE49-F238E27FC236}">
                  <a16:creationId xmlns:a16="http://schemas.microsoft.com/office/drawing/2014/main" id="{969F171F-1B1F-D064-0D8E-9ADE2B239238}"/>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03" name="Freeform 151">
              <a:extLst>
                <a:ext uri="{FF2B5EF4-FFF2-40B4-BE49-F238E27FC236}">
                  <a16:creationId xmlns:a16="http://schemas.microsoft.com/office/drawing/2014/main" id="{318A083E-4C73-A13A-DE84-7B2CE82944CB}"/>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04" name="Freeform 152">
              <a:extLst>
                <a:ext uri="{FF2B5EF4-FFF2-40B4-BE49-F238E27FC236}">
                  <a16:creationId xmlns:a16="http://schemas.microsoft.com/office/drawing/2014/main" id="{0ABF8061-169F-DB69-9DFF-5E5AB1E60728}"/>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05" name="Freeform 153">
              <a:extLst>
                <a:ext uri="{FF2B5EF4-FFF2-40B4-BE49-F238E27FC236}">
                  <a16:creationId xmlns:a16="http://schemas.microsoft.com/office/drawing/2014/main" id="{EAC24017-D135-2A5A-621F-DD2279108FB5}"/>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06" name="Freeform 154">
              <a:extLst>
                <a:ext uri="{FF2B5EF4-FFF2-40B4-BE49-F238E27FC236}">
                  <a16:creationId xmlns:a16="http://schemas.microsoft.com/office/drawing/2014/main" id="{89045C72-496E-28A4-F4B4-E5CD0697DC7D}"/>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07" name="Freeform 155">
              <a:extLst>
                <a:ext uri="{FF2B5EF4-FFF2-40B4-BE49-F238E27FC236}">
                  <a16:creationId xmlns:a16="http://schemas.microsoft.com/office/drawing/2014/main" id="{603839D9-1DBC-3E41-DE82-05F726DFD4D0}"/>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08" name="Freeform 156">
              <a:extLst>
                <a:ext uri="{FF2B5EF4-FFF2-40B4-BE49-F238E27FC236}">
                  <a16:creationId xmlns:a16="http://schemas.microsoft.com/office/drawing/2014/main" id="{9456F248-6560-DFFE-3931-6F93F3DB07D4}"/>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09" name="Freeform 157">
              <a:extLst>
                <a:ext uri="{FF2B5EF4-FFF2-40B4-BE49-F238E27FC236}">
                  <a16:creationId xmlns:a16="http://schemas.microsoft.com/office/drawing/2014/main" id="{8A865916-51A3-E46A-09D0-92BB428C258B}"/>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10" name="Freeform 158">
              <a:extLst>
                <a:ext uri="{FF2B5EF4-FFF2-40B4-BE49-F238E27FC236}">
                  <a16:creationId xmlns:a16="http://schemas.microsoft.com/office/drawing/2014/main" id="{7E14E510-AA0F-B0E1-3EAF-5279EC48D632}"/>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11" name="Freeform 159">
              <a:extLst>
                <a:ext uri="{FF2B5EF4-FFF2-40B4-BE49-F238E27FC236}">
                  <a16:creationId xmlns:a16="http://schemas.microsoft.com/office/drawing/2014/main" id="{C0A7D53A-99E7-E1F3-85C5-5488F8064D07}"/>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12" name="Freeform 160">
              <a:extLst>
                <a:ext uri="{FF2B5EF4-FFF2-40B4-BE49-F238E27FC236}">
                  <a16:creationId xmlns:a16="http://schemas.microsoft.com/office/drawing/2014/main" id="{C216A522-DEE1-7908-42D4-ECE4A115250E}"/>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13" name="Freeform 161">
              <a:extLst>
                <a:ext uri="{FF2B5EF4-FFF2-40B4-BE49-F238E27FC236}">
                  <a16:creationId xmlns:a16="http://schemas.microsoft.com/office/drawing/2014/main" id="{245B6942-F781-8E3F-0451-643DF5B3B693}"/>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3714" name="Group 162">
            <a:extLst>
              <a:ext uri="{FF2B5EF4-FFF2-40B4-BE49-F238E27FC236}">
                <a16:creationId xmlns:a16="http://schemas.microsoft.com/office/drawing/2014/main" id="{2D4C1AD1-391B-E342-32BD-4D937ECBFABC}"/>
              </a:ext>
            </a:extLst>
          </p:cNvPr>
          <p:cNvGrpSpPr>
            <a:grpSpLocks/>
          </p:cNvGrpSpPr>
          <p:nvPr/>
        </p:nvGrpSpPr>
        <p:grpSpPr bwMode="auto">
          <a:xfrm>
            <a:off x="1066800" y="4552950"/>
            <a:ext cx="533400" cy="492125"/>
            <a:chOff x="96" y="2784"/>
            <a:chExt cx="1062" cy="981"/>
          </a:xfrm>
        </p:grpSpPr>
        <p:sp>
          <p:nvSpPr>
            <p:cNvPr id="23715" name="Freeform 163">
              <a:extLst>
                <a:ext uri="{FF2B5EF4-FFF2-40B4-BE49-F238E27FC236}">
                  <a16:creationId xmlns:a16="http://schemas.microsoft.com/office/drawing/2014/main" id="{4D9425C3-9B03-655E-641E-96D54C87C16F}"/>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16" name="Freeform 164">
              <a:extLst>
                <a:ext uri="{FF2B5EF4-FFF2-40B4-BE49-F238E27FC236}">
                  <a16:creationId xmlns:a16="http://schemas.microsoft.com/office/drawing/2014/main" id="{8C87EC56-951C-67AF-00A5-0C116CF4D197}"/>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17" name="Freeform 165">
              <a:extLst>
                <a:ext uri="{FF2B5EF4-FFF2-40B4-BE49-F238E27FC236}">
                  <a16:creationId xmlns:a16="http://schemas.microsoft.com/office/drawing/2014/main" id="{F71AF140-111B-6B68-71A4-9CD4AD3F0960}"/>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18" name="Freeform 166">
              <a:extLst>
                <a:ext uri="{FF2B5EF4-FFF2-40B4-BE49-F238E27FC236}">
                  <a16:creationId xmlns:a16="http://schemas.microsoft.com/office/drawing/2014/main" id="{15868E73-0E90-B779-BE2D-02436FC84BB6}"/>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19" name="Freeform 167">
              <a:extLst>
                <a:ext uri="{FF2B5EF4-FFF2-40B4-BE49-F238E27FC236}">
                  <a16:creationId xmlns:a16="http://schemas.microsoft.com/office/drawing/2014/main" id="{3C638AE1-2B47-5DB6-2F1D-DC22AA2276F0}"/>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20" name="Freeform 168">
              <a:extLst>
                <a:ext uri="{FF2B5EF4-FFF2-40B4-BE49-F238E27FC236}">
                  <a16:creationId xmlns:a16="http://schemas.microsoft.com/office/drawing/2014/main" id="{384B7CC5-A1E6-8574-F63D-AC79396548A1}"/>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21" name="Freeform 169">
              <a:extLst>
                <a:ext uri="{FF2B5EF4-FFF2-40B4-BE49-F238E27FC236}">
                  <a16:creationId xmlns:a16="http://schemas.microsoft.com/office/drawing/2014/main" id="{DB48928A-73C4-75D0-B8AA-DC2011A5959E}"/>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22" name="Freeform 170">
              <a:extLst>
                <a:ext uri="{FF2B5EF4-FFF2-40B4-BE49-F238E27FC236}">
                  <a16:creationId xmlns:a16="http://schemas.microsoft.com/office/drawing/2014/main" id="{42284AA8-7024-FC26-23A9-6867C24E9932}"/>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23" name="Freeform 171">
              <a:extLst>
                <a:ext uri="{FF2B5EF4-FFF2-40B4-BE49-F238E27FC236}">
                  <a16:creationId xmlns:a16="http://schemas.microsoft.com/office/drawing/2014/main" id="{89337A94-DF93-143D-A29F-F3DC18D25D1B}"/>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24" name="Freeform 172">
              <a:extLst>
                <a:ext uri="{FF2B5EF4-FFF2-40B4-BE49-F238E27FC236}">
                  <a16:creationId xmlns:a16="http://schemas.microsoft.com/office/drawing/2014/main" id="{C19677BC-1DA7-C9D5-7B82-D1AF8CA3E561}"/>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25" name="Freeform 173">
              <a:extLst>
                <a:ext uri="{FF2B5EF4-FFF2-40B4-BE49-F238E27FC236}">
                  <a16:creationId xmlns:a16="http://schemas.microsoft.com/office/drawing/2014/main" id="{21155130-6883-73D6-4411-DD45CBEE0487}"/>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26" name="Freeform 174">
              <a:extLst>
                <a:ext uri="{FF2B5EF4-FFF2-40B4-BE49-F238E27FC236}">
                  <a16:creationId xmlns:a16="http://schemas.microsoft.com/office/drawing/2014/main" id="{425676B0-C7CF-028F-904F-231A215FCC06}"/>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27" name="Freeform 175">
              <a:extLst>
                <a:ext uri="{FF2B5EF4-FFF2-40B4-BE49-F238E27FC236}">
                  <a16:creationId xmlns:a16="http://schemas.microsoft.com/office/drawing/2014/main" id="{B9CBA366-4520-4B04-B811-F0C327088350}"/>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3728" name="Group 176">
            <a:extLst>
              <a:ext uri="{FF2B5EF4-FFF2-40B4-BE49-F238E27FC236}">
                <a16:creationId xmlns:a16="http://schemas.microsoft.com/office/drawing/2014/main" id="{AD17C5A0-7A19-C1DE-1F9F-0CD70C5AD5E8}"/>
              </a:ext>
            </a:extLst>
          </p:cNvPr>
          <p:cNvGrpSpPr>
            <a:grpSpLocks/>
          </p:cNvGrpSpPr>
          <p:nvPr/>
        </p:nvGrpSpPr>
        <p:grpSpPr bwMode="auto">
          <a:xfrm>
            <a:off x="1066800" y="5562600"/>
            <a:ext cx="533400" cy="492125"/>
            <a:chOff x="96" y="2784"/>
            <a:chExt cx="1062" cy="981"/>
          </a:xfrm>
        </p:grpSpPr>
        <p:sp>
          <p:nvSpPr>
            <p:cNvPr id="23729" name="Freeform 177">
              <a:extLst>
                <a:ext uri="{FF2B5EF4-FFF2-40B4-BE49-F238E27FC236}">
                  <a16:creationId xmlns:a16="http://schemas.microsoft.com/office/drawing/2014/main" id="{7F61BF5C-4337-B985-EE0B-C2EE61797142}"/>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0" name="Freeform 178">
              <a:extLst>
                <a:ext uri="{FF2B5EF4-FFF2-40B4-BE49-F238E27FC236}">
                  <a16:creationId xmlns:a16="http://schemas.microsoft.com/office/drawing/2014/main" id="{09531EB8-1176-3AE1-E370-63C1080D6C4A}"/>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1" name="Freeform 179">
              <a:extLst>
                <a:ext uri="{FF2B5EF4-FFF2-40B4-BE49-F238E27FC236}">
                  <a16:creationId xmlns:a16="http://schemas.microsoft.com/office/drawing/2014/main" id="{94E726B6-02BD-8BEE-2BB4-6EC60587A836}"/>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2" name="Freeform 180">
              <a:extLst>
                <a:ext uri="{FF2B5EF4-FFF2-40B4-BE49-F238E27FC236}">
                  <a16:creationId xmlns:a16="http://schemas.microsoft.com/office/drawing/2014/main" id="{C7152ECA-AA73-F4B3-0D67-79B162CE82E6}"/>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3" name="Freeform 181">
              <a:extLst>
                <a:ext uri="{FF2B5EF4-FFF2-40B4-BE49-F238E27FC236}">
                  <a16:creationId xmlns:a16="http://schemas.microsoft.com/office/drawing/2014/main" id="{A8C08F7F-E8EB-1C39-4D00-E3F886B00A89}"/>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4" name="Freeform 182">
              <a:extLst>
                <a:ext uri="{FF2B5EF4-FFF2-40B4-BE49-F238E27FC236}">
                  <a16:creationId xmlns:a16="http://schemas.microsoft.com/office/drawing/2014/main" id="{2073BCEA-0450-BD4F-0142-F082CCBCDC8A}"/>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5" name="Freeform 183">
              <a:extLst>
                <a:ext uri="{FF2B5EF4-FFF2-40B4-BE49-F238E27FC236}">
                  <a16:creationId xmlns:a16="http://schemas.microsoft.com/office/drawing/2014/main" id="{5F5B3A00-99FF-1147-7D3E-CA322557FB9A}"/>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6" name="Freeform 184">
              <a:extLst>
                <a:ext uri="{FF2B5EF4-FFF2-40B4-BE49-F238E27FC236}">
                  <a16:creationId xmlns:a16="http://schemas.microsoft.com/office/drawing/2014/main" id="{E09A0886-BF5E-5928-F245-0F4B9F56E23D}"/>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7" name="Freeform 185">
              <a:extLst>
                <a:ext uri="{FF2B5EF4-FFF2-40B4-BE49-F238E27FC236}">
                  <a16:creationId xmlns:a16="http://schemas.microsoft.com/office/drawing/2014/main" id="{60E66543-C813-8AF7-E24A-55CB81384BD9}"/>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8" name="Freeform 186">
              <a:extLst>
                <a:ext uri="{FF2B5EF4-FFF2-40B4-BE49-F238E27FC236}">
                  <a16:creationId xmlns:a16="http://schemas.microsoft.com/office/drawing/2014/main" id="{E017C930-7867-8248-F69E-3BA25336E3AF}"/>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39" name="Freeform 187">
              <a:extLst>
                <a:ext uri="{FF2B5EF4-FFF2-40B4-BE49-F238E27FC236}">
                  <a16:creationId xmlns:a16="http://schemas.microsoft.com/office/drawing/2014/main" id="{DED1EAD2-1FDA-F2B3-62C3-574B2DE580BF}"/>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40" name="Freeform 188">
              <a:extLst>
                <a:ext uri="{FF2B5EF4-FFF2-40B4-BE49-F238E27FC236}">
                  <a16:creationId xmlns:a16="http://schemas.microsoft.com/office/drawing/2014/main" id="{BDC145E8-5950-B9D7-7610-2998707D6AC5}"/>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41" name="Freeform 189">
              <a:extLst>
                <a:ext uri="{FF2B5EF4-FFF2-40B4-BE49-F238E27FC236}">
                  <a16:creationId xmlns:a16="http://schemas.microsoft.com/office/drawing/2014/main" id="{F41C5089-3419-1129-E9E0-3261B37D70D9}"/>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3742" name="Group 190">
            <a:extLst>
              <a:ext uri="{FF2B5EF4-FFF2-40B4-BE49-F238E27FC236}">
                <a16:creationId xmlns:a16="http://schemas.microsoft.com/office/drawing/2014/main" id="{AFD40B62-14BA-811E-5DEC-B9DE51585862}"/>
              </a:ext>
            </a:extLst>
          </p:cNvPr>
          <p:cNvGrpSpPr>
            <a:grpSpLocks/>
          </p:cNvGrpSpPr>
          <p:nvPr/>
        </p:nvGrpSpPr>
        <p:grpSpPr bwMode="auto">
          <a:xfrm>
            <a:off x="381000" y="3962400"/>
            <a:ext cx="533400" cy="492125"/>
            <a:chOff x="96" y="2784"/>
            <a:chExt cx="1062" cy="981"/>
          </a:xfrm>
        </p:grpSpPr>
        <p:sp>
          <p:nvSpPr>
            <p:cNvPr id="23743" name="Freeform 191">
              <a:extLst>
                <a:ext uri="{FF2B5EF4-FFF2-40B4-BE49-F238E27FC236}">
                  <a16:creationId xmlns:a16="http://schemas.microsoft.com/office/drawing/2014/main" id="{1F42D188-836A-4DE1-5674-BF16A7F0F786}"/>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44" name="Freeform 192">
              <a:extLst>
                <a:ext uri="{FF2B5EF4-FFF2-40B4-BE49-F238E27FC236}">
                  <a16:creationId xmlns:a16="http://schemas.microsoft.com/office/drawing/2014/main" id="{0DDE5116-0427-843D-5210-7B7F91F620DE}"/>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45" name="Freeform 193">
              <a:extLst>
                <a:ext uri="{FF2B5EF4-FFF2-40B4-BE49-F238E27FC236}">
                  <a16:creationId xmlns:a16="http://schemas.microsoft.com/office/drawing/2014/main" id="{3CF23066-D628-58BE-4A11-11EFD96DF59D}"/>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46" name="Freeform 194">
              <a:extLst>
                <a:ext uri="{FF2B5EF4-FFF2-40B4-BE49-F238E27FC236}">
                  <a16:creationId xmlns:a16="http://schemas.microsoft.com/office/drawing/2014/main" id="{88E409BC-94CA-9D5A-3605-60903E5F5994}"/>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47" name="Freeform 195">
              <a:extLst>
                <a:ext uri="{FF2B5EF4-FFF2-40B4-BE49-F238E27FC236}">
                  <a16:creationId xmlns:a16="http://schemas.microsoft.com/office/drawing/2014/main" id="{2A6716A5-151B-A9A2-EC0C-CCE0F49FE8A9}"/>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48" name="Freeform 196">
              <a:extLst>
                <a:ext uri="{FF2B5EF4-FFF2-40B4-BE49-F238E27FC236}">
                  <a16:creationId xmlns:a16="http://schemas.microsoft.com/office/drawing/2014/main" id="{0501C4EC-242A-3792-39D1-9C1AADC437AE}"/>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49" name="Freeform 197">
              <a:extLst>
                <a:ext uri="{FF2B5EF4-FFF2-40B4-BE49-F238E27FC236}">
                  <a16:creationId xmlns:a16="http://schemas.microsoft.com/office/drawing/2014/main" id="{08ACB9E5-D4F8-2FE9-BAA3-BDB4BEA7A6D9}"/>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50" name="Freeform 198">
              <a:extLst>
                <a:ext uri="{FF2B5EF4-FFF2-40B4-BE49-F238E27FC236}">
                  <a16:creationId xmlns:a16="http://schemas.microsoft.com/office/drawing/2014/main" id="{57F4DE91-02DC-2D4E-CB6E-1FA727AA3FC6}"/>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51" name="Freeform 199">
              <a:extLst>
                <a:ext uri="{FF2B5EF4-FFF2-40B4-BE49-F238E27FC236}">
                  <a16:creationId xmlns:a16="http://schemas.microsoft.com/office/drawing/2014/main" id="{FE92316F-0858-683D-EFC2-424264DD0056}"/>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52" name="Freeform 200">
              <a:extLst>
                <a:ext uri="{FF2B5EF4-FFF2-40B4-BE49-F238E27FC236}">
                  <a16:creationId xmlns:a16="http://schemas.microsoft.com/office/drawing/2014/main" id="{8A10D236-93B3-231D-A970-4074C59E8EF5}"/>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53" name="Freeform 201">
              <a:extLst>
                <a:ext uri="{FF2B5EF4-FFF2-40B4-BE49-F238E27FC236}">
                  <a16:creationId xmlns:a16="http://schemas.microsoft.com/office/drawing/2014/main" id="{E77D79B1-383D-F2C9-EC22-D3AA32A4FE22}"/>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54" name="Freeform 202">
              <a:extLst>
                <a:ext uri="{FF2B5EF4-FFF2-40B4-BE49-F238E27FC236}">
                  <a16:creationId xmlns:a16="http://schemas.microsoft.com/office/drawing/2014/main" id="{C4710657-2A78-08C5-DC1D-B510501DD427}"/>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55" name="Freeform 203">
              <a:extLst>
                <a:ext uri="{FF2B5EF4-FFF2-40B4-BE49-F238E27FC236}">
                  <a16:creationId xmlns:a16="http://schemas.microsoft.com/office/drawing/2014/main" id="{659D3864-6D3D-E1F8-865D-8E0454F046AD}"/>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3756" name="Group 204">
            <a:extLst>
              <a:ext uri="{FF2B5EF4-FFF2-40B4-BE49-F238E27FC236}">
                <a16:creationId xmlns:a16="http://schemas.microsoft.com/office/drawing/2014/main" id="{BB8E14FC-86A8-1E92-F8A6-ECE2F0F4B94B}"/>
              </a:ext>
            </a:extLst>
          </p:cNvPr>
          <p:cNvGrpSpPr>
            <a:grpSpLocks/>
          </p:cNvGrpSpPr>
          <p:nvPr/>
        </p:nvGrpSpPr>
        <p:grpSpPr bwMode="auto">
          <a:xfrm>
            <a:off x="381000" y="5070475"/>
            <a:ext cx="533400" cy="492125"/>
            <a:chOff x="96" y="2784"/>
            <a:chExt cx="1062" cy="981"/>
          </a:xfrm>
        </p:grpSpPr>
        <p:sp>
          <p:nvSpPr>
            <p:cNvPr id="23757" name="Freeform 205">
              <a:extLst>
                <a:ext uri="{FF2B5EF4-FFF2-40B4-BE49-F238E27FC236}">
                  <a16:creationId xmlns:a16="http://schemas.microsoft.com/office/drawing/2014/main" id="{35C6F0F6-A599-E6FA-6B9C-D3D29D8F0BAD}"/>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58" name="Freeform 206">
              <a:extLst>
                <a:ext uri="{FF2B5EF4-FFF2-40B4-BE49-F238E27FC236}">
                  <a16:creationId xmlns:a16="http://schemas.microsoft.com/office/drawing/2014/main" id="{58F3922F-9E85-093D-ABB1-D5D762E9B508}"/>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59" name="Freeform 207">
              <a:extLst>
                <a:ext uri="{FF2B5EF4-FFF2-40B4-BE49-F238E27FC236}">
                  <a16:creationId xmlns:a16="http://schemas.microsoft.com/office/drawing/2014/main" id="{C451E710-671D-634D-2756-E355AD73506E}"/>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0" name="Freeform 208">
              <a:extLst>
                <a:ext uri="{FF2B5EF4-FFF2-40B4-BE49-F238E27FC236}">
                  <a16:creationId xmlns:a16="http://schemas.microsoft.com/office/drawing/2014/main" id="{5316B573-F2D6-7E4E-7C6A-9F3B8EF5D077}"/>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1" name="Freeform 209">
              <a:extLst>
                <a:ext uri="{FF2B5EF4-FFF2-40B4-BE49-F238E27FC236}">
                  <a16:creationId xmlns:a16="http://schemas.microsoft.com/office/drawing/2014/main" id="{3087AD8C-5C80-3BB4-B765-E99706A94BF0}"/>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2" name="Freeform 210">
              <a:extLst>
                <a:ext uri="{FF2B5EF4-FFF2-40B4-BE49-F238E27FC236}">
                  <a16:creationId xmlns:a16="http://schemas.microsoft.com/office/drawing/2014/main" id="{0356A366-845E-2B0E-E259-8A3E49C777C8}"/>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3" name="Freeform 211">
              <a:extLst>
                <a:ext uri="{FF2B5EF4-FFF2-40B4-BE49-F238E27FC236}">
                  <a16:creationId xmlns:a16="http://schemas.microsoft.com/office/drawing/2014/main" id="{71845E05-E711-AB0B-A8BD-4818E0AE4B42}"/>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4" name="Freeform 212">
              <a:extLst>
                <a:ext uri="{FF2B5EF4-FFF2-40B4-BE49-F238E27FC236}">
                  <a16:creationId xmlns:a16="http://schemas.microsoft.com/office/drawing/2014/main" id="{83FB26A5-4DD2-7016-C95D-3706D528EAE1}"/>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5" name="Freeform 213">
              <a:extLst>
                <a:ext uri="{FF2B5EF4-FFF2-40B4-BE49-F238E27FC236}">
                  <a16:creationId xmlns:a16="http://schemas.microsoft.com/office/drawing/2014/main" id="{4B723E14-3B51-A769-B4E9-0C9BE6C7F038}"/>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6" name="Freeform 214">
              <a:extLst>
                <a:ext uri="{FF2B5EF4-FFF2-40B4-BE49-F238E27FC236}">
                  <a16:creationId xmlns:a16="http://schemas.microsoft.com/office/drawing/2014/main" id="{297E0AEA-1EFE-FF5D-8FFE-6E95D861FC43}"/>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7" name="Freeform 215">
              <a:extLst>
                <a:ext uri="{FF2B5EF4-FFF2-40B4-BE49-F238E27FC236}">
                  <a16:creationId xmlns:a16="http://schemas.microsoft.com/office/drawing/2014/main" id="{4A0DFB87-EB55-35F1-EED6-B92A3781C51B}"/>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8" name="Freeform 216">
              <a:extLst>
                <a:ext uri="{FF2B5EF4-FFF2-40B4-BE49-F238E27FC236}">
                  <a16:creationId xmlns:a16="http://schemas.microsoft.com/office/drawing/2014/main" id="{4DDDDE57-5BB2-9DE0-833F-A9EB68972608}"/>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69" name="Freeform 217">
              <a:extLst>
                <a:ext uri="{FF2B5EF4-FFF2-40B4-BE49-F238E27FC236}">
                  <a16:creationId xmlns:a16="http://schemas.microsoft.com/office/drawing/2014/main" id="{CD2EC362-DB48-7565-CEF7-48C2835C764E}"/>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3770" name="Group 218">
            <a:extLst>
              <a:ext uri="{FF2B5EF4-FFF2-40B4-BE49-F238E27FC236}">
                <a16:creationId xmlns:a16="http://schemas.microsoft.com/office/drawing/2014/main" id="{604F38E4-AED2-0F28-FD26-59446206F65B}"/>
              </a:ext>
            </a:extLst>
          </p:cNvPr>
          <p:cNvGrpSpPr>
            <a:grpSpLocks/>
          </p:cNvGrpSpPr>
          <p:nvPr/>
        </p:nvGrpSpPr>
        <p:grpSpPr bwMode="auto">
          <a:xfrm>
            <a:off x="381000" y="6121400"/>
            <a:ext cx="533400" cy="492125"/>
            <a:chOff x="96" y="2784"/>
            <a:chExt cx="1062" cy="981"/>
          </a:xfrm>
        </p:grpSpPr>
        <p:sp>
          <p:nvSpPr>
            <p:cNvPr id="23771" name="Freeform 219">
              <a:extLst>
                <a:ext uri="{FF2B5EF4-FFF2-40B4-BE49-F238E27FC236}">
                  <a16:creationId xmlns:a16="http://schemas.microsoft.com/office/drawing/2014/main" id="{9C551E71-0123-41DB-A503-4B2DC1BD4B05}"/>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72" name="Freeform 220">
              <a:extLst>
                <a:ext uri="{FF2B5EF4-FFF2-40B4-BE49-F238E27FC236}">
                  <a16:creationId xmlns:a16="http://schemas.microsoft.com/office/drawing/2014/main" id="{7568661B-247B-C630-2E86-31702C070EED}"/>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73" name="Freeform 221">
              <a:extLst>
                <a:ext uri="{FF2B5EF4-FFF2-40B4-BE49-F238E27FC236}">
                  <a16:creationId xmlns:a16="http://schemas.microsoft.com/office/drawing/2014/main" id="{D472FC9C-85C2-9404-4F18-67377E87B279}"/>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74" name="Freeform 222">
              <a:extLst>
                <a:ext uri="{FF2B5EF4-FFF2-40B4-BE49-F238E27FC236}">
                  <a16:creationId xmlns:a16="http://schemas.microsoft.com/office/drawing/2014/main" id="{D603C39C-4C2A-F1E5-EA85-02E86B6CD1A3}"/>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75" name="Freeform 223">
              <a:extLst>
                <a:ext uri="{FF2B5EF4-FFF2-40B4-BE49-F238E27FC236}">
                  <a16:creationId xmlns:a16="http://schemas.microsoft.com/office/drawing/2014/main" id="{C876932C-CF32-4536-29A2-FC5FC6D5478C}"/>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76" name="Freeform 224">
              <a:extLst>
                <a:ext uri="{FF2B5EF4-FFF2-40B4-BE49-F238E27FC236}">
                  <a16:creationId xmlns:a16="http://schemas.microsoft.com/office/drawing/2014/main" id="{BB846CCC-6053-A03F-981B-66C9C72CEE80}"/>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77" name="Freeform 225">
              <a:extLst>
                <a:ext uri="{FF2B5EF4-FFF2-40B4-BE49-F238E27FC236}">
                  <a16:creationId xmlns:a16="http://schemas.microsoft.com/office/drawing/2014/main" id="{C6C28045-60BA-0C28-33BF-20B2937CCC74}"/>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78" name="Freeform 226">
              <a:extLst>
                <a:ext uri="{FF2B5EF4-FFF2-40B4-BE49-F238E27FC236}">
                  <a16:creationId xmlns:a16="http://schemas.microsoft.com/office/drawing/2014/main" id="{C34B7A17-EE44-7D67-51C5-7E913051203B}"/>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79" name="Freeform 227">
              <a:extLst>
                <a:ext uri="{FF2B5EF4-FFF2-40B4-BE49-F238E27FC236}">
                  <a16:creationId xmlns:a16="http://schemas.microsoft.com/office/drawing/2014/main" id="{A76F2F43-1203-478F-0C8C-E19E5AB69C97}"/>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80" name="Freeform 228">
              <a:extLst>
                <a:ext uri="{FF2B5EF4-FFF2-40B4-BE49-F238E27FC236}">
                  <a16:creationId xmlns:a16="http://schemas.microsoft.com/office/drawing/2014/main" id="{BD215A36-B47D-D00E-430F-2DE7D6FAFBF5}"/>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81" name="Freeform 229">
              <a:extLst>
                <a:ext uri="{FF2B5EF4-FFF2-40B4-BE49-F238E27FC236}">
                  <a16:creationId xmlns:a16="http://schemas.microsoft.com/office/drawing/2014/main" id="{7A71B51E-BBED-44B6-BC3D-D7351AED686F}"/>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82" name="Freeform 230">
              <a:extLst>
                <a:ext uri="{FF2B5EF4-FFF2-40B4-BE49-F238E27FC236}">
                  <a16:creationId xmlns:a16="http://schemas.microsoft.com/office/drawing/2014/main" id="{D7E82FCC-2A8C-8F5A-A33D-BA1E76AD1572}"/>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83" name="Freeform 231">
              <a:extLst>
                <a:ext uri="{FF2B5EF4-FFF2-40B4-BE49-F238E27FC236}">
                  <a16:creationId xmlns:a16="http://schemas.microsoft.com/office/drawing/2014/main" id="{C2905041-0E85-3FB9-D683-5DD2B95B8582}"/>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3784" name="Group 232">
            <a:extLst>
              <a:ext uri="{FF2B5EF4-FFF2-40B4-BE49-F238E27FC236}">
                <a16:creationId xmlns:a16="http://schemas.microsoft.com/office/drawing/2014/main" id="{D6B5BBC3-AD3B-0BE2-27A6-A9EFB056C62D}"/>
              </a:ext>
            </a:extLst>
          </p:cNvPr>
          <p:cNvGrpSpPr>
            <a:grpSpLocks/>
          </p:cNvGrpSpPr>
          <p:nvPr/>
        </p:nvGrpSpPr>
        <p:grpSpPr bwMode="auto">
          <a:xfrm>
            <a:off x="6934200" y="-7938"/>
            <a:ext cx="2317750" cy="2063751"/>
            <a:chOff x="4080" y="-5"/>
            <a:chExt cx="1748" cy="1556"/>
          </a:xfrm>
        </p:grpSpPr>
        <p:sp>
          <p:nvSpPr>
            <p:cNvPr id="23785" name="Freeform 233">
              <a:extLst>
                <a:ext uri="{FF2B5EF4-FFF2-40B4-BE49-F238E27FC236}">
                  <a16:creationId xmlns:a16="http://schemas.microsoft.com/office/drawing/2014/main" id="{E01E1822-6E23-848E-D6DC-C2C755B0A78B}"/>
                </a:ext>
              </a:extLst>
            </p:cNvPr>
            <p:cNvSpPr>
              <a:spLocks/>
            </p:cNvSpPr>
            <p:nvPr userDrawn="1"/>
          </p:nvSpPr>
          <p:spPr bwMode="auto">
            <a:xfrm>
              <a:off x="4161" y="-5"/>
              <a:ext cx="1586" cy="1443"/>
            </a:xfrm>
            <a:custGeom>
              <a:avLst/>
              <a:gdLst>
                <a:gd name="T0" fmla="*/ 23 w 546"/>
                <a:gd name="T1" fmla="*/ 4 h 497"/>
                <a:gd name="T2" fmla="*/ 11 w 546"/>
                <a:gd name="T3" fmla="*/ 71 h 497"/>
                <a:gd name="T4" fmla="*/ 25 w 546"/>
                <a:gd name="T5" fmla="*/ 393 h 497"/>
                <a:gd name="T6" fmla="*/ 54 w 546"/>
                <a:gd name="T7" fmla="*/ 457 h 497"/>
                <a:gd name="T8" fmla="*/ 158 w 546"/>
                <a:gd name="T9" fmla="*/ 482 h 497"/>
                <a:gd name="T10" fmla="*/ 204 w 546"/>
                <a:gd name="T11" fmla="*/ 495 h 497"/>
                <a:gd name="T12" fmla="*/ 520 w 546"/>
                <a:gd name="T13" fmla="*/ 475 h 497"/>
                <a:gd name="T14" fmla="*/ 533 w 546"/>
                <a:gd name="T15" fmla="*/ 167 h 497"/>
                <a:gd name="T16" fmla="*/ 369 w 546"/>
                <a:gd name="T17" fmla="*/ 16 h 497"/>
                <a:gd name="T18" fmla="*/ 249 w 546"/>
                <a:gd name="T19" fmla="*/ 29 h 497"/>
                <a:gd name="T20" fmla="*/ 198 w 546"/>
                <a:gd name="T21" fmla="*/ 11 h 497"/>
                <a:gd name="T22" fmla="*/ 151 w 546"/>
                <a:gd name="T23" fmla="*/ 2 h 497"/>
                <a:gd name="T24" fmla="*/ 23 w 546"/>
                <a:gd name="T25" fmla="*/ 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23786" name="Group 234">
              <a:extLst>
                <a:ext uri="{FF2B5EF4-FFF2-40B4-BE49-F238E27FC236}">
                  <a16:creationId xmlns:a16="http://schemas.microsoft.com/office/drawing/2014/main" id="{775A2B4D-DADE-EFE5-9B5F-3EC5702EEE73}"/>
                </a:ext>
              </a:extLst>
            </p:cNvPr>
            <p:cNvGrpSpPr>
              <a:grpSpLocks/>
            </p:cNvGrpSpPr>
            <p:nvPr userDrawn="1"/>
          </p:nvGrpSpPr>
          <p:grpSpPr bwMode="auto">
            <a:xfrm>
              <a:off x="4080" y="0"/>
              <a:ext cx="1748" cy="1551"/>
              <a:chOff x="2918" y="18"/>
              <a:chExt cx="2958" cy="2699"/>
            </a:xfrm>
          </p:grpSpPr>
          <p:sp>
            <p:nvSpPr>
              <p:cNvPr id="23787" name="Freeform 235">
                <a:extLst>
                  <a:ext uri="{FF2B5EF4-FFF2-40B4-BE49-F238E27FC236}">
                    <a16:creationId xmlns:a16="http://schemas.microsoft.com/office/drawing/2014/main" id="{02273668-DA38-0CD5-9BAA-9AC022C99CBC}"/>
                  </a:ext>
                </a:extLst>
              </p:cNvPr>
              <p:cNvSpPr>
                <a:spLocks/>
              </p:cNvSpPr>
              <p:nvPr/>
            </p:nvSpPr>
            <p:spPr bwMode="auto">
              <a:xfrm>
                <a:off x="3060" y="18"/>
                <a:ext cx="490" cy="187"/>
              </a:xfrm>
              <a:custGeom>
                <a:avLst/>
                <a:gdLst>
                  <a:gd name="T0" fmla="*/ 71 w 97"/>
                  <a:gd name="T1" fmla="*/ 25 h 37"/>
                  <a:gd name="T2" fmla="*/ 91 w 97"/>
                  <a:gd name="T3" fmla="*/ 20 h 37"/>
                  <a:gd name="T4" fmla="*/ 92 w 97"/>
                  <a:gd name="T5" fmla="*/ 17 h 37"/>
                  <a:gd name="T6" fmla="*/ 88 w 97"/>
                  <a:gd name="T7" fmla="*/ 0 h 37"/>
                  <a:gd name="T8" fmla="*/ 25 w 97"/>
                  <a:gd name="T9" fmla="*/ 0 h 37"/>
                  <a:gd name="T10" fmla="*/ 10 w 97"/>
                  <a:gd name="T11" fmla="*/ 22 h 37"/>
                  <a:gd name="T12" fmla="*/ 71 w 97"/>
                  <a:gd name="T13" fmla="*/ 25 h 37"/>
                </a:gdLst>
                <a:ahLst/>
                <a:cxnLst>
                  <a:cxn ang="0">
                    <a:pos x="T0" y="T1"/>
                  </a:cxn>
                  <a:cxn ang="0">
                    <a:pos x="T2" y="T3"/>
                  </a:cxn>
                  <a:cxn ang="0">
                    <a:pos x="T4" y="T5"/>
                  </a:cxn>
                  <a:cxn ang="0">
                    <a:pos x="T6" y="T7"/>
                  </a:cxn>
                  <a:cxn ang="0">
                    <a:pos x="T8" y="T9"/>
                  </a:cxn>
                  <a:cxn ang="0">
                    <a:pos x="T10" y="T11"/>
                  </a:cxn>
                  <a:cxn ang="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88" name="Freeform 236">
                <a:extLst>
                  <a:ext uri="{FF2B5EF4-FFF2-40B4-BE49-F238E27FC236}">
                    <a16:creationId xmlns:a16="http://schemas.microsoft.com/office/drawing/2014/main" id="{4C99E844-DC0C-4FB1-3FDA-4BA5B3266FD9}"/>
                  </a:ext>
                </a:extLst>
              </p:cNvPr>
              <p:cNvSpPr>
                <a:spLocks noEditPoints="1"/>
              </p:cNvSpPr>
              <p:nvPr/>
            </p:nvSpPr>
            <p:spPr bwMode="auto">
              <a:xfrm>
                <a:off x="2918" y="18"/>
                <a:ext cx="2958" cy="2699"/>
              </a:xfrm>
              <a:custGeom>
                <a:avLst/>
                <a:gdLst>
                  <a:gd name="T0" fmla="*/ 504 w 585"/>
                  <a:gd name="T1" fmla="*/ 1 h 534"/>
                  <a:gd name="T2" fmla="*/ 157 w 585"/>
                  <a:gd name="T3" fmla="*/ 0 h 534"/>
                  <a:gd name="T4" fmla="*/ 225 w 585"/>
                  <a:gd name="T5" fmla="*/ 21 h 534"/>
                  <a:gd name="T6" fmla="*/ 174 w 585"/>
                  <a:gd name="T7" fmla="*/ 39 h 534"/>
                  <a:gd name="T8" fmla="*/ 207 w 585"/>
                  <a:gd name="T9" fmla="*/ 71 h 534"/>
                  <a:gd name="T10" fmla="*/ 74 w 585"/>
                  <a:gd name="T11" fmla="*/ 60 h 534"/>
                  <a:gd name="T12" fmla="*/ 26 w 585"/>
                  <a:gd name="T13" fmla="*/ 63 h 534"/>
                  <a:gd name="T14" fmla="*/ 199 w 585"/>
                  <a:gd name="T15" fmla="*/ 487 h 534"/>
                  <a:gd name="T16" fmla="*/ 144 w 585"/>
                  <a:gd name="T17" fmla="*/ 341 h 534"/>
                  <a:gd name="T18" fmla="*/ 105 w 585"/>
                  <a:gd name="T19" fmla="*/ 376 h 534"/>
                  <a:gd name="T20" fmla="*/ 94 w 585"/>
                  <a:gd name="T21" fmla="*/ 435 h 534"/>
                  <a:gd name="T22" fmla="*/ 124 w 585"/>
                  <a:gd name="T23" fmla="*/ 265 h 534"/>
                  <a:gd name="T24" fmla="*/ 153 w 585"/>
                  <a:gd name="T25" fmla="*/ 228 h 534"/>
                  <a:gd name="T26" fmla="*/ 209 w 585"/>
                  <a:gd name="T27" fmla="*/ 237 h 534"/>
                  <a:gd name="T28" fmla="*/ 188 w 585"/>
                  <a:gd name="T29" fmla="*/ 306 h 534"/>
                  <a:gd name="T30" fmla="*/ 192 w 585"/>
                  <a:gd name="T31" fmla="*/ 395 h 534"/>
                  <a:gd name="T32" fmla="*/ 515 w 585"/>
                  <a:gd name="T33" fmla="*/ 483 h 534"/>
                  <a:gd name="T34" fmla="*/ 454 w 585"/>
                  <a:gd name="T35" fmla="*/ 427 h 534"/>
                  <a:gd name="T36" fmla="*/ 425 w 585"/>
                  <a:gd name="T37" fmla="*/ 345 h 534"/>
                  <a:gd name="T38" fmla="*/ 396 w 585"/>
                  <a:gd name="T39" fmla="*/ 270 h 534"/>
                  <a:gd name="T40" fmla="*/ 460 w 585"/>
                  <a:gd name="T41" fmla="*/ 256 h 534"/>
                  <a:gd name="T42" fmla="*/ 407 w 585"/>
                  <a:gd name="T43" fmla="*/ 223 h 534"/>
                  <a:gd name="T44" fmla="*/ 439 w 585"/>
                  <a:gd name="T45" fmla="*/ 226 h 534"/>
                  <a:gd name="T46" fmla="*/ 438 w 585"/>
                  <a:gd name="T47" fmla="*/ 209 h 534"/>
                  <a:gd name="T48" fmla="*/ 376 w 585"/>
                  <a:gd name="T49" fmla="*/ 211 h 534"/>
                  <a:gd name="T50" fmla="*/ 357 w 585"/>
                  <a:gd name="T51" fmla="*/ 343 h 534"/>
                  <a:gd name="T52" fmla="*/ 347 w 585"/>
                  <a:gd name="T53" fmla="*/ 230 h 534"/>
                  <a:gd name="T54" fmla="*/ 331 w 585"/>
                  <a:gd name="T55" fmla="*/ 182 h 534"/>
                  <a:gd name="T56" fmla="*/ 347 w 585"/>
                  <a:gd name="T57" fmla="*/ 136 h 534"/>
                  <a:gd name="T58" fmla="*/ 339 w 585"/>
                  <a:gd name="T59" fmla="*/ 99 h 534"/>
                  <a:gd name="T60" fmla="*/ 331 w 585"/>
                  <a:gd name="T61" fmla="*/ 62 h 534"/>
                  <a:gd name="T62" fmla="*/ 369 w 585"/>
                  <a:gd name="T63" fmla="*/ 103 h 534"/>
                  <a:gd name="T64" fmla="*/ 415 w 585"/>
                  <a:gd name="T65" fmla="*/ 47 h 534"/>
                  <a:gd name="T66" fmla="*/ 409 w 585"/>
                  <a:gd name="T67" fmla="*/ 95 h 534"/>
                  <a:gd name="T68" fmla="*/ 401 w 585"/>
                  <a:gd name="T69" fmla="*/ 130 h 534"/>
                  <a:gd name="T70" fmla="*/ 401 w 585"/>
                  <a:gd name="T71" fmla="*/ 181 h 534"/>
                  <a:gd name="T72" fmla="*/ 558 w 585"/>
                  <a:gd name="T73" fmla="*/ 181 h 534"/>
                  <a:gd name="T74" fmla="*/ 554 w 585"/>
                  <a:gd name="T75" fmla="*/ 76 h 534"/>
                  <a:gd name="T76" fmla="*/ 249 w 585"/>
                  <a:gd name="T77" fmla="*/ 69 h 534"/>
                  <a:gd name="T78" fmla="*/ 293 w 585"/>
                  <a:gd name="T79" fmla="*/ 93 h 534"/>
                  <a:gd name="T80" fmla="*/ 171 w 585"/>
                  <a:gd name="T81" fmla="*/ 195 h 534"/>
                  <a:gd name="T82" fmla="*/ 69 w 585"/>
                  <a:gd name="T83" fmla="*/ 98 h 534"/>
                  <a:gd name="T84" fmla="*/ 191 w 585"/>
                  <a:gd name="T85" fmla="*/ 106 h 534"/>
                  <a:gd name="T86" fmla="*/ 220 w 585"/>
                  <a:gd name="T87" fmla="*/ 105 h 534"/>
                  <a:gd name="T88" fmla="*/ 302 w 585"/>
                  <a:gd name="T89" fmla="*/ 121 h 534"/>
                  <a:gd name="T90" fmla="*/ 276 w 585"/>
                  <a:gd name="T91" fmla="*/ 256 h 534"/>
                  <a:gd name="T92" fmla="*/ 260 w 585"/>
                  <a:gd name="T93" fmla="*/ 137 h 534"/>
                  <a:gd name="T94" fmla="*/ 171 w 585"/>
                  <a:gd name="T95" fmla="*/ 195 h 534"/>
                  <a:gd name="T96" fmla="*/ 223 w 585"/>
                  <a:gd name="T97" fmla="*/ 225 h 534"/>
                  <a:gd name="T98" fmla="*/ 247 w 585"/>
                  <a:gd name="T99" fmla="*/ 158 h 534"/>
                  <a:gd name="T100" fmla="*/ 326 w 585"/>
                  <a:gd name="T101" fmla="*/ 292 h 534"/>
                  <a:gd name="T102" fmla="*/ 215 w 585"/>
                  <a:gd name="T103" fmla="*/ 321 h 534"/>
                  <a:gd name="T104" fmla="*/ 309 w 585"/>
                  <a:gd name="T105" fmla="*/ 277 h 534"/>
                  <a:gd name="T106" fmla="*/ 318 w 585"/>
                  <a:gd name="T107" fmla="*/ 133 h 534"/>
                  <a:gd name="T108" fmla="*/ 313 w 585"/>
                  <a:gd name="T109" fmla="*/ 213 h 534"/>
                  <a:gd name="T110" fmla="*/ 299 w 585"/>
                  <a:gd name="T111" fmla="*/ 144 h 534"/>
                  <a:gd name="T112" fmla="*/ 507 w 585"/>
                  <a:gd name="T113" fmla="*/ 179 h 534"/>
                  <a:gd name="T114" fmla="*/ 461 w 585"/>
                  <a:gd name="T115" fmla="*/ 162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89" name="Freeform 237">
                <a:extLst>
                  <a:ext uri="{FF2B5EF4-FFF2-40B4-BE49-F238E27FC236}">
                    <a16:creationId xmlns:a16="http://schemas.microsoft.com/office/drawing/2014/main" id="{B3E9F3F6-D45E-A8B8-F881-71D7D00B6388}"/>
                  </a:ext>
                </a:extLst>
              </p:cNvPr>
              <p:cNvSpPr>
                <a:spLocks/>
              </p:cNvSpPr>
              <p:nvPr/>
            </p:nvSpPr>
            <p:spPr bwMode="auto">
              <a:xfrm>
                <a:off x="3621" y="1287"/>
                <a:ext cx="238" cy="283"/>
              </a:xfrm>
              <a:custGeom>
                <a:avLst/>
                <a:gdLst>
                  <a:gd name="T0" fmla="*/ 40 w 47"/>
                  <a:gd name="T1" fmla="*/ 15 h 56"/>
                  <a:gd name="T2" fmla="*/ 27 w 47"/>
                  <a:gd name="T3" fmla="*/ 56 h 56"/>
                  <a:gd name="T4" fmla="*/ 40 w 47"/>
                  <a:gd name="T5" fmla="*/ 15 h 56"/>
                </a:gdLst>
                <a:ahLst/>
                <a:cxnLst>
                  <a:cxn ang="0">
                    <a:pos x="T0" y="T1"/>
                  </a:cxn>
                  <a:cxn ang="0">
                    <a:pos x="T2" y="T3"/>
                  </a:cxn>
                  <a:cxn ang="0">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0" name="Freeform 238">
                <a:extLst>
                  <a:ext uri="{FF2B5EF4-FFF2-40B4-BE49-F238E27FC236}">
                    <a16:creationId xmlns:a16="http://schemas.microsoft.com/office/drawing/2014/main" id="{6B5DDEDB-FED6-45A4-CA9E-241DCF2EB24C}"/>
                  </a:ext>
                </a:extLst>
              </p:cNvPr>
              <p:cNvSpPr>
                <a:spLocks/>
              </p:cNvSpPr>
              <p:nvPr/>
            </p:nvSpPr>
            <p:spPr bwMode="auto">
              <a:xfrm>
                <a:off x="3403" y="1403"/>
                <a:ext cx="208" cy="379"/>
              </a:xfrm>
              <a:custGeom>
                <a:avLst/>
                <a:gdLst>
                  <a:gd name="T0" fmla="*/ 19 w 41"/>
                  <a:gd name="T1" fmla="*/ 27 h 75"/>
                  <a:gd name="T2" fmla="*/ 12 w 41"/>
                  <a:gd name="T3" fmla="*/ 69 h 75"/>
                  <a:gd name="T4" fmla="*/ 40 w 41"/>
                  <a:gd name="T5" fmla="*/ 45 h 75"/>
                  <a:gd name="T6" fmla="*/ 37 w 41"/>
                  <a:gd name="T7" fmla="*/ 24 h 75"/>
                  <a:gd name="T8" fmla="*/ 19 w 41"/>
                  <a:gd name="T9" fmla="*/ 27 h 75"/>
                </a:gdLst>
                <a:ahLst/>
                <a:cxnLst>
                  <a:cxn ang="0">
                    <a:pos x="T0" y="T1"/>
                  </a:cxn>
                  <a:cxn ang="0">
                    <a:pos x="T2" y="T3"/>
                  </a:cxn>
                  <a:cxn ang="0">
                    <a:pos x="T4" y="T5"/>
                  </a:cxn>
                  <a:cxn ang="0">
                    <a:pos x="T6" y="T7"/>
                  </a:cxn>
                  <a:cxn ang="0">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1" name="Freeform 239">
                <a:extLst>
                  <a:ext uri="{FF2B5EF4-FFF2-40B4-BE49-F238E27FC236}">
                    <a16:creationId xmlns:a16="http://schemas.microsoft.com/office/drawing/2014/main" id="{24F6DBA6-E626-57B2-5419-E8EEA2905D38}"/>
                  </a:ext>
                </a:extLst>
              </p:cNvPr>
              <p:cNvSpPr>
                <a:spLocks/>
              </p:cNvSpPr>
              <p:nvPr/>
            </p:nvSpPr>
            <p:spPr bwMode="auto">
              <a:xfrm>
                <a:off x="3272" y="645"/>
                <a:ext cx="683" cy="318"/>
              </a:xfrm>
              <a:custGeom>
                <a:avLst/>
                <a:gdLst>
                  <a:gd name="T0" fmla="*/ 112 w 135"/>
                  <a:gd name="T1" fmla="*/ 4 h 63"/>
                  <a:gd name="T2" fmla="*/ 24 w 135"/>
                  <a:gd name="T3" fmla="*/ 4 h 63"/>
                  <a:gd name="T4" fmla="*/ 2 w 135"/>
                  <a:gd name="T5" fmla="*/ 25 h 63"/>
                  <a:gd name="T6" fmla="*/ 60 w 135"/>
                  <a:gd name="T7" fmla="*/ 58 h 63"/>
                  <a:gd name="T8" fmla="*/ 96 w 135"/>
                  <a:gd name="T9" fmla="*/ 54 h 63"/>
                  <a:gd name="T10" fmla="*/ 113 w 135"/>
                  <a:gd name="T11" fmla="*/ 53 h 63"/>
                  <a:gd name="T12" fmla="*/ 112 w 135"/>
                  <a:gd name="T13" fmla="*/ 4 h 63"/>
                </a:gdLst>
                <a:ahLst/>
                <a:cxnLst>
                  <a:cxn ang="0">
                    <a:pos x="T0" y="T1"/>
                  </a:cxn>
                  <a:cxn ang="0">
                    <a:pos x="T2" y="T3"/>
                  </a:cxn>
                  <a:cxn ang="0">
                    <a:pos x="T4" y="T5"/>
                  </a:cxn>
                  <a:cxn ang="0">
                    <a:pos x="T6" y="T7"/>
                  </a:cxn>
                  <a:cxn ang="0">
                    <a:pos x="T8" y="T9"/>
                  </a:cxn>
                  <a:cxn ang="0">
                    <a:pos x="T10" y="T11"/>
                  </a:cxn>
                  <a:cxn ang="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2" name="Freeform 240">
                <a:extLst>
                  <a:ext uri="{FF2B5EF4-FFF2-40B4-BE49-F238E27FC236}">
                    <a16:creationId xmlns:a16="http://schemas.microsoft.com/office/drawing/2014/main" id="{C5F58DBE-C14F-8454-2BB3-208958518751}"/>
                  </a:ext>
                </a:extLst>
              </p:cNvPr>
              <p:cNvSpPr>
                <a:spLocks/>
              </p:cNvSpPr>
              <p:nvPr/>
            </p:nvSpPr>
            <p:spPr bwMode="auto">
              <a:xfrm>
                <a:off x="4046" y="1545"/>
                <a:ext cx="490" cy="515"/>
              </a:xfrm>
              <a:custGeom>
                <a:avLst/>
                <a:gdLst>
                  <a:gd name="T0" fmla="*/ 67 w 97"/>
                  <a:gd name="T1" fmla="*/ 5 h 102"/>
                  <a:gd name="T2" fmla="*/ 31 w 97"/>
                  <a:gd name="T3" fmla="*/ 5 h 102"/>
                  <a:gd name="T4" fmla="*/ 12 w 97"/>
                  <a:gd name="T5" fmla="*/ 57 h 102"/>
                  <a:gd name="T6" fmla="*/ 79 w 97"/>
                  <a:gd name="T7" fmla="*/ 62 h 102"/>
                  <a:gd name="T8" fmla="*/ 67 w 97"/>
                  <a:gd name="T9" fmla="*/ 5 h 102"/>
                </a:gdLst>
                <a:ahLst/>
                <a:cxnLst>
                  <a:cxn ang="0">
                    <a:pos x="T0" y="T1"/>
                  </a:cxn>
                  <a:cxn ang="0">
                    <a:pos x="T2" y="T3"/>
                  </a:cxn>
                  <a:cxn ang="0">
                    <a:pos x="T4" y="T5"/>
                  </a:cxn>
                  <a:cxn ang="0">
                    <a:pos x="T6" y="T7"/>
                  </a:cxn>
                  <a:cxn ang="0">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3" name="Freeform 241">
                <a:extLst>
                  <a:ext uri="{FF2B5EF4-FFF2-40B4-BE49-F238E27FC236}">
                    <a16:creationId xmlns:a16="http://schemas.microsoft.com/office/drawing/2014/main" id="{05234D1A-F441-09D9-1711-E2460C7BB687}"/>
                  </a:ext>
                </a:extLst>
              </p:cNvPr>
              <p:cNvSpPr>
                <a:spLocks/>
              </p:cNvSpPr>
              <p:nvPr/>
            </p:nvSpPr>
            <p:spPr bwMode="auto">
              <a:xfrm>
                <a:off x="5173" y="1024"/>
                <a:ext cx="501" cy="96"/>
              </a:xfrm>
              <a:custGeom>
                <a:avLst/>
                <a:gdLst>
                  <a:gd name="T0" fmla="*/ 15 w 99"/>
                  <a:gd name="T1" fmla="*/ 0 h 19"/>
                  <a:gd name="T2" fmla="*/ 40 w 99"/>
                  <a:gd name="T3" fmla="*/ 15 h 19"/>
                  <a:gd name="T4" fmla="*/ 15 w 99"/>
                  <a:gd name="T5" fmla="*/ 0 h 19"/>
                </a:gdLst>
                <a:ahLst/>
                <a:cxnLst>
                  <a:cxn ang="0">
                    <a:pos x="T0" y="T1"/>
                  </a:cxn>
                  <a:cxn ang="0">
                    <a:pos x="T2" y="T3"/>
                  </a:cxn>
                  <a:cxn ang="0">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4" name="Freeform 242">
                <a:extLst>
                  <a:ext uri="{FF2B5EF4-FFF2-40B4-BE49-F238E27FC236}">
                    <a16:creationId xmlns:a16="http://schemas.microsoft.com/office/drawing/2014/main" id="{20672620-6A1C-75B0-17D7-23730F0548A5}"/>
                  </a:ext>
                </a:extLst>
              </p:cNvPr>
              <p:cNvSpPr>
                <a:spLocks/>
              </p:cNvSpPr>
              <p:nvPr/>
            </p:nvSpPr>
            <p:spPr bwMode="auto">
              <a:xfrm>
                <a:off x="5340" y="1004"/>
                <a:ext cx="385" cy="237"/>
              </a:xfrm>
              <a:custGeom>
                <a:avLst/>
                <a:gdLst>
                  <a:gd name="T0" fmla="*/ 21 w 76"/>
                  <a:gd name="T1" fmla="*/ 37 h 47"/>
                  <a:gd name="T2" fmla="*/ 70 w 76"/>
                  <a:gd name="T3" fmla="*/ 17 h 47"/>
                  <a:gd name="T4" fmla="*/ 48 w 76"/>
                  <a:gd name="T5" fmla="*/ 3 h 47"/>
                  <a:gd name="T6" fmla="*/ 19 w 76"/>
                  <a:gd name="T7" fmla="*/ 32 h 47"/>
                  <a:gd name="T8" fmla="*/ 21 w 76"/>
                  <a:gd name="T9" fmla="*/ 37 h 47"/>
                </a:gdLst>
                <a:ahLst/>
                <a:cxnLst>
                  <a:cxn ang="0">
                    <a:pos x="T0" y="T1"/>
                  </a:cxn>
                  <a:cxn ang="0">
                    <a:pos x="T2" y="T3"/>
                  </a:cxn>
                  <a:cxn ang="0">
                    <a:pos x="T4" y="T5"/>
                  </a:cxn>
                  <a:cxn ang="0">
                    <a:pos x="T6" y="T7"/>
                  </a:cxn>
                  <a:cxn ang="0">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5" name="Freeform 243">
                <a:extLst>
                  <a:ext uri="{FF2B5EF4-FFF2-40B4-BE49-F238E27FC236}">
                    <a16:creationId xmlns:a16="http://schemas.microsoft.com/office/drawing/2014/main" id="{A04D73BF-59EC-69D8-59FD-1F86171B324B}"/>
                  </a:ext>
                </a:extLst>
              </p:cNvPr>
              <p:cNvSpPr>
                <a:spLocks/>
              </p:cNvSpPr>
              <p:nvPr/>
            </p:nvSpPr>
            <p:spPr bwMode="auto">
              <a:xfrm>
                <a:off x="5325" y="1201"/>
                <a:ext cx="415" cy="187"/>
              </a:xfrm>
              <a:custGeom>
                <a:avLst/>
                <a:gdLst>
                  <a:gd name="T0" fmla="*/ 72 w 82"/>
                  <a:gd name="T1" fmla="*/ 6 h 37"/>
                  <a:gd name="T2" fmla="*/ 24 w 82"/>
                  <a:gd name="T3" fmla="*/ 17 h 37"/>
                  <a:gd name="T4" fmla="*/ 17 w 82"/>
                  <a:gd name="T5" fmla="*/ 26 h 37"/>
                  <a:gd name="T6" fmla="*/ 76 w 82"/>
                  <a:gd name="T7" fmla="*/ 23 h 37"/>
                  <a:gd name="T8" fmla="*/ 82 w 82"/>
                  <a:gd name="T9" fmla="*/ 20 h 37"/>
                  <a:gd name="T10" fmla="*/ 82 w 82"/>
                  <a:gd name="T11" fmla="*/ 0 h 37"/>
                  <a:gd name="T12" fmla="*/ 72 w 82"/>
                  <a:gd name="T13" fmla="*/ 6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6" name="Freeform 244">
                <a:extLst>
                  <a:ext uri="{FF2B5EF4-FFF2-40B4-BE49-F238E27FC236}">
                    <a16:creationId xmlns:a16="http://schemas.microsoft.com/office/drawing/2014/main" id="{E75433B5-96B3-E0D6-6810-8522CBB187E5}"/>
                  </a:ext>
                </a:extLst>
              </p:cNvPr>
              <p:cNvSpPr>
                <a:spLocks/>
              </p:cNvSpPr>
              <p:nvPr/>
            </p:nvSpPr>
            <p:spPr bwMode="auto">
              <a:xfrm>
                <a:off x="5001" y="1378"/>
                <a:ext cx="698" cy="167"/>
              </a:xfrm>
              <a:custGeom>
                <a:avLst/>
                <a:gdLst>
                  <a:gd name="T0" fmla="*/ 21 w 138"/>
                  <a:gd name="T1" fmla="*/ 1 h 33"/>
                  <a:gd name="T2" fmla="*/ 8 w 138"/>
                  <a:gd name="T3" fmla="*/ 14 h 33"/>
                  <a:gd name="T4" fmla="*/ 57 w 138"/>
                  <a:gd name="T5" fmla="*/ 22 h 33"/>
                  <a:gd name="T6" fmla="*/ 117 w 138"/>
                  <a:gd name="T7" fmla="*/ 23 h 33"/>
                  <a:gd name="T8" fmla="*/ 114 w 138"/>
                  <a:gd name="T9" fmla="*/ 8 h 33"/>
                  <a:gd name="T10" fmla="*/ 82 w 138"/>
                  <a:gd name="T11" fmla="*/ 3 h 33"/>
                  <a:gd name="T12" fmla="*/ 21 w 138"/>
                  <a:gd name="T13" fmla="*/ 1 h 33"/>
                </a:gdLst>
                <a:ahLst/>
                <a:cxnLst>
                  <a:cxn ang="0">
                    <a:pos x="T0" y="T1"/>
                  </a:cxn>
                  <a:cxn ang="0">
                    <a:pos x="T2" y="T3"/>
                  </a:cxn>
                  <a:cxn ang="0">
                    <a:pos x="T4" y="T5"/>
                  </a:cxn>
                  <a:cxn ang="0">
                    <a:pos x="T6" y="T7"/>
                  </a:cxn>
                  <a:cxn ang="0">
                    <a:pos x="T8" y="T9"/>
                  </a:cxn>
                  <a:cxn ang="0">
                    <a:pos x="T10" y="T11"/>
                  </a:cxn>
                  <a:cxn ang="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7" name="Freeform 245">
                <a:extLst>
                  <a:ext uri="{FF2B5EF4-FFF2-40B4-BE49-F238E27FC236}">
                    <a16:creationId xmlns:a16="http://schemas.microsoft.com/office/drawing/2014/main" id="{31A1F15A-834B-F9C2-1850-1E37E763167F}"/>
                  </a:ext>
                </a:extLst>
              </p:cNvPr>
              <p:cNvSpPr>
                <a:spLocks/>
              </p:cNvSpPr>
              <p:nvPr/>
            </p:nvSpPr>
            <p:spPr bwMode="auto">
              <a:xfrm>
                <a:off x="5077" y="1540"/>
                <a:ext cx="567" cy="146"/>
              </a:xfrm>
              <a:custGeom>
                <a:avLst/>
                <a:gdLst>
                  <a:gd name="T0" fmla="*/ 98 w 112"/>
                  <a:gd name="T1" fmla="*/ 19 h 29"/>
                  <a:gd name="T2" fmla="*/ 103 w 112"/>
                  <a:gd name="T3" fmla="*/ 4 h 29"/>
                  <a:gd name="T4" fmla="*/ 74 w 112"/>
                  <a:gd name="T5" fmla="*/ 10 h 29"/>
                  <a:gd name="T6" fmla="*/ 36 w 112"/>
                  <a:gd name="T7" fmla="*/ 6 h 29"/>
                  <a:gd name="T8" fmla="*/ 2 w 112"/>
                  <a:gd name="T9" fmla="*/ 4 h 29"/>
                  <a:gd name="T10" fmla="*/ 98 w 112"/>
                  <a:gd name="T11" fmla="*/ 19 h 29"/>
                </a:gdLst>
                <a:ahLst/>
                <a:cxnLst>
                  <a:cxn ang="0">
                    <a:pos x="T0" y="T1"/>
                  </a:cxn>
                  <a:cxn ang="0">
                    <a:pos x="T2" y="T3"/>
                  </a:cxn>
                  <a:cxn ang="0">
                    <a:pos x="T4" y="T5"/>
                  </a:cxn>
                  <a:cxn ang="0">
                    <a:pos x="T6" y="T7"/>
                  </a:cxn>
                  <a:cxn ang="0">
                    <a:pos x="T8" y="T9"/>
                  </a:cxn>
                  <a:cxn ang="0">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8" name="Freeform 246">
                <a:extLst>
                  <a:ext uri="{FF2B5EF4-FFF2-40B4-BE49-F238E27FC236}">
                    <a16:creationId xmlns:a16="http://schemas.microsoft.com/office/drawing/2014/main" id="{90D60652-9B40-1112-A600-55EDF2F6011B}"/>
                  </a:ext>
                </a:extLst>
              </p:cNvPr>
              <p:cNvSpPr>
                <a:spLocks/>
              </p:cNvSpPr>
              <p:nvPr/>
            </p:nvSpPr>
            <p:spPr bwMode="auto">
              <a:xfrm>
                <a:off x="5042" y="1656"/>
                <a:ext cx="581" cy="480"/>
              </a:xfrm>
              <a:custGeom>
                <a:avLst/>
                <a:gdLst>
                  <a:gd name="T0" fmla="*/ 3 w 115"/>
                  <a:gd name="T1" fmla="*/ 53 h 95"/>
                  <a:gd name="T2" fmla="*/ 26 w 115"/>
                  <a:gd name="T3" fmla="*/ 54 h 95"/>
                  <a:gd name="T4" fmla="*/ 50 w 115"/>
                  <a:gd name="T5" fmla="*/ 77 h 95"/>
                  <a:gd name="T6" fmla="*/ 59 w 115"/>
                  <a:gd name="T7" fmla="*/ 84 h 95"/>
                  <a:gd name="T8" fmla="*/ 81 w 115"/>
                  <a:gd name="T9" fmla="*/ 52 h 95"/>
                  <a:gd name="T10" fmla="*/ 111 w 115"/>
                  <a:gd name="T11" fmla="*/ 52 h 95"/>
                  <a:gd name="T12" fmla="*/ 79 w 115"/>
                  <a:gd name="T13" fmla="*/ 27 h 95"/>
                  <a:gd name="T14" fmla="*/ 37 w 115"/>
                  <a:gd name="T15" fmla="*/ 16 h 95"/>
                  <a:gd name="T16" fmla="*/ 12 w 115"/>
                  <a:gd name="T17" fmla="*/ 41 h 95"/>
                  <a:gd name="T18" fmla="*/ 3 w 115"/>
                  <a:gd name="T19" fmla="*/ 5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799" name="Freeform 247">
                <a:extLst>
                  <a:ext uri="{FF2B5EF4-FFF2-40B4-BE49-F238E27FC236}">
                    <a16:creationId xmlns:a16="http://schemas.microsoft.com/office/drawing/2014/main" id="{1A3E42DC-7567-1F56-C9C2-6E169B9158F8}"/>
                  </a:ext>
                </a:extLst>
              </p:cNvPr>
              <p:cNvSpPr>
                <a:spLocks/>
              </p:cNvSpPr>
              <p:nvPr/>
            </p:nvSpPr>
            <p:spPr bwMode="auto">
              <a:xfrm>
                <a:off x="5421" y="1464"/>
                <a:ext cx="329" cy="854"/>
              </a:xfrm>
              <a:custGeom>
                <a:avLst/>
                <a:gdLst>
                  <a:gd name="T0" fmla="*/ 51 w 65"/>
                  <a:gd name="T1" fmla="*/ 40 h 169"/>
                  <a:gd name="T2" fmla="*/ 22 w 65"/>
                  <a:gd name="T3" fmla="*/ 49 h 169"/>
                  <a:gd name="T4" fmla="*/ 22 w 65"/>
                  <a:gd name="T5" fmla="*/ 59 h 169"/>
                  <a:gd name="T6" fmla="*/ 50 w 65"/>
                  <a:gd name="T7" fmla="*/ 90 h 169"/>
                  <a:gd name="T8" fmla="*/ 34 w 65"/>
                  <a:gd name="T9" fmla="*/ 118 h 169"/>
                  <a:gd name="T10" fmla="*/ 0 w 65"/>
                  <a:gd name="T11" fmla="*/ 148 h 169"/>
                  <a:gd name="T12" fmla="*/ 17 w 65"/>
                  <a:gd name="T13" fmla="*/ 155 h 169"/>
                  <a:gd name="T14" fmla="*/ 47 w 65"/>
                  <a:gd name="T15" fmla="*/ 166 h 169"/>
                  <a:gd name="T16" fmla="*/ 63 w 65"/>
                  <a:gd name="T17" fmla="*/ 162 h 169"/>
                  <a:gd name="T18" fmla="*/ 65 w 65"/>
                  <a:gd name="T19" fmla="*/ 0 h 169"/>
                  <a:gd name="T20" fmla="*/ 51 w 65"/>
                  <a:gd name="T21" fmla="*/ 4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sp>
        <p:nvSpPr>
          <p:cNvPr id="23800" name="Rectangle 248">
            <a:extLst>
              <a:ext uri="{FF2B5EF4-FFF2-40B4-BE49-F238E27FC236}">
                <a16:creationId xmlns:a16="http://schemas.microsoft.com/office/drawing/2014/main" id="{73B15247-774B-24A0-52AC-542994830BC7}"/>
              </a:ext>
            </a:extLst>
          </p:cNvPr>
          <p:cNvSpPr>
            <a:spLocks noGrp="1" noRot="1" noChangeArrowheads="1"/>
          </p:cNvSpPr>
          <p:nvPr>
            <p:ph type="title"/>
          </p:nvPr>
        </p:nvSpPr>
        <p:spPr bwMode="auto">
          <a:xfrm>
            <a:off x="298450" y="228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3801" name="Rectangle 249">
            <a:extLst>
              <a:ext uri="{FF2B5EF4-FFF2-40B4-BE49-F238E27FC236}">
                <a16:creationId xmlns:a16="http://schemas.microsoft.com/office/drawing/2014/main" id="{278ADB86-7CD2-9585-7495-4CD69BAA07B1}"/>
              </a:ext>
            </a:extLst>
          </p:cNvPr>
          <p:cNvSpPr>
            <a:spLocks noGrp="1" noRot="1" noChangeArrowheads="1"/>
          </p:cNvSpPr>
          <p:nvPr>
            <p:ph type="body" idx="1"/>
          </p:nvPr>
        </p:nvSpPr>
        <p:spPr bwMode="auto">
          <a:xfrm>
            <a:off x="609600" y="1600200"/>
            <a:ext cx="8153400"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3802" name="Rectangle 250">
            <a:extLst>
              <a:ext uri="{FF2B5EF4-FFF2-40B4-BE49-F238E27FC236}">
                <a16:creationId xmlns:a16="http://schemas.microsoft.com/office/drawing/2014/main" id="{17DE4F69-4DCD-701C-FBA9-2116500FAD20}"/>
              </a:ext>
            </a:extLst>
          </p:cNvPr>
          <p:cNvSpPr>
            <a:spLocks noGrp="1" noChangeArrowheads="1"/>
          </p:cNvSpPr>
          <p:nvPr>
            <p:ph type="dt" sz="half" idx="2"/>
          </p:nvPr>
        </p:nvSpPr>
        <p:spPr bwMode="auto">
          <a:xfrm>
            <a:off x="298450"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23803" name="Rectangle 251">
            <a:extLst>
              <a:ext uri="{FF2B5EF4-FFF2-40B4-BE49-F238E27FC236}">
                <a16:creationId xmlns:a16="http://schemas.microsoft.com/office/drawing/2014/main" id="{14C3CF47-3360-94FC-6143-09658AA2192F}"/>
              </a:ext>
            </a:extLst>
          </p:cNvPr>
          <p:cNvSpPr>
            <a:spLocks noGrp="1" noChangeArrowheads="1"/>
          </p:cNvSpPr>
          <p:nvPr>
            <p:ph type="ftr" sz="quarter" idx="3"/>
          </p:nvPr>
        </p:nvSpPr>
        <p:spPr bwMode="auto">
          <a:xfrm>
            <a:off x="3121025"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23804" name="Rectangle 252">
            <a:extLst>
              <a:ext uri="{FF2B5EF4-FFF2-40B4-BE49-F238E27FC236}">
                <a16:creationId xmlns:a16="http://schemas.microsoft.com/office/drawing/2014/main" id="{F1D4F263-C987-8ECC-7C05-44825694F734}"/>
              </a:ext>
            </a:extLst>
          </p:cNvPr>
          <p:cNvSpPr>
            <a:spLocks noGrp="1" noChangeArrowheads="1"/>
          </p:cNvSpPr>
          <p:nvPr>
            <p:ph type="sldNum" sz="quarter" idx="4"/>
          </p:nvPr>
        </p:nvSpPr>
        <p:spPr bwMode="auto">
          <a:xfrm>
            <a:off x="65500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3C87E3DC-63A7-4268-9EF6-744800FEC38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SzPct val="85000"/>
        <a:buFont typeface="Wingdings" panose="05000000000000000000" pitchFamily="2" charset="2"/>
        <a:buChar char="Ø"/>
        <a:defRPr sz="2800" kern="1200">
          <a:solidFill>
            <a:schemeClr val="tx1"/>
          </a:solidFill>
          <a:latin typeface="+mn-lt"/>
          <a:ea typeface="+mn-ea"/>
          <a:cs typeface="+mn-cs"/>
        </a:defRPr>
      </a:lvl2pPr>
      <a:lvl3pPr marL="1143000" indent="-228600" algn="l" rtl="0" fontAlgn="base">
        <a:spcBef>
          <a:spcPct val="20000"/>
        </a:spcBef>
        <a:spcAft>
          <a:spcPct val="0"/>
        </a:spcAft>
        <a:buClr>
          <a:schemeClr val="hlink"/>
        </a:buClr>
        <a:buSzPct val="95000"/>
        <a:buFont typeface="Wingdings 2" panose="05020102010507070707" pitchFamily="18"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SzPct val="90000"/>
        <a:buFont typeface="Wingdings" panose="05000000000000000000" pitchFamily="2" charset="2"/>
        <a:buChar char="Ø"/>
        <a:defRPr sz="2000" kern="1200">
          <a:solidFill>
            <a:schemeClr val="tx1"/>
          </a:solidFill>
          <a:latin typeface="+mn-lt"/>
          <a:ea typeface="+mn-ea"/>
          <a:cs typeface="+mn-cs"/>
        </a:defRPr>
      </a:lvl4pPr>
      <a:lvl5pPr marL="2057400" indent="-228600" algn="l" rtl="0" fontAlgn="base">
        <a:spcBef>
          <a:spcPct val="20000"/>
        </a:spcBef>
        <a:spcAft>
          <a:spcPct val="0"/>
        </a:spcAft>
        <a:buClr>
          <a:schemeClr val="hlink"/>
        </a:buClr>
        <a:buFont typeface="Wingdings 2" panose="05020102010507070707" pitchFamily="18"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244BA5A-780D-7324-E9AC-83F5F6830593}"/>
              </a:ext>
            </a:extLst>
          </p:cNvPr>
          <p:cNvSpPr>
            <a:spLocks noGrp="1" noRot="1" noChangeArrowheads="1"/>
          </p:cNvSpPr>
          <p:nvPr>
            <p:ph type="ctrTitle"/>
          </p:nvPr>
        </p:nvSpPr>
        <p:spPr/>
        <p:txBody>
          <a:bodyPr/>
          <a:lstStyle/>
          <a:p>
            <a:r>
              <a:rPr lang="zh-CN" altLang="en-US" sz="4000"/>
              <a:t>第五章　　生产理论与生产函数</a:t>
            </a:r>
            <a:br>
              <a:rPr lang="zh-CN" altLang="en-US" sz="4000"/>
            </a:br>
            <a:endParaRPr lang="zh-CN" altLang="en-US" sz="4000"/>
          </a:p>
        </p:txBody>
      </p:sp>
      <p:sp>
        <p:nvSpPr>
          <p:cNvPr id="2051" name="Rectangle 3">
            <a:extLst>
              <a:ext uri="{FF2B5EF4-FFF2-40B4-BE49-F238E27FC236}">
                <a16:creationId xmlns:a16="http://schemas.microsoft.com/office/drawing/2014/main" id="{D06FFA58-A965-A2FD-EA1D-019B3CA2D064}"/>
              </a:ext>
            </a:extLst>
          </p:cNvPr>
          <p:cNvSpPr>
            <a:spLocks noGrp="1" noRot="1" noChangeArrowheads="1"/>
          </p:cNvSpPr>
          <p:nvPr>
            <p:ph type="subTitle" idx="1"/>
          </p:nvPr>
        </p:nvSpPr>
        <p:spPr/>
        <p:txBody>
          <a:bodyPr/>
          <a:lstStyle/>
          <a:p>
            <a:r>
              <a:rPr lang="zh-CN" altLang="en-US"/>
              <a:t>第一节　　生产过程与生产函数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67215B2-3D19-8940-FB12-0727FE76A414}"/>
              </a:ext>
            </a:extLst>
          </p:cNvPr>
          <p:cNvSpPr>
            <a:spLocks noGrp="1" noRot="1" noChangeArrowheads="1"/>
          </p:cNvSpPr>
          <p:nvPr>
            <p:ph type="title"/>
          </p:nvPr>
        </p:nvSpPr>
        <p:spPr/>
        <p:txBody>
          <a:bodyPr/>
          <a:lstStyle/>
          <a:p>
            <a:endParaRPr lang="zh-CN" altLang="zh-CN"/>
          </a:p>
        </p:txBody>
      </p:sp>
      <p:sp>
        <p:nvSpPr>
          <p:cNvPr id="7171" name="Rectangle 3">
            <a:extLst>
              <a:ext uri="{FF2B5EF4-FFF2-40B4-BE49-F238E27FC236}">
                <a16:creationId xmlns:a16="http://schemas.microsoft.com/office/drawing/2014/main" id="{8CF0627C-E74B-852D-F8A9-04C2E47CAC4B}"/>
              </a:ext>
            </a:extLst>
          </p:cNvPr>
          <p:cNvSpPr>
            <a:spLocks noGrp="1" noRot="1" noChangeArrowheads="1"/>
          </p:cNvSpPr>
          <p:nvPr>
            <p:ph type="body" idx="1"/>
          </p:nvPr>
        </p:nvSpPr>
        <p:spPr/>
        <p:txBody>
          <a:bodyPr/>
          <a:lstStyle/>
          <a:p>
            <a:pPr>
              <a:buFont typeface="Wingdings" panose="05000000000000000000" pitchFamily="2" charset="2"/>
              <a:buNone/>
            </a:pPr>
            <a:r>
              <a:rPr lang="zh-CN" altLang="en-US" sz="2400"/>
              <a:t>一、生产过程</a:t>
            </a:r>
          </a:p>
          <a:p>
            <a:pPr>
              <a:buFont typeface="Wingdings" panose="05000000000000000000" pitchFamily="2" charset="2"/>
              <a:buNone/>
            </a:pPr>
            <a:endParaRPr lang="en-US" altLang="zh-CN" sz="2000"/>
          </a:p>
        </p:txBody>
      </p:sp>
      <p:graphicFrame>
        <p:nvGraphicFramePr>
          <p:cNvPr id="7220" name="Group 52">
            <a:extLst>
              <a:ext uri="{FF2B5EF4-FFF2-40B4-BE49-F238E27FC236}">
                <a16:creationId xmlns:a16="http://schemas.microsoft.com/office/drawing/2014/main" id="{8F0F616F-CBEC-C037-39D2-430055B8A46E}"/>
              </a:ext>
            </a:extLst>
          </p:cNvPr>
          <p:cNvGraphicFramePr>
            <a:graphicFrameLocks noGrp="1"/>
          </p:cNvGraphicFramePr>
          <p:nvPr/>
        </p:nvGraphicFramePr>
        <p:xfrm>
          <a:off x="468313" y="2133600"/>
          <a:ext cx="8135937" cy="3960813"/>
        </p:xfrm>
        <a:graphic>
          <a:graphicData uri="http://schemas.openxmlformats.org/drawingml/2006/table">
            <a:tbl>
              <a:tblPr/>
              <a:tblGrid>
                <a:gridCol w="1800225">
                  <a:extLst>
                    <a:ext uri="{9D8B030D-6E8A-4147-A177-3AD203B41FA5}">
                      <a16:colId xmlns:a16="http://schemas.microsoft.com/office/drawing/2014/main" val="1476658575"/>
                    </a:ext>
                  </a:extLst>
                </a:gridCol>
                <a:gridCol w="6335712">
                  <a:extLst>
                    <a:ext uri="{9D8B030D-6E8A-4147-A177-3AD203B41FA5}">
                      <a16:colId xmlns:a16="http://schemas.microsoft.com/office/drawing/2014/main" val="1478172334"/>
                    </a:ext>
                  </a:extLst>
                </a:gridCol>
              </a:tblGrid>
              <a:tr h="496888">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资本投入量（</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产量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1070027"/>
                  </a:ext>
                </a:extLst>
              </a:tr>
              <a:tr h="1016000">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8</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283      400      490      565      632      693      748      800</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265      374      458      529      592      648      700      748</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245      346      424      490      548      600      648      693</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224      316      387      447      500      548      592      632</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200      283      346      400      447      490      529      565</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173      245      300      346      387      424      458      490</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141      200      245      283      316      346      374      400</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100      141      173      200      224      245      265      283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67155593"/>
                  </a:ext>
                </a:extLst>
              </a:tr>
              <a:tr h="355600">
                <a:tc rowSpan="2">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1          2          3          4           5         6          7          8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68416960"/>
                  </a:ext>
                </a:extLst>
              </a:tr>
              <a:tr h="422275">
                <a:tc vMerge="1">
                  <a:txBody>
                    <a:bodyPr/>
                    <a:lstStyle/>
                    <a:p>
                      <a:endParaRPr lang="zh-CN" altLang="en-US"/>
                    </a:p>
                  </a:txBody>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劳动投入量（</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7228888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9980BEE-FEA1-9124-D5AF-F4CF789CD58F}"/>
              </a:ext>
            </a:extLst>
          </p:cNvPr>
          <p:cNvSpPr>
            <a:spLocks noGrp="1" noRot="1" noChangeArrowheads="1"/>
          </p:cNvSpPr>
          <p:nvPr>
            <p:ph type="title"/>
          </p:nvPr>
        </p:nvSpPr>
        <p:spPr/>
        <p:txBody>
          <a:bodyPr/>
          <a:lstStyle/>
          <a:p>
            <a:endParaRPr lang="zh-CN" altLang="zh-CN"/>
          </a:p>
        </p:txBody>
      </p:sp>
      <p:sp>
        <p:nvSpPr>
          <p:cNvPr id="8195" name="Rectangle 3">
            <a:extLst>
              <a:ext uri="{FF2B5EF4-FFF2-40B4-BE49-F238E27FC236}">
                <a16:creationId xmlns:a16="http://schemas.microsoft.com/office/drawing/2014/main" id="{5410FDD0-6EB3-B32D-90E4-46A85C7DCC5F}"/>
              </a:ext>
            </a:extLst>
          </p:cNvPr>
          <p:cNvSpPr>
            <a:spLocks noGrp="1" noRot="1" noChangeArrowheads="1"/>
          </p:cNvSpPr>
          <p:nvPr>
            <p:ph type="body" idx="1"/>
          </p:nvPr>
        </p:nvSpPr>
        <p:spPr/>
        <p:txBody>
          <a:bodyPr/>
          <a:lstStyle/>
          <a:p>
            <a:pPr>
              <a:buFont typeface="Wingdings" panose="05000000000000000000" pitchFamily="2" charset="2"/>
              <a:buNone/>
            </a:pPr>
            <a:r>
              <a:rPr lang="en-US" altLang="zh-CN"/>
              <a:t>2</a:t>
            </a:r>
            <a:r>
              <a:rPr lang="zh-CN" altLang="en-US"/>
              <a:t>、简单生产过程与复杂生产过程</a:t>
            </a:r>
          </a:p>
          <a:p>
            <a:pPr>
              <a:buFont typeface="Wingdings" panose="05000000000000000000" pitchFamily="2" charset="2"/>
              <a:buNone/>
            </a:pPr>
            <a:r>
              <a:rPr lang="zh-CN" altLang="en-US"/>
              <a:t>（</a:t>
            </a:r>
            <a:r>
              <a:rPr lang="en-US" altLang="zh-CN"/>
              <a:t>1</a:t>
            </a:r>
            <a:r>
              <a:rPr lang="zh-CN" altLang="en-US"/>
              <a:t>）固定投入与可变投入</a:t>
            </a:r>
          </a:p>
          <a:p>
            <a:pPr>
              <a:buFont typeface="Wingdings" panose="05000000000000000000" pitchFamily="2" charset="2"/>
              <a:buNone/>
            </a:pPr>
            <a:r>
              <a:rPr lang="zh-CN" altLang="en-US"/>
              <a:t>（</a:t>
            </a:r>
            <a:r>
              <a:rPr lang="en-US" altLang="zh-CN"/>
              <a:t>2</a:t>
            </a:r>
            <a:r>
              <a:rPr lang="zh-CN" altLang="en-US"/>
              <a:t>）短期与长期</a:t>
            </a:r>
          </a:p>
          <a:p>
            <a:pPr>
              <a:buFont typeface="Wingdings" panose="05000000000000000000" pitchFamily="2" charset="2"/>
              <a:buNone/>
            </a:pPr>
            <a:r>
              <a:rPr lang="zh-CN" altLang="en-US"/>
              <a:t>（</a:t>
            </a:r>
            <a:r>
              <a:rPr lang="en-US" altLang="zh-CN"/>
              <a:t>3</a:t>
            </a:r>
            <a:r>
              <a:rPr lang="zh-CN" altLang="en-US"/>
              <a:t>）不变的技术状况与发展的技术状况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195">
                                            <p:txEl>
                                              <p:pRg st="3" end="3"/>
                                            </p:txEl>
                                          </p:spTgt>
                                        </p:tgtEl>
                                        <p:attrNameLst>
                                          <p:attrName>style.visibility</p:attrName>
                                        </p:attrNameLst>
                                      </p:cBhvr>
                                      <p:to>
                                        <p:strVal val="visible"/>
                                      </p:to>
                                    </p:set>
                                    <p:anim calcmode="lin" valueType="num">
                                      <p:cBhvr additive="base">
                                        <p:cTn id="25"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E7EDD74-C20E-38B6-3464-E2DBCEE050CE}"/>
              </a:ext>
            </a:extLst>
          </p:cNvPr>
          <p:cNvSpPr>
            <a:spLocks noGrp="1" noRot="1" noChangeArrowheads="1"/>
          </p:cNvSpPr>
          <p:nvPr>
            <p:ph type="title"/>
          </p:nvPr>
        </p:nvSpPr>
        <p:spPr/>
        <p:txBody>
          <a:bodyPr/>
          <a:lstStyle/>
          <a:p>
            <a:endParaRPr lang="zh-CN" altLang="zh-CN"/>
          </a:p>
        </p:txBody>
      </p:sp>
      <p:sp>
        <p:nvSpPr>
          <p:cNvPr id="9219" name="Rectangle 3">
            <a:extLst>
              <a:ext uri="{FF2B5EF4-FFF2-40B4-BE49-F238E27FC236}">
                <a16:creationId xmlns:a16="http://schemas.microsoft.com/office/drawing/2014/main" id="{C80D6A05-8D83-38FA-0F9E-3F926608A41D}"/>
              </a:ext>
            </a:extLst>
          </p:cNvPr>
          <p:cNvSpPr>
            <a:spLocks noGrp="1" noRot="1" noChangeArrowheads="1"/>
          </p:cNvSpPr>
          <p:nvPr>
            <p:ph type="body" idx="1"/>
          </p:nvPr>
        </p:nvSpPr>
        <p:spPr/>
        <p:txBody>
          <a:bodyPr/>
          <a:lstStyle/>
          <a:p>
            <a:pPr>
              <a:lnSpc>
                <a:spcPct val="90000"/>
              </a:lnSpc>
              <a:buFont typeface="Wingdings" panose="05000000000000000000" pitchFamily="2" charset="2"/>
              <a:buNone/>
            </a:pPr>
            <a:r>
              <a:rPr lang="zh-CN" altLang="en-US"/>
              <a:t>二、生产函数与分类</a:t>
            </a:r>
          </a:p>
          <a:p>
            <a:pPr>
              <a:lnSpc>
                <a:spcPct val="90000"/>
              </a:lnSpc>
              <a:buFont typeface="Wingdings" panose="05000000000000000000" pitchFamily="2" charset="2"/>
              <a:buNone/>
            </a:pPr>
            <a:r>
              <a:rPr lang="en-US" altLang="zh-CN"/>
              <a:t>1</a:t>
            </a:r>
            <a:r>
              <a:rPr lang="zh-CN" altLang="en-US"/>
              <a:t>，生产函数：也称为收益函数，是反映生产过程中生产要素的投入与产出之间的实物关系的数学模型。 </a:t>
            </a:r>
          </a:p>
          <a:p>
            <a:pPr>
              <a:lnSpc>
                <a:spcPct val="90000"/>
              </a:lnSpc>
              <a:buFont typeface="Wingdings" panose="05000000000000000000" pitchFamily="2" charset="2"/>
              <a:buNone/>
            </a:pPr>
            <a:r>
              <a:rPr lang="zh-CN" altLang="en-US"/>
              <a:t>    三种主要的分类方式：</a:t>
            </a:r>
          </a:p>
          <a:p>
            <a:pPr>
              <a:lnSpc>
                <a:spcPct val="90000"/>
              </a:lnSpc>
              <a:buFont typeface="Wingdings" panose="05000000000000000000" pitchFamily="2" charset="2"/>
              <a:buNone/>
            </a:pPr>
            <a:r>
              <a:rPr lang="zh-CN" altLang="en-US"/>
              <a:t>（</a:t>
            </a:r>
            <a:r>
              <a:rPr lang="en-US" altLang="zh-CN"/>
              <a:t>1</a:t>
            </a:r>
            <a:r>
              <a:rPr lang="zh-CN" altLang="en-US"/>
              <a:t>）短期生产函数与长期生产函数</a:t>
            </a:r>
          </a:p>
          <a:p>
            <a:pPr>
              <a:lnSpc>
                <a:spcPct val="90000"/>
              </a:lnSpc>
              <a:buFont typeface="Wingdings" panose="05000000000000000000" pitchFamily="2" charset="2"/>
              <a:buNone/>
            </a:pPr>
            <a:r>
              <a:rPr lang="zh-CN" altLang="en-US"/>
              <a:t>（</a:t>
            </a:r>
            <a:r>
              <a:rPr lang="en-US" altLang="zh-CN"/>
              <a:t>2</a:t>
            </a:r>
            <a:r>
              <a:rPr lang="zh-CN" altLang="en-US"/>
              <a:t>）理论生产函数与经验生产函数</a:t>
            </a:r>
          </a:p>
          <a:p>
            <a:pPr>
              <a:lnSpc>
                <a:spcPct val="90000"/>
              </a:lnSpc>
              <a:buFont typeface="Wingdings" panose="05000000000000000000" pitchFamily="2" charset="2"/>
              <a:buNone/>
            </a:pPr>
            <a:r>
              <a:rPr lang="zh-CN" altLang="en-US"/>
              <a:t>（</a:t>
            </a:r>
            <a:r>
              <a:rPr lang="en-US" altLang="zh-CN"/>
              <a:t>3</a:t>
            </a:r>
            <a:r>
              <a:rPr lang="zh-CN" altLang="en-US"/>
              <a:t>）离散型生产函数与连续型生产函数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ox(in)">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ox(in)">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box(in)">
                                      <p:cBhvr>
                                        <p:cTn id="17" dur="500"/>
                                        <p:tgtEl>
                                          <p:spTgt spid="9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box(in)">
                                      <p:cBhvr>
                                        <p:cTn id="22" dur="500"/>
                                        <p:tgtEl>
                                          <p:spTgt spid="92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box(in)">
                                      <p:cBhvr>
                                        <p:cTn id="27" dur="500"/>
                                        <p:tgtEl>
                                          <p:spTgt spid="92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box(in)">
                                      <p:cBhvr>
                                        <p:cTn id="32"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B9E823E-CC12-2522-1044-A6932AF930BE}"/>
              </a:ext>
            </a:extLst>
          </p:cNvPr>
          <p:cNvSpPr>
            <a:spLocks noGrp="1" noRot="1" noChangeArrowheads="1"/>
          </p:cNvSpPr>
          <p:nvPr>
            <p:ph type="title"/>
          </p:nvPr>
        </p:nvSpPr>
        <p:spPr/>
        <p:txBody>
          <a:bodyPr/>
          <a:lstStyle/>
          <a:p>
            <a:endParaRPr lang="zh-CN" altLang="zh-CN"/>
          </a:p>
        </p:txBody>
      </p:sp>
      <p:sp>
        <p:nvSpPr>
          <p:cNvPr id="10243" name="Rectangle 3">
            <a:extLst>
              <a:ext uri="{FF2B5EF4-FFF2-40B4-BE49-F238E27FC236}">
                <a16:creationId xmlns:a16="http://schemas.microsoft.com/office/drawing/2014/main" id="{60E96233-F88D-ABFA-25B4-ADA7C459B5BA}"/>
              </a:ext>
            </a:extLst>
          </p:cNvPr>
          <p:cNvSpPr>
            <a:spLocks noGrp="1" noRot="1" noChangeArrowheads="1"/>
          </p:cNvSpPr>
          <p:nvPr>
            <p:ph type="body" idx="1"/>
          </p:nvPr>
        </p:nvSpPr>
        <p:spPr/>
        <p:txBody>
          <a:bodyPr/>
          <a:lstStyle/>
          <a:p>
            <a:pPr>
              <a:buFont typeface="Wingdings" panose="05000000000000000000" pitchFamily="2" charset="2"/>
              <a:buNone/>
            </a:pPr>
            <a:r>
              <a:rPr lang="zh-CN" altLang="en-US"/>
              <a:t>三、生产活动的基本类型及其特点</a:t>
            </a:r>
          </a:p>
          <a:p>
            <a:pPr>
              <a:buFont typeface="Wingdings" panose="05000000000000000000" pitchFamily="2" charset="2"/>
              <a:buNone/>
            </a:pPr>
            <a:r>
              <a:rPr lang="zh-CN" altLang="en-US"/>
              <a:t>（</a:t>
            </a:r>
            <a:r>
              <a:rPr lang="en-US" altLang="zh-CN"/>
              <a:t>1</a:t>
            </a:r>
            <a:r>
              <a:rPr lang="zh-CN" altLang="en-US"/>
              <a:t>）单个产品生产</a:t>
            </a:r>
          </a:p>
          <a:p>
            <a:pPr>
              <a:buFont typeface="Wingdings" panose="05000000000000000000" pitchFamily="2" charset="2"/>
              <a:buNone/>
            </a:pPr>
            <a:r>
              <a:rPr lang="zh-CN" altLang="en-US"/>
              <a:t>（</a:t>
            </a:r>
            <a:r>
              <a:rPr lang="en-US" altLang="zh-CN"/>
              <a:t>2</a:t>
            </a:r>
            <a:r>
              <a:rPr lang="zh-CN" altLang="en-US"/>
              <a:t>）不灵活的大批量生产</a:t>
            </a:r>
          </a:p>
          <a:p>
            <a:pPr>
              <a:buFont typeface="Wingdings" panose="05000000000000000000" pitchFamily="2" charset="2"/>
              <a:buNone/>
            </a:pPr>
            <a:r>
              <a:rPr lang="zh-CN" altLang="en-US"/>
              <a:t>（</a:t>
            </a:r>
            <a:r>
              <a:rPr lang="en-US" altLang="zh-CN"/>
              <a:t>3</a:t>
            </a:r>
            <a:r>
              <a:rPr lang="zh-CN" altLang="en-US"/>
              <a:t>）灵活的大批量生产</a:t>
            </a:r>
          </a:p>
          <a:p>
            <a:pPr>
              <a:buFont typeface="Wingdings" panose="05000000000000000000" pitchFamily="2" charset="2"/>
              <a:buNone/>
            </a:pPr>
            <a:r>
              <a:rPr lang="zh-CN" altLang="en-US"/>
              <a:t>（</a:t>
            </a:r>
            <a:r>
              <a:rPr lang="en-US" altLang="zh-CN"/>
              <a:t>4</a:t>
            </a:r>
            <a:r>
              <a:rPr lang="zh-CN" altLang="en-US"/>
              <a:t>）流程生产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B96FC01-D40C-DD18-F3EB-CDA3C3768193}"/>
              </a:ext>
            </a:extLst>
          </p:cNvPr>
          <p:cNvSpPr>
            <a:spLocks noGrp="1" noRot="1" noChangeArrowheads="1"/>
          </p:cNvSpPr>
          <p:nvPr>
            <p:ph type="title"/>
          </p:nvPr>
        </p:nvSpPr>
        <p:spPr/>
        <p:txBody>
          <a:bodyPr/>
          <a:lstStyle/>
          <a:p>
            <a:r>
              <a:rPr lang="zh-CN" altLang="en-US"/>
              <a:t>第二节  理论分析</a:t>
            </a:r>
          </a:p>
        </p:txBody>
      </p:sp>
      <p:sp>
        <p:nvSpPr>
          <p:cNvPr id="11267" name="Rectangle 3">
            <a:extLst>
              <a:ext uri="{FF2B5EF4-FFF2-40B4-BE49-F238E27FC236}">
                <a16:creationId xmlns:a16="http://schemas.microsoft.com/office/drawing/2014/main" id="{05A73D66-10CA-ED1C-C173-A8B1A1F4977F}"/>
              </a:ext>
            </a:extLst>
          </p:cNvPr>
          <p:cNvSpPr>
            <a:spLocks noGrp="1" noRot="1" noChangeArrowheads="1"/>
          </p:cNvSpPr>
          <p:nvPr>
            <p:ph type="body" idx="1"/>
          </p:nvPr>
        </p:nvSpPr>
        <p:spPr/>
        <p:txBody>
          <a:bodyPr/>
          <a:lstStyle/>
          <a:p>
            <a:pPr>
              <a:buFont typeface="Wingdings" panose="05000000000000000000" pitchFamily="2" charset="2"/>
              <a:buNone/>
            </a:pPr>
            <a:r>
              <a:rPr lang="zh-CN" altLang="en-US"/>
              <a:t>一、典型的生产函数与生产的三个阶段</a:t>
            </a:r>
          </a:p>
          <a:p>
            <a:pPr>
              <a:buFont typeface="Wingdings" panose="05000000000000000000" pitchFamily="2" charset="2"/>
              <a:buNone/>
            </a:pPr>
            <a:r>
              <a:rPr lang="en-US" altLang="zh-CN"/>
              <a:t>1</a:t>
            </a:r>
            <a:r>
              <a:rPr lang="zh-CN" altLang="en-US"/>
              <a:t>、典型的生产函数的三个不同阶段</a:t>
            </a:r>
          </a:p>
          <a:p>
            <a:pPr>
              <a:buFont typeface="Wingdings" panose="05000000000000000000" pitchFamily="2" charset="2"/>
              <a:buNone/>
            </a:pPr>
            <a:r>
              <a:rPr lang="en-US" altLang="zh-CN"/>
              <a:t>2</a:t>
            </a:r>
            <a:r>
              <a:rPr lang="zh-CN" altLang="en-US"/>
              <a:t>、典型的生产函数特性的经济分析</a:t>
            </a:r>
          </a:p>
          <a:p>
            <a:pPr>
              <a:buFont typeface="Wingdings" panose="05000000000000000000" pitchFamily="2" charset="2"/>
              <a:buNone/>
            </a:pPr>
            <a:r>
              <a:rPr lang="en-US" altLang="zh-CN"/>
              <a:t>3</a:t>
            </a:r>
            <a:r>
              <a:rPr lang="zh-CN" altLang="en-US"/>
              <a:t>、生产阶段的另一种划分方式</a:t>
            </a:r>
            <a:r>
              <a:rPr lang="en-US" altLang="zh-CN"/>
              <a:t>—</a:t>
            </a:r>
            <a:r>
              <a:rPr lang="zh-CN" altLang="en-US"/>
              <a:t>按平均产量与边际产量划分生产的三阶段</a:t>
            </a:r>
          </a:p>
          <a:p>
            <a:pPr>
              <a:buFont typeface="Wingdings" panose="05000000000000000000" pitchFamily="2" charset="2"/>
              <a:buNone/>
            </a:pPr>
            <a:r>
              <a:rPr lang="en-US" altLang="zh-CN"/>
              <a:t>4</a:t>
            </a:r>
            <a:r>
              <a:rPr lang="zh-CN" altLang="en-US"/>
              <a:t>，收益递减与产出弹性</a:t>
            </a:r>
          </a:p>
          <a:p>
            <a:pPr>
              <a:buFont typeface="Wingdings" panose="05000000000000000000" pitchFamily="2" charset="2"/>
              <a:buNone/>
            </a:pP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4208164-22B7-A0F9-CFEA-0EF17E034D36}"/>
              </a:ext>
            </a:extLst>
          </p:cNvPr>
          <p:cNvSpPr>
            <a:spLocks noGrp="1" noRot="1" noChangeArrowheads="1"/>
          </p:cNvSpPr>
          <p:nvPr>
            <p:ph type="title"/>
          </p:nvPr>
        </p:nvSpPr>
        <p:spPr/>
        <p:txBody>
          <a:bodyPr/>
          <a:lstStyle/>
          <a:p>
            <a:endParaRPr lang="zh-CN" altLang="zh-CN"/>
          </a:p>
        </p:txBody>
      </p:sp>
      <p:sp>
        <p:nvSpPr>
          <p:cNvPr id="12291" name="Rectangle 3">
            <a:extLst>
              <a:ext uri="{FF2B5EF4-FFF2-40B4-BE49-F238E27FC236}">
                <a16:creationId xmlns:a16="http://schemas.microsoft.com/office/drawing/2014/main" id="{E02CAC39-0472-80AE-4C68-339BFDF175FA}"/>
              </a:ext>
            </a:extLst>
          </p:cNvPr>
          <p:cNvSpPr>
            <a:spLocks noGrp="1" noRot="1" noChangeArrowheads="1"/>
          </p:cNvSpPr>
          <p:nvPr>
            <p:ph type="body" idx="1"/>
          </p:nvPr>
        </p:nvSpPr>
        <p:spPr/>
        <p:txBody>
          <a:bodyPr/>
          <a:lstStyle/>
          <a:p>
            <a:pPr marL="533400" indent="-533400">
              <a:lnSpc>
                <a:spcPct val="80000"/>
              </a:lnSpc>
              <a:buFont typeface="Wingdings" panose="05000000000000000000" pitchFamily="2" charset="2"/>
              <a:buNone/>
            </a:pPr>
            <a:r>
              <a:rPr lang="zh-CN" altLang="en-US" sz="2400"/>
              <a:t>二、规模收益</a:t>
            </a:r>
          </a:p>
          <a:p>
            <a:pPr marL="533400" indent="-533400">
              <a:lnSpc>
                <a:spcPct val="80000"/>
              </a:lnSpc>
              <a:buFont typeface="Wingdings" panose="05000000000000000000" pitchFamily="2" charset="2"/>
              <a:buNone/>
            </a:pPr>
            <a:r>
              <a:rPr lang="en-US" altLang="zh-CN" sz="2400"/>
              <a:t>1</a:t>
            </a:r>
            <a:r>
              <a:rPr lang="zh-CN" altLang="en-US" sz="2400"/>
              <a:t>、规模收益及其经济含义</a:t>
            </a:r>
          </a:p>
          <a:p>
            <a:pPr marL="533400" indent="-533400">
              <a:lnSpc>
                <a:spcPct val="80000"/>
              </a:lnSpc>
              <a:buFont typeface="Wingdings" panose="05000000000000000000" pitchFamily="2" charset="2"/>
              <a:buNone/>
            </a:pPr>
            <a:r>
              <a:rPr lang="en-US" altLang="zh-CN" sz="2400"/>
              <a:t>2</a:t>
            </a:r>
            <a:r>
              <a:rPr lang="zh-CN" altLang="en-US" sz="2400"/>
              <a:t>、收益率与规模收益的区别</a:t>
            </a:r>
          </a:p>
          <a:p>
            <a:pPr marL="533400" indent="-533400">
              <a:lnSpc>
                <a:spcPct val="80000"/>
              </a:lnSpc>
              <a:buFont typeface="Wingdings" panose="05000000000000000000" pitchFamily="2" charset="2"/>
              <a:buNone/>
            </a:pPr>
            <a:r>
              <a:rPr lang="zh-CN" altLang="en-US" sz="2400"/>
              <a:t>三、等产量线与投入间的替代效果</a:t>
            </a:r>
          </a:p>
          <a:p>
            <a:pPr marL="533400" indent="-533400">
              <a:lnSpc>
                <a:spcPct val="80000"/>
              </a:lnSpc>
              <a:buFont typeface="Wingdings" panose="05000000000000000000" pitchFamily="2" charset="2"/>
              <a:buNone/>
            </a:pPr>
            <a:r>
              <a:rPr lang="en-US" altLang="zh-CN" sz="2400"/>
              <a:t>1</a:t>
            </a:r>
            <a:r>
              <a:rPr lang="zh-CN" altLang="en-US" sz="2400"/>
              <a:t>、等产量线</a:t>
            </a:r>
          </a:p>
          <a:p>
            <a:pPr marL="533400" indent="-533400">
              <a:lnSpc>
                <a:spcPct val="80000"/>
              </a:lnSpc>
              <a:buFont typeface="Wingdings" panose="05000000000000000000" pitchFamily="2" charset="2"/>
              <a:buNone/>
            </a:pPr>
            <a:r>
              <a:rPr lang="en-US" altLang="zh-CN" sz="2400"/>
              <a:t>2</a:t>
            </a:r>
            <a:r>
              <a:rPr lang="zh-CN" altLang="en-US" sz="2400"/>
              <a:t>、生产投入之间的替代</a:t>
            </a:r>
          </a:p>
          <a:p>
            <a:pPr marL="533400" indent="-533400">
              <a:lnSpc>
                <a:spcPct val="80000"/>
              </a:lnSpc>
              <a:buFont typeface="Wingdings" panose="05000000000000000000" pitchFamily="2" charset="2"/>
              <a:buNone/>
            </a:pPr>
            <a:r>
              <a:rPr lang="zh-CN" altLang="en-US" sz="2400"/>
              <a:t>（</a:t>
            </a:r>
            <a:r>
              <a:rPr lang="en-US" altLang="zh-CN" sz="2400"/>
              <a:t>1</a:t>
            </a:r>
            <a:r>
              <a:rPr lang="zh-CN" altLang="en-US" sz="2400"/>
              <a:t>）投入的边际技术替代率</a:t>
            </a:r>
          </a:p>
          <a:p>
            <a:pPr marL="533400" indent="-533400">
              <a:lnSpc>
                <a:spcPct val="80000"/>
              </a:lnSpc>
              <a:buFont typeface="Wingdings" panose="05000000000000000000" pitchFamily="2" charset="2"/>
              <a:buNone/>
            </a:pPr>
            <a:r>
              <a:rPr lang="zh-CN" altLang="en-US" sz="2400"/>
              <a:t>（</a:t>
            </a:r>
            <a:r>
              <a:rPr lang="en-US" altLang="zh-CN" sz="2400"/>
              <a:t>2</a:t>
            </a:r>
            <a:r>
              <a:rPr lang="zh-CN" altLang="en-US" sz="2400"/>
              <a:t>）边际技术替代率的递减特性</a:t>
            </a:r>
          </a:p>
          <a:p>
            <a:pPr marL="533400" indent="-533400">
              <a:lnSpc>
                <a:spcPct val="80000"/>
              </a:lnSpc>
              <a:buFont typeface="Wingdings" panose="05000000000000000000" pitchFamily="2" charset="2"/>
              <a:buNone/>
            </a:pPr>
            <a:r>
              <a:rPr lang="zh-CN" altLang="en-US" sz="2400"/>
              <a:t>（</a:t>
            </a:r>
            <a:r>
              <a:rPr lang="en-US" altLang="zh-CN" sz="2400"/>
              <a:t>3</a:t>
            </a:r>
            <a:r>
              <a:rPr lang="zh-CN" altLang="en-US" sz="2400"/>
              <a:t>）投入之间的替代弹性</a:t>
            </a:r>
          </a:p>
          <a:p>
            <a:pPr marL="914400" lvl="1" indent="-457200">
              <a:lnSpc>
                <a:spcPct val="80000"/>
              </a:lnSpc>
            </a:pPr>
            <a:r>
              <a:rPr lang="zh-CN" altLang="en-US" sz="2000"/>
              <a:t>投入的完全替代</a:t>
            </a:r>
          </a:p>
          <a:p>
            <a:pPr marL="914400" lvl="1" indent="-457200">
              <a:lnSpc>
                <a:spcPct val="80000"/>
              </a:lnSpc>
            </a:pPr>
            <a:r>
              <a:rPr lang="zh-CN" altLang="en-US" sz="2000"/>
              <a:t>投入的不可替代</a:t>
            </a:r>
          </a:p>
          <a:p>
            <a:pPr marL="914400" lvl="1" indent="-457200">
              <a:lnSpc>
                <a:spcPct val="80000"/>
              </a:lnSpc>
            </a:pPr>
            <a:r>
              <a:rPr lang="zh-CN" altLang="en-US" sz="2000"/>
              <a:t>投入的不完全替代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 calcmode="lin" valueType="num">
                                      <p:cBhvr additive="base">
                                        <p:cTn id="19"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2291">
                                            <p:txEl>
                                              <p:pRg st="3" end="3"/>
                                            </p:txEl>
                                          </p:spTgt>
                                        </p:tgtEl>
                                        <p:attrNameLst>
                                          <p:attrName>style.visibility</p:attrName>
                                        </p:attrNameLst>
                                      </p:cBhvr>
                                      <p:to>
                                        <p:strVal val="visible"/>
                                      </p:to>
                                    </p:set>
                                    <p:anim calcmode="lin" valueType="num">
                                      <p:cBhvr additive="base">
                                        <p:cTn id="25" dur="5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2291">
                                            <p:txEl>
                                              <p:pRg st="4" end="4"/>
                                            </p:txEl>
                                          </p:spTgt>
                                        </p:tgtEl>
                                        <p:attrNameLst>
                                          <p:attrName>style.visibility</p:attrName>
                                        </p:attrNameLst>
                                      </p:cBhvr>
                                      <p:to>
                                        <p:strVal val="visible"/>
                                      </p:to>
                                    </p:set>
                                    <p:anim calcmode="lin" valueType="num">
                                      <p:cBhvr additive="base">
                                        <p:cTn id="31" dur="5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2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2291">
                                            <p:txEl>
                                              <p:pRg st="5" end="5"/>
                                            </p:txEl>
                                          </p:spTgt>
                                        </p:tgtEl>
                                        <p:attrNameLst>
                                          <p:attrName>style.visibility</p:attrName>
                                        </p:attrNameLst>
                                      </p:cBhvr>
                                      <p:to>
                                        <p:strVal val="visible"/>
                                      </p:to>
                                    </p:set>
                                    <p:anim calcmode="lin" valueType="num">
                                      <p:cBhvr additive="base">
                                        <p:cTn id="37" dur="500" fill="hold"/>
                                        <p:tgtEl>
                                          <p:spTgt spid="1229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2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2291">
                                            <p:txEl>
                                              <p:pRg st="6" end="6"/>
                                            </p:txEl>
                                          </p:spTgt>
                                        </p:tgtEl>
                                        <p:attrNameLst>
                                          <p:attrName>style.visibility</p:attrName>
                                        </p:attrNameLst>
                                      </p:cBhvr>
                                      <p:to>
                                        <p:strVal val="visible"/>
                                      </p:to>
                                    </p:set>
                                    <p:anim calcmode="lin" valueType="num">
                                      <p:cBhvr additive="base">
                                        <p:cTn id="43" dur="500" fill="hold"/>
                                        <p:tgtEl>
                                          <p:spTgt spid="1229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29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2291">
                                            <p:txEl>
                                              <p:pRg st="7" end="7"/>
                                            </p:txEl>
                                          </p:spTgt>
                                        </p:tgtEl>
                                        <p:attrNameLst>
                                          <p:attrName>style.visibility</p:attrName>
                                        </p:attrNameLst>
                                      </p:cBhvr>
                                      <p:to>
                                        <p:strVal val="visible"/>
                                      </p:to>
                                    </p:set>
                                    <p:anim calcmode="lin" valueType="num">
                                      <p:cBhvr additive="base">
                                        <p:cTn id="49" dur="500" fill="hold"/>
                                        <p:tgtEl>
                                          <p:spTgt spid="1229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29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12291">
                                            <p:txEl>
                                              <p:pRg st="8" end="8"/>
                                            </p:txEl>
                                          </p:spTgt>
                                        </p:tgtEl>
                                        <p:attrNameLst>
                                          <p:attrName>style.visibility</p:attrName>
                                        </p:attrNameLst>
                                      </p:cBhvr>
                                      <p:to>
                                        <p:strVal val="visible"/>
                                      </p:to>
                                    </p:set>
                                    <p:anim calcmode="lin" valueType="num">
                                      <p:cBhvr additive="base">
                                        <p:cTn id="55" dur="500" fill="hold"/>
                                        <p:tgtEl>
                                          <p:spTgt spid="12291">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2291">
                                            <p:txEl>
                                              <p:pRg st="8" end="8"/>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2291">
                                            <p:txEl>
                                              <p:pRg st="9" end="9"/>
                                            </p:txEl>
                                          </p:spTgt>
                                        </p:tgtEl>
                                        <p:attrNameLst>
                                          <p:attrName>style.visibility</p:attrName>
                                        </p:attrNameLst>
                                      </p:cBhvr>
                                      <p:to>
                                        <p:strVal val="visible"/>
                                      </p:to>
                                    </p:set>
                                    <p:anim calcmode="lin" valueType="num">
                                      <p:cBhvr additive="base">
                                        <p:cTn id="59" dur="500" fill="hold"/>
                                        <p:tgtEl>
                                          <p:spTgt spid="12291">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291">
                                            <p:txEl>
                                              <p:pRg st="9" end="9"/>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2291">
                                            <p:txEl>
                                              <p:pRg st="10" end="10"/>
                                            </p:txEl>
                                          </p:spTgt>
                                        </p:tgtEl>
                                        <p:attrNameLst>
                                          <p:attrName>style.visibility</p:attrName>
                                        </p:attrNameLst>
                                      </p:cBhvr>
                                      <p:to>
                                        <p:strVal val="visible"/>
                                      </p:to>
                                    </p:set>
                                    <p:anim calcmode="lin" valueType="num">
                                      <p:cBhvr additive="base">
                                        <p:cTn id="63" dur="500" fill="hold"/>
                                        <p:tgtEl>
                                          <p:spTgt spid="12291">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2291">
                                            <p:txEl>
                                              <p:pRg st="10" end="10"/>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2291">
                                            <p:txEl>
                                              <p:pRg st="11" end="11"/>
                                            </p:txEl>
                                          </p:spTgt>
                                        </p:tgtEl>
                                        <p:attrNameLst>
                                          <p:attrName>style.visibility</p:attrName>
                                        </p:attrNameLst>
                                      </p:cBhvr>
                                      <p:to>
                                        <p:strVal val="visible"/>
                                      </p:to>
                                    </p:set>
                                    <p:anim calcmode="lin" valueType="num">
                                      <p:cBhvr additive="base">
                                        <p:cTn id="67" dur="500" fill="hold"/>
                                        <p:tgtEl>
                                          <p:spTgt spid="12291">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229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98885C4-2CE4-D96E-1CA4-E7AFABAAB64E}"/>
              </a:ext>
            </a:extLst>
          </p:cNvPr>
          <p:cNvSpPr>
            <a:spLocks noGrp="1" noRot="1" noChangeArrowheads="1"/>
          </p:cNvSpPr>
          <p:nvPr>
            <p:ph type="title"/>
          </p:nvPr>
        </p:nvSpPr>
        <p:spPr/>
        <p:txBody>
          <a:bodyPr/>
          <a:lstStyle/>
          <a:p>
            <a:endParaRPr lang="zh-CN" altLang="zh-CN"/>
          </a:p>
        </p:txBody>
      </p:sp>
      <p:sp>
        <p:nvSpPr>
          <p:cNvPr id="14339" name="Rectangle 3">
            <a:extLst>
              <a:ext uri="{FF2B5EF4-FFF2-40B4-BE49-F238E27FC236}">
                <a16:creationId xmlns:a16="http://schemas.microsoft.com/office/drawing/2014/main" id="{282DE678-49BD-4657-20B5-BFC80AFD1E86}"/>
              </a:ext>
            </a:extLst>
          </p:cNvPr>
          <p:cNvSpPr>
            <a:spLocks noGrp="1" noRot="1" noChangeArrowheads="1"/>
          </p:cNvSpPr>
          <p:nvPr>
            <p:ph type="body" idx="1"/>
          </p:nvPr>
        </p:nvSpPr>
        <p:spPr/>
        <p:txBody>
          <a:bodyPr/>
          <a:lstStyle/>
          <a:p>
            <a:pPr algn="ctr">
              <a:buFont typeface="Wingdings" panose="05000000000000000000" pitchFamily="2" charset="2"/>
              <a:buNone/>
            </a:pPr>
            <a:r>
              <a:rPr lang="zh-CN" altLang="en-US" sz="2000"/>
              <a:t>在一些行业中每</a:t>
            </a:r>
            <a:r>
              <a:rPr lang="en-US" altLang="zh-CN" sz="2000"/>
              <a:t>1</a:t>
            </a:r>
            <a:r>
              <a:rPr lang="zh-CN" altLang="en-US" sz="2000"/>
              <a:t>美元增加值的能源消耗</a:t>
            </a:r>
          </a:p>
        </p:txBody>
      </p:sp>
      <p:graphicFrame>
        <p:nvGraphicFramePr>
          <p:cNvPr id="14401" name="Group 65">
            <a:extLst>
              <a:ext uri="{FF2B5EF4-FFF2-40B4-BE49-F238E27FC236}">
                <a16:creationId xmlns:a16="http://schemas.microsoft.com/office/drawing/2014/main" id="{24046818-3D86-5A4B-E8F5-85E7CE888DAF}"/>
              </a:ext>
            </a:extLst>
          </p:cNvPr>
          <p:cNvGraphicFramePr>
            <a:graphicFrameLocks noGrp="1"/>
          </p:cNvGraphicFramePr>
          <p:nvPr/>
        </p:nvGraphicFramePr>
        <p:xfrm>
          <a:off x="468313" y="2133600"/>
          <a:ext cx="8064500" cy="2433638"/>
        </p:xfrm>
        <a:graphic>
          <a:graphicData uri="http://schemas.openxmlformats.org/drawingml/2006/table">
            <a:tbl>
              <a:tblPr/>
              <a:tblGrid>
                <a:gridCol w="1008062">
                  <a:extLst>
                    <a:ext uri="{9D8B030D-6E8A-4147-A177-3AD203B41FA5}">
                      <a16:colId xmlns:a16="http://schemas.microsoft.com/office/drawing/2014/main" val="3794740027"/>
                    </a:ext>
                  </a:extLst>
                </a:gridCol>
                <a:gridCol w="1511300">
                  <a:extLst>
                    <a:ext uri="{9D8B030D-6E8A-4147-A177-3AD203B41FA5}">
                      <a16:colId xmlns:a16="http://schemas.microsoft.com/office/drawing/2014/main" val="2566550040"/>
                    </a:ext>
                  </a:extLst>
                </a:gridCol>
                <a:gridCol w="863600">
                  <a:extLst>
                    <a:ext uri="{9D8B030D-6E8A-4147-A177-3AD203B41FA5}">
                      <a16:colId xmlns:a16="http://schemas.microsoft.com/office/drawing/2014/main" val="3991668154"/>
                    </a:ext>
                  </a:extLst>
                </a:gridCol>
                <a:gridCol w="1225550">
                  <a:extLst>
                    <a:ext uri="{9D8B030D-6E8A-4147-A177-3AD203B41FA5}">
                      <a16:colId xmlns:a16="http://schemas.microsoft.com/office/drawing/2014/main" val="964474783"/>
                    </a:ext>
                  </a:extLst>
                </a:gridCol>
                <a:gridCol w="1366838">
                  <a:extLst>
                    <a:ext uri="{9D8B030D-6E8A-4147-A177-3AD203B41FA5}">
                      <a16:colId xmlns:a16="http://schemas.microsoft.com/office/drawing/2014/main" val="1546867470"/>
                    </a:ext>
                  </a:extLst>
                </a:gridCol>
                <a:gridCol w="1152525">
                  <a:extLst>
                    <a:ext uri="{9D8B030D-6E8A-4147-A177-3AD203B41FA5}">
                      <a16:colId xmlns:a16="http://schemas.microsoft.com/office/drawing/2014/main" val="361459582"/>
                    </a:ext>
                  </a:extLst>
                </a:gridCol>
                <a:gridCol w="936625">
                  <a:extLst>
                    <a:ext uri="{9D8B030D-6E8A-4147-A177-3AD203B41FA5}">
                      <a16:colId xmlns:a16="http://schemas.microsoft.com/office/drawing/2014/main" val="1183706249"/>
                    </a:ext>
                  </a:extLst>
                </a:gridCol>
              </a:tblGrid>
              <a:tr h="617538">
                <a:tc rowSpan="2">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年份</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6">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部门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101396098"/>
                  </a:ext>
                </a:extLst>
              </a:tr>
              <a:tr h="461963">
                <a:tc vMerge="1">
                  <a:txBody>
                    <a:bodyPr/>
                    <a:lstStyle/>
                    <a:p>
                      <a:endParaRPr lang="zh-CN" altLang="en-US"/>
                    </a:p>
                  </a:txBody>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所有制造业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纸</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有机化学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石油提炼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钢</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铝</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00396187"/>
                  </a:ext>
                </a:extLst>
              </a:tr>
              <a:tr h="1354138">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1971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1977</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％变化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52.5</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42.3</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316.2</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308.7</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277.9</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193.9</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-30.2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631.4</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573.4</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314.7</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282.7</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418.5</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379.9</a:t>
                      </a:r>
                    </a:p>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087136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B4FB787-4081-6DB7-9845-2C5AD83EAFEC}"/>
              </a:ext>
            </a:extLst>
          </p:cNvPr>
          <p:cNvSpPr>
            <a:spLocks noGrp="1" noRot="1" noChangeArrowheads="1"/>
          </p:cNvSpPr>
          <p:nvPr>
            <p:ph type="title"/>
          </p:nvPr>
        </p:nvSpPr>
        <p:spPr/>
        <p:txBody>
          <a:bodyPr/>
          <a:lstStyle/>
          <a:p>
            <a:endParaRPr lang="zh-CN" altLang="zh-CN"/>
          </a:p>
        </p:txBody>
      </p:sp>
      <p:sp>
        <p:nvSpPr>
          <p:cNvPr id="13315" name="Rectangle 3">
            <a:extLst>
              <a:ext uri="{FF2B5EF4-FFF2-40B4-BE49-F238E27FC236}">
                <a16:creationId xmlns:a16="http://schemas.microsoft.com/office/drawing/2014/main" id="{954B7D5B-20AA-D385-A81C-80448F7B2E64}"/>
              </a:ext>
            </a:extLst>
          </p:cNvPr>
          <p:cNvSpPr>
            <a:spLocks noGrp="1" noRot="1" noChangeArrowheads="1"/>
          </p:cNvSpPr>
          <p:nvPr>
            <p:ph type="body" idx="1"/>
          </p:nvPr>
        </p:nvSpPr>
        <p:spPr/>
        <p:txBody>
          <a:bodyPr/>
          <a:lstStyle/>
          <a:p>
            <a:pPr>
              <a:buFont typeface="Wingdings" panose="05000000000000000000" pitchFamily="2" charset="2"/>
              <a:buNone/>
            </a:pPr>
            <a:r>
              <a:rPr lang="en-US" altLang="zh-CN"/>
              <a:t>3</a:t>
            </a:r>
            <a:r>
              <a:rPr lang="zh-CN" altLang="en-US"/>
              <a:t>、等产量线的性质</a:t>
            </a:r>
          </a:p>
          <a:p>
            <a:pPr>
              <a:buFont typeface="Wingdings" panose="05000000000000000000" pitchFamily="2" charset="2"/>
              <a:buNone/>
            </a:pPr>
            <a:r>
              <a:rPr lang="zh-CN" altLang="en-US"/>
              <a:t>（</a:t>
            </a:r>
            <a:r>
              <a:rPr lang="en-US" altLang="zh-CN"/>
              <a:t>1</a:t>
            </a:r>
            <a:r>
              <a:rPr lang="zh-CN" altLang="en-US"/>
              <a:t>）从左到右向下倾斜</a:t>
            </a:r>
          </a:p>
          <a:p>
            <a:pPr>
              <a:buFont typeface="Wingdings" panose="05000000000000000000" pitchFamily="2" charset="2"/>
              <a:buNone/>
            </a:pPr>
            <a:r>
              <a:rPr lang="zh-CN" altLang="en-US"/>
              <a:t>（</a:t>
            </a:r>
            <a:r>
              <a:rPr lang="en-US" altLang="zh-CN"/>
              <a:t>2</a:t>
            </a:r>
            <a:r>
              <a:rPr lang="zh-CN" altLang="en-US"/>
              <a:t>）凸性</a:t>
            </a:r>
          </a:p>
          <a:p>
            <a:pPr>
              <a:buFont typeface="Wingdings" panose="05000000000000000000" pitchFamily="2" charset="2"/>
              <a:buNone/>
            </a:pPr>
            <a:r>
              <a:rPr lang="zh-CN" altLang="en-US"/>
              <a:t>（</a:t>
            </a:r>
            <a:r>
              <a:rPr lang="en-US" altLang="zh-CN"/>
              <a:t>3</a:t>
            </a:r>
            <a:r>
              <a:rPr lang="zh-CN" altLang="en-US"/>
              <a:t>）不相交性</a:t>
            </a:r>
          </a:p>
          <a:p>
            <a:pPr>
              <a:buFont typeface="Wingdings" panose="05000000000000000000" pitchFamily="2" charset="2"/>
              <a:buNone/>
            </a:pPr>
            <a:r>
              <a:rPr lang="zh-CN" altLang="en-US"/>
              <a:t>（</a:t>
            </a:r>
            <a:r>
              <a:rPr lang="en-US" altLang="zh-CN"/>
              <a:t>4</a:t>
            </a:r>
            <a:r>
              <a:rPr lang="zh-CN" altLang="en-US"/>
              <a:t>）生产的经济区域与不经济区域</a:t>
            </a:r>
          </a:p>
          <a:p>
            <a:pPr>
              <a:buFont typeface="Wingdings" panose="05000000000000000000" pitchFamily="2" charset="2"/>
              <a:buNone/>
            </a:pPr>
            <a:r>
              <a:rPr lang="zh-CN" altLang="en-US"/>
              <a:t>（</a:t>
            </a:r>
            <a:r>
              <a:rPr lang="en-US" altLang="zh-CN"/>
              <a:t>5</a:t>
            </a:r>
            <a:r>
              <a:rPr lang="zh-CN" altLang="en-US"/>
              <a:t>）等产量线与规模收益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 calcmode="lin" valueType="num">
                                      <p:cBhvr additive="base">
                                        <p:cTn id="25"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3315">
                                            <p:txEl>
                                              <p:pRg st="4" end="4"/>
                                            </p:txEl>
                                          </p:spTgt>
                                        </p:tgtEl>
                                        <p:attrNameLst>
                                          <p:attrName>style.visibility</p:attrName>
                                        </p:attrNameLst>
                                      </p:cBhvr>
                                      <p:to>
                                        <p:strVal val="visible"/>
                                      </p:to>
                                    </p:set>
                                    <p:anim calcmode="lin" valueType="num">
                                      <p:cBhvr additive="base">
                                        <p:cTn id="31"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3315">
                                            <p:txEl>
                                              <p:pRg st="5" end="5"/>
                                            </p:txEl>
                                          </p:spTgt>
                                        </p:tgtEl>
                                        <p:attrNameLst>
                                          <p:attrName>style.visibility</p:attrName>
                                        </p:attrNameLst>
                                      </p:cBhvr>
                                      <p:to>
                                        <p:strVal val="visible"/>
                                      </p:to>
                                    </p:set>
                                    <p:anim calcmode="lin" valueType="num">
                                      <p:cBhvr additive="base">
                                        <p:cTn id="37" dur="500" fill="hold"/>
                                        <p:tgtEl>
                                          <p:spTgt spid="133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447F83C-0461-470D-22E0-A58828CFD6FA}"/>
              </a:ext>
            </a:extLst>
          </p:cNvPr>
          <p:cNvSpPr>
            <a:spLocks noGrp="1" noRot="1" noChangeArrowheads="1"/>
          </p:cNvSpPr>
          <p:nvPr>
            <p:ph type="ctrTitle"/>
          </p:nvPr>
        </p:nvSpPr>
        <p:spPr/>
        <p:txBody>
          <a:bodyPr/>
          <a:lstStyle/>
          <a:p>
            <a:r>
              <a:rPr lang="zh-CN" altLang="en-US"/>
              <a:t>第</a:t>
            </a:r>
            <a:r>
              <a:rPr lang="en-US" altLang="zh-CN"/>
              <a:t>6</a:t>
            </a:r>
            <a:r>
              <a:rPr lang="zh-CN" altLang="en-US"/>
              <a:t>章   生产函数及其应用</a:t>
            </a:r>
          </a:p>
        </p:txBody>
      </p:sp>
      <p:sp>
        <p:nvSpPr>
          <p:cNvPr id="15363" name="Rectangle 3">
            <a:extLst>
              <a:ext uri="{FF2B5EF4-FFF2-40B4-BE49-F238E27FC236}">
                <a16:creationId xmlns:a16="http://schemas.microsoft.com/office/drawing/2014/main" id="{D5C8BF9C-D27A-8635-6629-46C576C2548C}"/>
              </a:ext>
            </a:extLst>
          </p:cNvPr>
          <p:cNvSpPr>
            <a:spLocks noGrp="1" noRot="1" noChangeArrowheads="1"/>
          </p:cNvSpPr>
          <p:nvPr>
            <p:ph type="subTitle" idx="1"/>
          </p:nvPr>
        </p:nvSpPr>
        <p:spPr>
          <a:xfrm>
            <a:off x="755650" y="3860800"/>
            <a:ext cx="7264400" cy="1897063"/>
          </a:xfrm>
        </p:spPr>
        <p:txBody>
          <a:bodyPr/>
          <a:lstStyle/>
          <a:p>
            <a:r>
              <a:rPr lang="zh-CN" altLang="en-US"/>
              <a:t>第</a:t>
            </a:r>
            <a:r>
              <a:rPr lang="en-US" altLang="zh-CN"/>
              <a:t>1</a:t>
            </a:r>
            <a:r>
              <a:rPr lang="zh-CN" altLang="en-US"/>
              <a:t>节  两种典型的生产函数及其特性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7061100-3313-5FEF-6049-E7088850DF52}"/>
              </a:ext>
            </a:extLst>
          </p:cNvPr>
          <p:cNvSpPr>
            <a:spLocks noGrp="1" noRot="1" noChangeArrowheads="1"/>
          </p:cNvSpPr>
          <p:nvPr>
            <p:ph type="title"/>
          </p:nvPr>
        </p:nvSpPr>
        <p:spPr/>
        <p:txBody>
          <a:bodyPr/>
          <a:lstStyle/>
          <a:p>
            <a:endParaRPr lang="zh-CN" altLang="zh-CN"/>
          </a:p>
        </p:txBody>
      </p:sp>
      <p:sp>
        <p:nvSpPr>
          <p:cNvPr id="16387" name="Rectangle 3">
            <a:extLst>
              <a:ext uri="{FF2B5EF4-FFF2-40B4-BE49-F238E27FC236}">
                <a16:creationId xmlns:a16="http://schemas.microsoft.com/office/drawing/2014/main" id="{3D384FFA-F7D8-6E6C-B97C-9F4CA2DCE2D2}"/>
              </a:ext>
            </a:extLst>
          </p:cNvPr>
          <p:cNvSpPr>
            <a:spLocks noGrp="1" noRot="1" noChangeArrowheads="1"/>
          </p:cNvSpPr>
          <p:nvPr>
            <p:ph type="body" idx="1"/>
          </p:nvPr>
        </p:nvSpPr>
        <p:spPr/>
        <p:txBody>
          <a:bodyPr/>
          <a:lstStyle/>
          <a:p>
            <a:pPr>
              <a:lnSpc>
                <a:spcPct val="90000"/>
              </a:lnSpc>
              <a:buFont typeface="Wingdings" panose="05000000000000000000" pitchFamily="2" charset="2"/>
              <a:buNone/>
            </a:pPr>
            <a:r>
              <a:rPr lang="zh-CN" altLang="en-US"/>
              <a:t>一、线性齐次函数</a:t>
            </a:r>
          </a:p>
          <a:p>
            <a:pPr>
              <a:lnSpc>
                <a:spcPct val="90000"/>
              </a:lnSpc>
              <a:buFont typeface="Wingdings" panose="05000000000000000000" pitchFamily="2" charset="2"/>
              <a:buNone/>
            </a:pPr>
            <a:r>
              <a:rPr lang="zh-CN" altLang="en-US"/>
              <a:t>   性质</a:t>
            </a:r>
            <a:r>
              <a:rPr lang="en-US" altLang="zh-CN"/>
              <a:t>1</a:t>
            </a:r>
            <a:r>
              <a:rPr lang="zh-CN" altLang="en-US"/>
              <a:t>：线性齐次函数代表的生产过程的规模收益不变。</a:t>
            </a:r>
          </a:p>
          <a:p>
            <a:pPr>
              <a:lnSpc>
                <a:spcPct val="90000"/>
              </a:lnSpc>
              <a:buFont typeface="Wingdings" panose="05000000000000000000" pitchFamily="2" charset="2"/>
              <a:buNone/>
            </a:pPr>
            <a:r>
              <a:rPr lang="zh-CN" altLang="en-US"/>
              <a:t>   性质</a:t>
            </a:r>
            <a:r>
              <a:rPr lang="en-US" altLang="zh-CN"/>
              <a:t>2</a:t>
            </a:r>
            <a:r>
              <a:rPr lang="zh-CN" altLang="en-US"/>
              <a:t>：线性齐次函数可写为以下形式：</a:t>
            </a:r>
          </a:p>
          <a:p>
            <a:pPr>
              <a:lnSpc>
                <a:spcPct val="90000"/>
              </a:lnSpc>
              <a:buFont typeface="Wingdings" panose="05000000000000000000" pitchFamily="2" charset="2"/>
              <a:buNone/>
            </a:pPr>
            <a:r>
              <a:rPr lang="zh-CN" altLang="en-US"/>
              <a:t>          </a:t>
            </a:r>
            <a:r>
              <a:rPr lang="en-US" altLang="zh-CN"/>
              <a:t>Q=Lg</a:t>
            </a:r>
            <a:r>
              <a:rPr lang="en-US" altLang="zh-CN" baseline="-25000"/>
              <a:t>1</a:t>
            </a:r>
            <a:r>
              <a:rPr lang="en-US" altLang="zh-CN"/>
              <a:t>(K/L)</a:t>
            </a:r>
            <a:r>
              <a:rPr lang="zh-CN" altLang="en-US"/>
              <a:t>＝</a:t>
            </a:r>
            <a:r>
              <a:rPr lang="en-US" altLang="zh-CN"/>
              <a:t>Kg</a:t>
            </a:r>
            <a:r>
              <a:rPr lang="en-US" altLang="zh-CN" baseline="-25000"/>
              <a:t>2</a:t>
            </a:r>
            <a:r>
              <a:rPr lang="en-US" altLang="zh-CN"/>
              <a:t>(L/K) </a:t>
            </a:r>
          </a:p>
          <a:p>
            <a:pPr>
              <a:lnSpc>
                <a:spcPct val="90000"/>
              </a:lnSpc>
              <a:buFont typeface="Wingdings" panose="05000000000000000000" pitchFamily="2" charset="2"/>
              <a:buNone/>
            </a:pPr>
            <a:r>
              <a:rPr lang="en-US" altLang="zh-CN"/>
              <a:t>   </a:t>
            </a:r>
            <a:r>
              <a:rPr lang="zh-CN" altLang="en-US"/>
              <a:t>性质</a:t>
            </a:r>
            <a:r>
              <a:rPr lang="en-US" altLang="zh-CN"/>
              <a:t>3</a:t>
            </a:r>
            <a:r>
              <a:rPr lang="zh-CN" altLang="en-US"/>
              <a:t>：</a:t>
            </a:r>
            <a:r>
              <a:rPr lang="en-US" altLang="zh-CN"/>
              <a:t>dQ/dL</a:t>
            </a:r>
            <a:r>
              <a:rPr lang="zh-CN" altLang="en-US"/>
              <a:t>，</a:t>
            </a:r>
            <a:r>
              <a:rPr lang="en-US" altLang="zh-CN"/>
              <a:t>dQ/dK</a:t>
            </a:r>
            <a:r>
              <a:rPr lang="zh-CN" altLang="en-US"/>
              <a:t>是</a:t>
            </a:r>
            <a:r>
              <a:rPr lang="en-US" altLang="zh-CN"/>
              <a:t>K/L</a:t>
            </a:r>
            <a:r>
              <a:rPr lang="zh-CN" altLang="en-US"/>
              <a:t>的函数。</a:t>
            </a:r>
          </a:p>
          <a:p>
            <a:pPr>
              <a:lnSpc>
                <a:spcPct val="90000"/>
              </a:lnSpc>
              <a:buFont typeface="Wingdings" panose="05000000000000000000" pitchFamily="2" charset="2"/>
              <a:buNone/>
            </a:pPr>
            <a:r>
              <a:rPr lang="zh-CN" altLang="en-US"/>
              <a:t>   性质</a:t>
            </a:r>
            <a:r>
              <a:rPr lang="en-US" altLang="zh-CN"/>
              <a:t>4</a:t>
            </a:r>
            <a:r>
              <a:rPr lang="zh-CN" altLang="en-US"/>
              <a:t>：劳动与资本的平均与边际产出仅取决于两投入之比，而不是投入量。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6387">
                                            <p:txEl>
                                              <p:pRg st="3" end="3"/>
                                            </p:txEl>
                                          </p:spTgt>
                                        </p:tgtEl>
                                        <p:attrNameLst>
                                          <p:attrName>style.visibility</p:attrName>
                                        </p:attrNameLst>
                                      </p:cBhvr>
                                      <p:to>
                                        <p:strVal val="visible"/>
                                      </p:to>
                                    </p:set>
                                    <p:anim calcmode="lin" valueType="num">
                                      <p:cBhvr additive="base">
                                        <p:cTn id="25" dur="500" fill="hold"/>
                                        <p:tgtEl>
                                          <p:spTgt spid="163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3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6387">
                                            <p:txEl>
                                              <p:pRg st="4" end="4"/>
                                            </p:txEl>
                                          </p:spTgt>
                                        </p:tgtEl>
                                        <p:attrNameLst>
                                          <p:attrName>style.visibility</p:attrName>
                                        </p:attrNameLst>
                                      </p:cBhvr>
                                      <p:to>
                                        <p:strVal val="visible"/>
                                      </p:to>
                                    </p:set>
                                    <p:anim calcmode="lin" valueType="num">
                                      <p:cBhvr additive="base">
                                        <p:cTn id="31" dur="500" fill="hold"/>
                                        <p:tgtEl>
                                          <p:spTgt spid="1638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3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6387">
                                            <p:txEl>
                                              <p:pRg st="5" end="5"/>
                                            </p:txEl>
                                          </p:spTgt>
                                        </p:tgtEl>
                                        <p:attrNameLst>
                                          <p:attrName>style.visibility</p:attrName>
                                        </p:attrNameLst>
                                      </p:cBhvr>
                                      <p:to>
                                        <p:strVal val="visible"/>
                                      </p:to>
                                    </p:set>
                                    <p:anim calcmode="lin" valueType="num">
                                      <p:cBhvr additive="base">
                                        <p:cTn id="37" dur="500" fill="hold"/>
                                        <p:tgtEl>
                                          <p:spTgt spid="1638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63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5C25B26-61D6-51C1-6382-EFA542CCEBC5}"/>
              </a:ext>
            </a:extLst>
          </p:cNvPr>
          <p:cNvSpPr>
            <a:spLocks noGrp="1" noRot="1" noChangeArrowheads="1"/>
          </p:cNvSpPr>
          <p:nvPr>
            <p:ph type="title"/>
          </p:nvPr>
        </p:nvSpPr>
        <p:spPr/>
        <p:txBody>
          <a:bodyPr/>
          <a:lstStyle/>
          <a:p>
            <a:endParaRPr lang="zh-CN" altLang="zh-CN"/>
          </a:p>
        </p:txBody>
      </p:sp>
      <p:sp>
        <p:nvSpPr>
          <p:cNvPr id="17411" name="Rectangle 3">
            <a:extLst>
              <a:ext uri="{FF2B5EF4-FFF2-40B4-BE49-F238E27FC236}">
                <a16:creationId xmlns:a16="http://schemas.microsoft.com/office/drawing/2014/main" id="{84D11FF2-B8BD-1782-6963-EAAC0E69FAD7}"/>
              </a:ext>
            </a:extLst>
          </p:cNvPr>
          <p:cNvSpPr>
            <a:spLocks noGrp="1" noRot="1" noChangeArrowheads="1"/>
          </p:cNvSpPr>
          <p:nvPr>
            <p:ph type="body" idx="1"/>
          </p:nvPr>
        </p:nvSpPr>
        <p:spPr/>
        <p:txBody>
          <a:bodyPr/>
          <a:lstStyle/>
          <a:p>
            <a:pPr>
              <a:buFont typeface="Wingdings" panose="05000000000000000000" pitchFamily="2" charset="2"/>
              <a:buNone/>
            </a:pPr>
            <a:r>
              <a:rPr lang="zh-CN" altLang="en-US"/>
              <a:t>二、柯布－道格拉斯生产函数</a:t>
            </a:r>
          </a:p>
          <a:p>
            <a:pPr>
              <a:buFont typeface="Wingdings" panose="05000000000000000000" pitchFamily="2" charset="2"/>
              <a:buNone/>
            </a:pPr>
            <a:r>
              <a:rPr lang="zh-CN" altLang="en-US"/>
              <a:t>   性质</a:t>
            </a:r>
            <a:r>
              <a:rPr lang="en-US" altLang="zh-CN"/>
              <a:t>1</a:t>
            </a:r>
            <a:r>
              <a:rPr lang="zh-CN" altLang="en-US"/>
              <a:t>：如果一种投入为</a:t>
            </a:r>
            <a:r>
              <a:rPr lang="en-US" altLang="zh-CN"/>
              <a:t>0</a:t>
            </a:r>
            <a:r>
              <a:rPr lang="zh-CN" altLang="en-US"/>
              <a:t>，产出也为</a:t>
            </a:r>
            <a:r>
              <a:rPr lang="en-US" altLang="zh-CN"/>
              <a:t>0</a:t>
            </a:r>
            <a:r>
              <a:rPr lang="zh-CN" altLang="en-US"/>
              <a:t>。</a:t>
            </a:r>
          </a:p>
          <a:p>
            <a:pPr>
              <a:buFont typeface="Wingdings" panose="05000000000000000000" pitchFamily="2" charset="2"/>
              <a:buNone/>
            </a:pPr>
            <a:r>
              <a:rPr lang="zh-CN" altLang="en-US"/>
              <a:t>   性质</a:t>
            </a:r>
            <a:r>
              <a:rPr lang="en-US" altLang="zh-CN"/>
              <a:t>2</a:t>
            </a:r>
            <a:r>
              <a:rPr lang="zh-CN" altLang="en-US"/>
              <a:t>：</a:t>
            </a:r>
            <a:r>
              <a:rPr lang="en-US" altLang="zh-CN"/>
              <a:t>α</a:t>
            </a:r>
            <a:r>
              <a:rPr lang="zh-CN" altLang="en-US"/>
              <a:t>和</a:t>
            </a:r>
            <a:r>
              <a:rPr lang="en-US" altLang="zh-CN"/>
              <a:t>β</a:t>
            </a:r>
            <a:r>
              <a:rPr lang="zh-CN" altLang="en-US"/>
              <a:t>分别是产出对于劳动和资本的偏弹性。</a:t>
            </a:r>
          </a:p>
          <a:p>
            <a:pPr>
              <a:buFont typeface="Wingdings" panose="05000000000000000000" pitchFamily="2" charset="2"/>
              <a:buNone/>
            </a:pPr>
            <a:r>
              <a:rPr lang="zh-CN" altLang="en-US"/>
              <a:t>   性质</a:t>
            </a:r>
            <a:r>
              <a:rPr lang="en-US" altLang="zh-CN"/>
              <a:t>3</a:t>
            </a:r>
            <a:r>
              <a:rPr lang="zh-CN" altLang="en-US"/>
              <a:t>：其规模收益取决于</a:t>
            </a:r>
            <a:r>
              <a:rPr lang="en-US" altLang="zh-CN"/>
              <a:t>α+β</a:t>
            </a:r>
            <a:r>
              <a:rPr lang="zh-CN" altLang="en-US"/>
              <a:t>的值。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7" dur="500"/>
                                        <p:tgtEl>
                                          <p:spTgt spid="17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22" dur="500"/>
                                        <p:tgtEl>
                                          <p:spTgt spid="17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F49752C-08F0-97DF-D581-D0A9F94A9625}"/>
              </a:ext>
            </a:extLst>
          </p:cNvPr>
          <p:cNvSpPr>
            <a:spLocks noGrp="1" noRot="1" noChangeArrowheads="1"/>
          </p:cNvSpPr>
          <p:nvPr>
            <p:ph type="title"/>
          </p:nvPr>
        </p:nvSpPr>
        <p:spPr/>
        <p:txBody>
          <a:bodyPr/>
          <a:lstStyle/>
          <a:p>
            <a:r>
              <a:rPr lang="zh-CN" altLang="en-US"/>
              <a:t>第二节  生产函数用于资源投</a:t>
            </a:r>
            <a:br>
              <a:rPr lang="zh-CN" altLang="en-US"/>
            </a:br>
            <a:r>
              <a:rPr lang="zh-CN" altLang="en-US"/>
              <a:t>            入最优决策分析</a:t>
            </a:r>
          </a:p>
        </p:txBody>
      </p:sp>
      <p:sp>
        <p:nvSpPr>
          <p:cNvPr id="18435" name="Rectangle 3">
            <a:extLst>
              <a:ext uri="{FF2B5EF4-FFF2-40B4-BE49-F238E27FC236}">
                <a16:creationId xmlns:a16="http://schemas.microsoft.com/office/drawing/2014/main" id="{1B5FCD76-BC12-8E3A-CBD1-10A1BAD2368B}"/>
              </a:ext>
            </a:extLst>
          </p:cNvPr>
          <p:cNvSpPr>
            <a:spLocks noGrp="1" noRot="1" noChangeArrowheads="1"/>
          </p:cNvSpPr>
          <p:nvPr>
            <p:ph type="body" idx="1"/>
          </p:nvPr>
        </p:nvSpPr>
        <p:spPr/>
        <p:txBody>
          <a:bodyPr/>
          <a:lstStyle/>
          <a:p>
            <a:pPr>
              <a:buFont typeface="Wingdings" panose="05000000000000000000" pitchFamily="2" charset="2"/>
              <a:buNone/>
            </a:pPr>
            <a:r>
              <a:rPr lang="zh-CN" altLang="en-US"/>
              <a:t>一、生产要素的最优利用</a:t>
            </a:r>
          </a:p>
          <a:p>
            <a:pPr>
              <a:buFont typeface="Wingdings" panose="05000000000000000000" pitchFamily="2" charset="2"/>
              <a:buNone/>
            </a:pPr>
            <a:r>
              <a:rPr lang="zh-CN" altLang="en-US" sz="2800"/>
              <a:t>   这种决策的基本原理是，我们应当使用追加的可变投入要素直到其最后</a:t>
            </a:r>
            <a:r>
              <a:rPr lang="en-US" altLang="zh-CN" sz="2800"/>
              <a:t>1</a:t>
            </a:r>
            <a:r>
              <a:rPr lang="zh-CN" altLang="en-US" sz="2800"/>
              <a:t>个单位的边际产量收入（</a:t>
            </a:r>
            <a:r>
              <a:rPr lang="en-US" altLang="zh-CN" sz="2800"/>
              <a:t>MRP</a:t>
            </a:r>
            <a:r>
              <a:rPr lang="zh-CN" altLang="en-US" sz="2800"/>
              <a:t>）与其成本相等。</a:t>
            </a:r>
          </a:p>
          <a:p>
            <a:pPr>
              <a:buFont typeface="Wingdings" panose="05000000000000000000" pitchFamily="2" charset="2"/>
              <a:buNone/>
            </a:pPr>
            <a:r>
              <a:rPr lang="zh-CN" altLang="en-US"/>
              <a:t>二、生产过程不同资源投入的最优组合</a:t>
            </a:r>
          </a:p>
          <a:p>
            <a:pPr>
              <a:buFont typeface="Wingdings" panose="05000000000000000000" pitchFamily="2" charset="2"/>
              <a:buNone/>
            </a:pPr>
            <a:r>
              <a:rPr lang="en-US" altLang="zh-CN"/>
              <a:t>1</a:t>
            </a:r>
            <a:r>
              <a:rPr lang="zh-CN" altLang="en-US"/>
              <a:t>、产出最大化－无资源约束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box(in)">
                                      <p:cBhvr>
                                        <p:cTn id="12" dur="500"/>
                                        <p:tgtEl>
                                          <p:spTgt spid="18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box(in)">
                                      <p:cBhvr>
                                        <p:cTn id="17" dur="500"/>
                                        <p:tgtEl>
                                          <p:spTgt spid="184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box(in)">
                                      <p:cBhvr>
                                        <p:cTn id="22"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A34FE6D-5200-C4ED-1F6D-624C392A8A8B}"/>
              </a:ext>
            </a:extLst>
          </p:cNvPr>
          <p:cNvSpPr>
            <a:spLocks noGrp="1" noRot="1" noChangeArrowheads="1"/>
          </p:cNvSpPr>
          <p:nvPr>
            <p:ph type="title"/>
          </p:nvPr>
        </p:nvSpPr>
        <p:spPr/>
        <p:txBody>
          <a:bodyPr/>
          <a:lstStyle/>
          <a:p>
            <a:endParaRPr lang="zh-CN" altLang="zh-CN"/>
          </a:p>
        </p:txBody>
      </p:sp>
      <p:sp>
        <p:nvSpPr>
          <p:cNvPr id="19459" name="Rectangle 3">
            <a:extLst>
              <a:ext uri="{FF2B5EF4-FFF2-40B4-BE49-F238E27FC236}">
                <a16:creationId xmlns:a16="http://schemas.microsoft.com/office/drawing/2014/main" id="{49BAD7EE-86D6-C970-6AF6-5CDB44F65241}"/>
              </a:ext>
            </a:extLst>
          </p:cNvPr>
          <p:cNvSpPr>
            <a:spLocks noGrp="1" noRot="1" noChangeArrowheads="1"/>
          </p:cNvSpPr>
          <p:nvPr>
            <p:ph type="body" idx="1"/>
          </p:nvPr>
        </p:nvSpPr>
        <p:spPr/>
        <p:txBody>
          <a:bodyPr/>
          <a:lstStyle/>
          <a:p>
            <a:pPr>
              <a:buFont typeface="Wingdings" panose="05000000000000000000" pitchFamily="2" charset="2"/>
              <a:buNone/>
            </a:pPr>
            <a:r>
              <a:rPr lang="en-US" altLang="zh-CN"/>
              <a:t>2</a:t>
            </a:r>
            <a:r>
              <a:rPr lang="zh-CN" altLang="en-US"/>
              <a:t>、产出最大化－资源约束</a:t>
            </a:r>
          </a:p>
          <a:p>
            <a:pPr>
              <a:buFont typeface="Wingdings" panose="05000000000000000000" pitchFamily="2" charset="2"/>
              <a:buNone/>
            </a:pPr>
            <a:r>
              <a:rPr lang="zh-CN" altLang="en-US"/>
              <a:t>（</a:t>
            </a:r>
            <a:r>
              <a:rPr lang="en-US" altLang="zh-CN"/>
              <a:t>1</a:t>
            </a:r>
            <a:r>
              <a:rPr lang="zh-CN" altLang="en-US"/>
              <a:t>）等成本曲线</a:t>
            </a:r>
          </a:p>
          <a:p>
            <a:pPr>
              <a:buFont typeface="Wingdings" panose="05000000000000000000" pitchFamily="2" charset="2"/>
              <a:buNone/>
            </a:pPr>
            <a:r>
              <a:rPr lang="zh-CN" altLang="en-US"/>
              <a:t>（</a:t>
            </a:r>
            <a:r>
              <a:rPr lang="en-US" altLang="zh-CN"/>
              <a:t>2</a:t>
            </a:r>
            <a:r>
              <a:rPr lang="zh-CN" altLang="en-US"/>
              <a:t>）两个投入要素的最优利用</a:t>
            </a:r>
          </a:p>
          <a:p>
            <a:pPr lvl="1"/>
            <a:r>
              <a:rPr lang="zh-CN" altLang="en-US" sz="3200"/>
              <a:t>  </a:t>
            </a:r>
            <a:r>
              <a:rPr lang="zh-CN" altLang="en-US"/>
              <a:t>产量一定情况下的成本最低问题</a:t>
            </a:r>
          </a:p>
          <a:p>
            <a:pPr lvl="1"/>
            <a:r>
              <a:rPr lang="zh-CN" altLang="en-US"/>
              <a:t>   给定预算约束下的产量最大问题</a:t>
            </a:r>
            <a:endParaRPr lang="zh-CN" altLang="en-US" sz="3200"/>
          </a:p>
          <a:p>
            <a:pPr lvl="1"/>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459">
                                            <p:txEl>
                                              <p:pRg st="3" end="3"/>
                                            </p:txEl>
                                          </p:spTgt>
                                        </p:tgtEl>
                                        <p:attrNameLst>
                                          <p:attrName>style.visibility</p:attrName>
                                        </p:attrNameLst>
                                      </p:cBhvr>
                                      <p:to>
                                        <p:strVal val="visible"/>
                                      </p:to>
                                    </p:set>
                                    <p:anim calcmode="lin" valueType="num">
                                      <p:cBhvr additive="base">
                                        <p:cTn id="23"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 calcmode="lin" valueType="num">
                                      <p:cBhvr additive="base">
                                        <p:cTn id="27"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719B6B6-79AB-545D-9E6F-9178E1291832}"/>
              </a:ext>
            </a:extLst>
          </p:cNvPr>
          <p:cNvSpPr>
            <a:spLocks noGrp="1" noRot="1" noChangeArrowheads="1"/>
          </p:cNvSpPr>
          <p:nvPr>
            <p:ph type="title"/>
          </p:nvPr>
        </p:nvSpPr>
        <p:spPr/>
        <p:txBody>
          <a:bodyPr/>
          <a:lstStyle/>
          <a:p>
            <a:endParaRPr lang="zh-CN" altLang="zh-CN"/>
          </a:p>
        </p:txBody>
      </p:sp>
      <p:sp>
        <p:nvSpPr>
          <p:cNvPr id="20483" name="Rectangle 3">
            <a:extLst>
              <a:ext uri="{FF2B5EF4-FFF2-40B4-BE49-F238E27FC236}">
                <a16:creationId xmlns:a16="http://schemas.microsoft.com/office/drawing/2014/main" id="{CDA0639F-11FF-8025-F5DC-69633846E954}"/>
              </a:ext>
            </a:extLst>
          </p:cNvPr>
          <p:cNvSpPr>
            <a:spLocks noGrp="1" noRot="1" noChangeArrowheads="1"/>
          </p:cNvSpPr>
          <p:nvPr>
            <p:ph type="body" idx="1"/>
          </p:nvPr>
        </p:nvSpPr>
        <p:spPr/>
        <p:txBody>
          <a:bodyPr/>
          <a:lstStyle/>
          <a:p>
            <a:pPr>
              <a:buFont typeface="Wingdings" panose="05000000000000000000" pitchFamily="2" charset="2"/>
              <a:buNone/>
            </a:pPr>
            <a:r>
              <a:rPr lang="en-US" altLang="zh-CN"/>
              <a:t>3</a:t>
            </a:r>
            <a:r>
              <a:rPr lang="zh-CN" altLang="en-US"/>
              <a:t>、利润最大化</a:t>
            </a:r>
          </a:p>
          <a:p>
            <a:pPr>
              <a:buFont typeface="Wingdings" panose="05000000000000000000" pitchFamily="2" charset="2"/>
              <a:buNone/>
            </a:pPr>
            <a:r>
              <a:rPr lang="en-US" altLang="zh-CN"/>
              <a:t>4</a:t>
            </a:r>
            <a:r>
              <a:rPr lang="zh-CN" altLang="en-US"/>
              <a:t>、生产扩大路线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CDESIGNN</Template>
  <TotalTime>178</TotalTime>
  <Words>765</Words>
  <Application>Microsoft Office PowerPoint</Application>
  <PresentationFormat>全屏显示(4:3)</PresentationFormat>
  <Paragraphs>116</Paragraphs>
  <Slides>15</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Arial</vt:lpstr>
      <vt:lpstr>宋体</vt:lpstr>
      <vt:lpstr>Wingdings</vt:lpstr>
      <vt:lpstr>Wingdings 2</vt:lpstr>
      <vt:lpstr>Tahoma</vt:lpstr>
      <vt:lpstr>吉祥如意</vt:lpstr>
      <vt:lpstr>第五章　　生产理论与生产函数 </vt:lpstr>
      <vt:lpstr>PowerPoint 演示文稿</vt:lpstr>
      <vt:lpstr>PowerPoint 演示文稿</vt:lpstr>
      <vt:lpstr>PowerPoint 演示文稿</vt:lpstr>
      <vt:lpstr>PowerPoint 演示文稿</vt:lpstr>
      <vt:lpstr>第二节  理论分析</vt:lpstr>
      <vt:lpstr>PowerPoint 演示文稿</vt:lpstr>
      <vt:lpstr>PowerPoint 演示文稿</vt:lpstr>
      <vt:lpstr>PowerPoint 演示文稿</vt:lpstr>
      <vt:lpstr>第6章   生产函数及其应用</vt:lpstr>
      <vt:lpstr>PowerPoint 演示文稿</vt:lpstr>
      <vt:lpstr>PowerPoint 演示文稿</vt:lpstr>
      <vt:lpstr>第二节  生产函数用于资源投             入最优决策分析</vt:lpstr>
      <vt:lpstr>PowerPoint 演示文稿</vt:lpstr>
      <vt:lpstr>PowerPoint 演示文稿</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生产理论与生产函数 </dc:title>
  <dc:creator>zjz</dc:creator>
  <cp:lastModifiedBy>先生 刘</cp:lastModifiedBy>
  <cp:revision>6</cp:revision>
  <dcterms:created xsi:type="dcterms:W3CDTF">2002-11-06T04:52:19Z</dcterms:created>
  <dcterms:modified xsi:type="dcterms:W3CDTF">2023-10-22T14:22:14Z</dcterms:modified>
</cp:coreProperties>
</file>