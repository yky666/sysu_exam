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3" r:id="rId1"/>
  </p:sldMasterIdLst>
  <p:notesMasterIdLst>
    <p:notesMasterId r:id="rId32"/>
  </p:notesMasterIdLst>
  <p:handoutMasterIdLst>
    <p:handoutMasterId r:id="rId33"/>
  </p:handoutMasterIdLst>
  <p:sldIdLst>
    <p:sldId id="256" r:id="rId2"/>
    <p:sldId id="258" r:id="rId3"/>
    <p:sldId id="391" r:id="rId4"/>
    <p:sldId id="393" r:id="rId5"/>
    <p:sldId id="394" r:id="rId6"/>
    <p:sldId id="395" r:id="rId7"/>
    <p:sldId id="396" r:id="rId8"/>
    <p:sldId id="397" r:id="rId9"/>
    <p:sldId id="398" r:id="rId10"/>
    <p:sldId id="399" r:id="rId11"/>
    <p:sldId id="419" r:id="rId12"/>
    <p:sldId id="402" r:id="rId13"/>
    <p:sldId id="403" r:id="rId14"/>
    <p:sldId id="420" r:id="rId15"/>
    <p:sldId id="426" r:id="rId16"/>
    <p:sldId id="404" r:id="rId17"/>
    <p:sldId id="405" r:id="rId18"/>
    <p:sldId id="407" r:id="rId19"/>
    <p:sldId id="421" r:id="rId20"/>
    <p:sldId id="424" r:id="rId21"/>
    <p:sldId id="423" r:id="rId22"/>
    <p:sldId id="425" r:id="rId23"/>
    <p:sldId id="408" r:id="rId24"/>
    <p:sldId id="409" r:id="rId25"/>
    <p:sldId id="410" r:id="rId26"/>
    <p:sldId id="411" r:id="rId27"/>
    <p:sldId id="412" r:id="rId28"/>
    <p:sldId id="413" r:id="rId29"/>
    <p:sldId id="414" r:id="rId30"/>
    <p:sldId id="418" r:id="rId31"/>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FF9900"/>
    <a:srgbClr val="00CC00"/>
    <a:srgbClr val="003300"/>
    <a:srgbClr val="007A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5" autoAdjust="0"/>
    <p:restoredTop sz="94561" autoAdjust="0"/>
  </p:normalViewPr>
  <p:slideViewPr>
    <p:cSldViewPr>
      <p:cViewPr varScale="1">
        <p:scale>
          <a:sx n="68" d="100"/>
          <a:sy n="68" d="100"/>
        </p:scale>
        <p:origin x="124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7482"/>
    </p:cViewPr>
  </p:sorterViewPr>
  <p:notesViewPr>
    <p:cSldViewPr>
      <p:cViewPr varScale="1">
        <p:scale>
          <a:sx n="45" d="100"/>
          <a:sy n="45" d="100"/>
        </p:scale>
        <p:origin x="-1440" y="-11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4219CEFA-5BEF-B201-BFAE-1CE33338B32F}"/>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153603" name="Rectangle 3">
            <a:extLst>
              <a:ext uri="{FF2B5EF4-FFF2-40B4-BE49-F238E27FC236}">
                <a16:creationId xmlns:a16="http://schemas.microsoft.com/office/drawing/2014/main" id="{30AC2743-D9B4-5CC6-6253-63F0DE4EF4C4}"/>
              </a:ext>
            </a:extLst>
          </p:cNvPr>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153604" name="Rectangle 4">
            <a:extLst>
              <a:ext uri="{FF2B5EF4-FFF2-40B4-BE49-F238E27FC236}">
                <a16:creationId xmlns:a16="http://schemas.microsoft.com/office/drawing/2014/main" id="{33AFEDEF-7026-4DC7-56B3-E7371B692E01}"/>
              </a:ext>
            </a:extLst>
          </p:cNvPr>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r>
              <a:rPr lang="en-US" altLang="zh-CN"/>
              <a:t>讲义制做：中山大学管理学院陈志祥</a:t>
            </a:r>
          </a:p>
        </p:txBody>
      </p:sp>
      <p:sp>
        <p:nvSpPr>
          <p:cNvPr id="153605" name="Rectangle 5">
            <a:extLst>
              <a:ext uri="{FF2B5EF4-FFF2-40B4-BE49-F238E27FC236}">
                <a16:creationId xmlns:a16="http://schemas.microsoft.com/office/drawing/2014/main" id="{EB6E7C0E-2EF9-14FC-29E0-13851D27B3F0}"/>
              </a:ext>
            </a:extLst>
          </p:cNvPr>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BDBF6C83-DE49-452B-9560-0869F0F7E8B2}" type="slidenum">
              <a:rPr lang="en-US" altLang="zh-CN"/>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0530" name="Rectangle 2">
            <a:extLst>
              <a:ext uri="{FF2B5EF4-FFF2-40B4-BE49-F238E27FC236}">
                <a16:creationId xmlns:a16="http://schemas.microsoft.com/office/drawing/2014/main" id="{FD9261DA-C991-AC9E-41D1-352E4C1E4F0F}"/>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150531" name="Rectangle 3">
            <a:extLst>
              <a:ext uri="{FF2B5EF4-FFF2-40B4-BE49-F238E27FC236}">
                <a16:creationId xmlns:a16="http://schemas.microsoft.com/office/drawing/2014/main" id="{DF7E20AF-463C-9334-73F6-ABB53A5B8033}"/>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150532" name="Rectangle 4">
            <a:extLst>
              <a:ext uri="{FF2B5EF4-FFF2-40B4-BE49-F238E27FC236}">
                <a16:creationId xmlns:a16="http://schemas.microsoft.com/office/drawing/2014/main" id="{67D55B11-13EB-4AA7-03E6-8F88665D7FA1}"/>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50533" name="Rectangle 5">
            <a:extLst>
              <a:ext uri="{FF2B5EF4-FFF2-40B4-BE49-F238E27FC236}">
                <a16:creationId xmlns:a16="http://schemas.microsoft.com/office/drawing/2014/main" id="{87DDBCAB-F511-E2A7-5281-46DF83E4E6F1}"/>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50534" name="Rectangle 6">
            <a:extLst>
              <a:ext uri="{FF2B5EF4-FFF2-40B4-BE49-F238E27FC236}">
                <a16:creationId xmlns:a16="http://schemas.microsoft.com/office/drawing/2014/main" id="{1114C871-5EA0-AAF4-B646-E5B973C0D5E6}"/>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r>
              <a:rPr lang="en-US" altLang="zh-CN"/>
              <a:t>讲义制做：中山大学管理学院陈志祥</a:t>
            </a:r>
          </a:p>
        </p:txBody>
      </p:sp>
      <p:sp>
        <p:nvSpPr>
          <p:cNvPr id="150535" name="Rectangle 7">
            <a:extLst>
              <a:ext uri="{FF2B5EF4-FFF2-40B4-BE49-F238E27FC236}">
                <a16:creationId xmlns:a16="http://schemas.microsoft.com/office/drawing/2014/main" id="{C891618A-42AC-BF7E-79A9-21F6B7215244}"/>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CB60F9B0-F50D-47B9-9D77-4873380C9304}" type="slidenum">
              <a:rPr lang="en-US" altLang="zh-CN"/>
              <a:pPr/>
              <a:t>‹#›</a:t>
            </a:fld>
            <a:endParaRPr lang="en-US" altLang="zh-CN"/>
          </a:p>
        </p:txBody>
      </p:sp>
    </p:spTree>
  </p:cSld>
  <p:clrMap bg1="lt1" tx1="dk1" bg2="lt2" tx2="dk2" accent1="accent1" accent2="accent2" accent3="accent3" accent4="accent4" accent5="accent5" accent6="accent6" hlink="hlink" folHlink="folHlink"/>
  <p:hf hdr="0" dt="0"/>
  <p:notesStyle>
    <a:lvl1pPr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65218" name="Group 2">
            <a:extLst>
              <a:ext uri="{FF2B5EF4-FFF2-40B4-BE49-F238E27FC236}">
                <a16:creationId xmlns:a16="http://schemas.microsoft.com/office/drawing/2014/main" id="{052C7384-6DDD-A7FA-9468-02A45562966B}"/>
              </a:ext>
            </a:extLst>
          </p:cNvPr>
          <p:cNvGrpSpPr>
            <a:grpSpLocks/>
          </p:cNvGrpSpPr>
          <p:nvPr/>
        </p:nvGrpSpPr>
        <p:grpSpPr bwMode="auto">
          <a:xfrm>
            <a:off x="-6350" y="20638"/>
            <a:ext cx="9144000" cy="6858000"/>
            <a:chOff x="0" y="0"/>
            <a:chExt cx="5760" cy="4320"/>
          </a:xfrm>
        </p:grpSpPr>
        <p:sp>
          <p:nvSpPr>
            <p:cNvPr id="265219" name="Freeform 3">
              <a:extLst>
                <a:ext uri="{FF2B5EF4-FFF2-40B4-BE49-F238E27FC236}">
                  <a16:creationId xmlns:a16="http://schemas.microsoft.com/office/drawing/2014/main" id="{44D6B2F4-5B70-338E-D5F1-52ADCB732CF0}"/>
                </a:ext>
              </a:extLst>
            </p:cNvPr>
            <p:cNvSpPr>
              <a:spLocks/>
            </p:cNvSpPr>
            <p:nvPr/>
          </p:nvSpPr>
          <p:spPr bwMode="hidden">
            <a:xfrm>
              <a:off x="0" y="3072"/>
              <a:ext cx="5760" cy="1248"/>
            </a:xfrm>
            <a:custGeom>
              <a:avLst/>
              <a:gdLst>
                <a:gd name="T0" fmla="*/ 6027 w 6027"/>
                <a:gd name="T1" fmla="*/ 2296 h 2296"/>
                <a:gd name="T2" fmla="*/ 0 w 6027"/>
                <a:gd name="T3" fmla="*/ 2296 h 2296"/>
                <a:gd name="T4" fmla="*/ 0 w 6027"/>
                <a:gd name="T5" fmla="*/ 0 h 2296"/>
                <a:gd name="T6" fmla="*/ 6027 w 6027"/>
                <a:gd name="T7" fmla="*/ 0 h 2296"/>
                <a:gd name="T8" fmla="*/ 6027 w 6027"/>
                <a:gd name="T9" fmla="*/ 2296 h 2296"/>
                <a:gd name="T10" fmla="*/ 6027 w 6027"/>
                <a:gd name="T11" fmla="*/ 2296 h 2296"/>
              </a:gdLst>
              <a:ahLst/>
              <a:cxnLst>
                <a:cxn ang="0">
                  <a:pos x="T0" y="T1"/>
                </a:cxn>
                <a:cxn ang="0">
                  <a:pos x="T2" y="T3"/>
                </a:cxn>
                <a:cxn ang="0">
                  <a:pos x="T4" y="T5"/>
                </a:cxn>
                <a:cxn ang="0">
                  <a:pos x="T6" y="T7"/>
                </a:cxn>
                <a:cxn ang="0">
                  <a:pos x="T8" y="T9"/>
                </a:cxn>
                <a:cxn ang="0">
                  <a:pos x="T10" y="T11"/>
                </a:cxn>
              </a:cxnLst>
              <a:rect l="0" t="0" r="r" b="b"/>
              <a:pathLst>
                <a:path w="6027" h="2296">
                  <a:moveTo>
                    <a:pt x="6027" y="2296"/>
                  </a:moveTo>
                  <a:lnTo>
                    <a:pt x="0" y="2296"/>
                  </a:lnTo>
                  <a:lnTo>
                    <a:pt x="0" y="0"/>
                  </a:lnTo>
                  <a:lnTo>
                    <a:pt x="6027" y="0"/>
                  </a:lnTo>
                  <a:lnTo>
                    <a:pt x="6027" y="2296"/>
                  </a:lnTo>
                  <a:lnTo>
                    <a:pt x="6027" y="2296"/>
                  </a:lnTo>
                  <a:close/>
                </a:path>
              </a:pathLst>
            </a:custGeom>
            <a:gradFill rotWithShape="0">
              <a:gsLst>
                <a:gs pos="0">
                  <a:schemeClr val="bg1"/>
                </a:gs>
                <a:gs pos="100000">
                  <a:schemeClr val="accent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20" name="Freeform 4">
              <a:extLst>
                <a:ext uri="{FF2B5EF4-FFF2-40B4-BE49-F238E27FC236}">
                  <a16:creationId xmlns:a16="http://schemas.microsoft.com/office/drawing/2014/main" id="{945D8AB4-77C9-302E-93B0-5A28AB0757AA}"/>
                </a:ext>
              </a:extLst>
            </p:cNvPr>
            <p:cNvSpPr>
              <a:spLocks/>
            </p:cNvSpPr>
            <p:nvPr/>
          </p:nvSpPr>
          <p:spPr bwMode="hidden">
            <a:xfrm>
              <a:off x="0" y="0"/>
              <a:ext cx="5760" cy="3072"/>
            </a:xfrm>
            <a:custGeom>
              <a:avLst/>
              <a:gdLst>
                <a:gd name="T0" fmla="*/ 6027 w 6027"/>
                <a:gd name="T1" fmla="*/ 2296 h 2296"/>
                <a:gd name="T2" fmla="*/ 0 w 6027"/>
                <a:gd name="T3" fmla="*/ 2296 h 2296"/>
                <a:gd name="T4" fmla="*/ 0 w 6027"/>
                <a:gd name="T5" fmla="*/ 0 h 2296"/>
                <a:gd name="T6" fmla="*/ 6027 w 6027"/>
                <a:gd name="T7" fmla="*/ 0 h 2296"/>
                <a:gd name="T8" fmla="*/ 6027 w 6027"/>
                <a:gd name="T9" fmla="*/ 2296 h 2296"/>
                <a:gd name="T10" fmla="*/ 6027 w 6027"/>
                <a:gd name="T11" fmla="*/ 2296 h 2296"/>
              </a:gdLst>
              <a:ahLst/>
              <a:cxnLst>
                <a:cxn ang="0">
                  <a:pos x="T0" y="T1"/>
                </a:cxn>
                <a:cxn ang="0">
                  <a:pos x="T2" y="T3"/>
                </a:cxn>
                <a:cxn ang="0">
                  <a:pos x="T4" y="T5"/>
                </a:cxn>
                <a:cxn ang="0">
                  <a:pos x="T6" y="T7"/>
                </a:cxn>
                <a:cxn ang="0">
                  <a:pos x="T8" y="T9"/>
                </a:cxn>
                <a:cxn ang="0">
                  <a:pos x="T10" y="T11"/>
                </a:cxn>
              </a:cxnLst>
              <a:rect l="0" t="0" r="r" b="b"/>
              <a:pathLst>
                <a:path w="6027" h="2296">
                  <a:moveTo>
                    <a:pt x="6027" y="2296"/>
                  </a:moveTo>
                  <a:lnTo>
                    <a:pt x="0" y="2296"/>
                  </a:lnTo>
                  <a:lnTo>
                    <a:pt x="0" y="0"/>
                  </a:lnTo>
                  <a:lnTo>
                    <a:pt x="6027" y="0"/>
                  </a:lnTo>
                  <a:lnTo>
                    <a:pt x="6027" y="2296"/>
                  </a:lnTo>
                  <a:lnTo>
                    <a:pt x="6027" y="2296"/>
                  </a:lnTo>
                  <a:close/>
                </a:path>
              </a:pathLst>
            </a:custGeom>
            <a:gradFill rotWithShape="0">
              <a:gsLst>
                <a:gs pos="0">
                  <a:schemeClr val="bg1">
                    <a:gamma/>
                    <a:shade val="46275"/>
                    <a:invGamma/>
                  </a:schemeClr>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65221" name="Freeform 5">
            <a:extLst>
              <a:ext uri="{FF2B5EF4-FFF2-40B4-BE49-F238E27FC236}">
                <a16:creationId xmlns:a16="http://schemas.microsoft.com/office/drawing/2014/main" id="{36104833-3297-811C-8FB4-CE3B65950856}"/>
              </a:ext>
            </a:extLst>
          </p:cNvPr>
          <p:cNvSpPr>
            <a:spLocks/>
          </p:cNvSpPr>
          <p:nvPr/>
        </p:nvSpPr>
        <p:spPr bwMode="hidden">
          <a:xfrm>
            <a:off x="6242050" y="6269038"/>
            <a:ext cx="2895600" cy="609600"/>
          </a:xfrm>
          <a:custGeom>
            <a:avLst/>
            <a:gdLst>
              <a:gd name="T0" fmla="*/ 5748 w 5748"/>
              <a:gd name="T1" fmla="*/ 246 h 246"/>
              <a:gd name="T2" fmla="*/ 0 w 5748"/>
              <a:gd name="T3" fmla="*/ 246 h 246"/>
              <a:gd name="T4" fmla="*/ 0 w 5748"/>
              <a:gd name="T5" fmla="*/ 0 h 246"/>
              <a:gd name="T6" fmla="*/ 5748 w 5748"/>
              <a:gd name="T7" fmla="*/ 0 h 246"/>
              <a:gd name="T8" fmla="*/ 5748 w 5748"/>
              <a:gd name="T9" fmla="*/ 246 h 246"/>
              <a:gd name="T10" fmla="*/ 5748 w 5748"/>
              <a:gd name="T11" fmla="*/ 246 h 246"/>
            </a:gdLst>
            <a:ahLst/>
            <a:cxnLst>
              <a:cxn ang="0">
                <a:pos x="T0" y="T1"/>
              </a:cxn>
              <a:cxn ang="0">
                <a:pos x="T2" y="T3"/>
              </a:cxn>
              <a:cxn ang="0">
                <a:pos x="T4" y="T5"/>
              </a:cxn>
              <a:cxn ang="0">
                <a:pos x="T6" y="T7"/>
              </a:cxn>
              <a:cxn ang="0">
                <a:pos x="T8" y="T9"/>
              </a:cxn>
              <a:cxn ang="0">
                <a:pos x="T10" y="T11"/>
              </a:cxn>
            </a:cxnLst>
            <a:rect l="0" t="0" r="r" b="b"/>
            <a:pathLst>
              <a:path w="5748" h="246">
                <a:moveTo>
                  <a:pt x="5748" y="246"/>
                </a:moveTo>
                <a:lnTo>
                  <a:pt x="0" y="246"/>
                </a:lnTo>
                <a:lnTo>
                  <a:pt x="0" y="0"/>
                </a:lnTo>
                <a:lnTo>
                  <a:pt x="5748" y="0"/>
                </a:lnTo>
                <a:lnTo>
                  <a:pt x="5748" y="246"/>
                </a:lnTo>
                <a:lnTo>
                  <a:pt x="5748" y="246"/>
                </a:lnTo>
                <a:close/>
              </a:path>
            </a:pathLst>
          </a:cu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65222" name="Group 6">
            <a:extLst>
              <a:ext uri="{FF2B5EF4-FFF2-40B4-BE49-F238E27FC236}">
                <a16:creationId xmlns:a16="http://schemas.microsoft.com/office/drawing/2014/main" id="{8DD9C149-9F0C-244B-25C9-68D3931CB4DF}"/>
              </a:ext>
            </a:extLst>
          </p:cNvPr>
          <p:cNvGrpSpPr>
            <a:grpSpLocks/>
          </p:cNvGrpSpPr>
          <p:nvPr/>
        </p:nvGrpSpPr>
        <p:grpSpPr bwMode="auto">
          <a:xfrm>
            <a:off x="-1588" y="6034088"/>
            <a:ext cx="7845426" cy="850900"/>
            <a:chOff x="0" y="3792"/>
            <a:chExt cx="4942" cy="536"/>
          </a:xfrm>
        </p:grpSpPr>
        <p:sp>
          <p:nvSpPr>
            <p:cNvPr id="265223" name="Freeform 7">
              <a:extLst>
                <a:ext uri="{FF2B5EF4-FFF2-40B4-BE49-F238E27FC236}">
                  <a16:creationId xmlns:a16="http://schemas.microsoft.com/office/drawing/2014/main" id="{D27DA876-1916-9836-D7E1-9C71AE250C89}"/>
                </a:ext>
              </a:extLst>
            </p:cNvPr>
            <p:cNvSpPr>
              <a:spLocks/>
            </p:cNvSpPr>
            <p:nvPr userDrawn="1"/>
          </p:nvSpPr>
          <p:spPr bwMode="ltGray">
            <a:xfrm>
              <a:off x="1488" y="3792"/>
              <a:ext cx="3240" cy="536"/>
            </a:xfrm>
            <a:custGeom>
              <a:avLst/>
              <a:gdLst>
                <a:gd name="T0" fmla="*/ 3132 w 3240"/>
                <a:gd name="T1" fmla="*/ 469 h 536"/>
                <a:gd name="T2" fmla="*/ 2995 w 3240"/>
                <a:gd name="T3" fmla="*/ 395 h 536"/>
                <a:gd name="T4" fmla="*/ 2911 w 3240"/>
                <a:gd name="T5" fmla="*/ 375 h 536"/>
                <a:gd name="T6" fmla="*/ 2678 w 3240"/>
                <a:gd name="T7" fmla="*/ 228 h 536"/>
                <a:gd name="T8" fmla="*/ 2553 w 3240"/>
                <a:gd name="T9" fmla="*/ 74 h 536"/>
                <a:gd name="T10" fmla="*/ 2457 w 3240"/>
                <a:gd name="T11" fmla="*/ 7 h 536"/>
                <a:gd name="T12" fmla="*/ 2403 w 3240"/>
                <a:gd name="T13" fmla="*/ 47 h 536"/>
                <a:gd name="T14" fmla="*/ 2289 w 3240"/>
                <a:gd name="T15" fmla="*/ 74 h 536"/>
                <a:gd name="T16" fmla="*/ 2134 w 3240"/>
                <a:gd name="T17" fmla="*/ 74 h 536"/>
                <a:gd name="T18" fmla="*/ 2044 w 3240"/>
                <a:gd name="T19" fmla="*/ 128 h 536"/>
                <a:gd name="T20" fmla="*/ 1775 w 3240"/>
                <a:gd name="T21" fmla="*/ 222 h 536"/>
                <a:gd name="T22" fmla="*/ 1602 w 3240"/>
                <a:gd name="T23" fmla="*/ 181 h 536"/>
                <a:gd name="T24" fmla="*/ 1560 w 3240"/>
                <a:gd name="T25" fmla="*/ 101 h 536"/>
                <a:gd name="T26" fmla="*/ 1542 w 3240"/>
                <a:gd name="T27" fmla="*/ 87 h 536"/>
                <a:gd name="T28" fmla="*/ 1446 w 3240"/>
                <a:gd name="T29" fmla="*/ 60 h 536"/>
                <a:gd name="T30" fmla="*/ 1375 w 3240"/>
                <a:gd name="T31" fmla="*/ 74 h 536"/>
                <a:gd name="T32" fmla="*/ 1309 w 3240"/>
                <a:gd name="T33" fmla="*/ 87 h 536"/>
                <a:gd name="T34" fmla="*/ 1243 w 3240"/>
                <a:gd name="T35" fmla="*/ 13 h 536"/>
                <a:gd name="T36" fmla="*/ 1225 w 3240"/>
                <a:gd name="T37" fmla="*/ 0 h 536"/>
                <a:gd name="T38" fmla="*/ 1189 w 3240"/>
                <a:gd name="T39" fmla="*/ 0 h 536"/>
                <a:gd name="T40" fmla="*/ 1106 w 3240"/>
                <a:gd name="T41" fmla="*/ 34 h 536"/>
                <a:gd name="T42" fmla="*/ 1106 w 3240"/>
                <a:gd name="T43" fmla="*/ 34 h 536"/>
                <a:gd name="T44" fmla="*/ 1094 w 3240"/>
                <a:gd name="T45" fmla="*/ 40 h 536"/>
                <a:gd name="T46" fmla="*/ 1070 w 3240"/>
                <a:gd name="T47" fmla="*/ 54 h 536"/>
                <a:gd name="T48" fmla="*/ 1034 w 3240"/>
                <a:gd name="T49" fmla="*/ 74 h 536"/>
                <a:gd name="T50" fmla="*/ 1004 w 3240"/>
                <a:gd name="T51" fmla="*/ 74 h 536"/>
                <a:gd name="T52" fmla="*/ 986 w 3240"/>
                <a:gd name="T53" fmla="*/ 74 h 536"/>
                <a:gd name="T54" fmla="*/ 956 w 3240"/>
                <a:gd name="T55" fmla="*/ 81 h 536"/>
                <a:gd name="T56" fmla="*/ 920 w 3240"/>
                <a:gd name="T57" fmla="*/ 94 h 536"/>
                <a:gd name="T58" fmla="*/ 884 w 3240"/>
                <a:gd name="T59" fmla="*/ 107 h 536"/>
                <a:gd name="T60" fmla="*/ 843 w 3240"/>
                <a:gd name="T61" fmla="*/ 128 h 536"/>
                <a:gd name="T62" fmla="*/ 813 w 3240"/>
                <a:gd name="T63" fmla="*/ 141 h 536"/>
                <a:gd name="T64" fmla="*/ 789 w 3240"/>
                <a:gd name="T65" fmla="*/ 148 h 536"/>
                <a:gd name="T66" fmla="*/ 783 w 3240"/>
                <a:gd name="T67" fmla="*/ 154 h 536"/>
                <a:gd name="T68" fmla="*/ 556 w 3240"/>
                <a:gd name="T69" fmla="*/ 228 h 536"/>
                <a:gd name="T70" fmla="*/ 394 w 3240"/>
                <a:gd name="T71" fmla="*/ 294 h 536"/>
                <a:gd name="T72" fmla="*/ 107 w 3240"/>
                <a:gd name="T73" fmla="*/ 462 h 536"/>
                <a:gd name="T74" fmla="*/ 0 w 3240"/>
                <a:gd name="T75" fmla="*/ 536 h 536"/>
                <a:gd name="T76" fmla="*/ 3240 w 3240"/>
                <a:gd name="T77" fmla="*/ 536 h 536"/>
                <a:gd name="T78" fmla="*/ 3132 w 3240"/>
                <a:gd name="T79" fmla="*/ 469 h 536"/>
                <a:gd name="T80" fmla="*/ 3132 w 3240"/>
                <a:gd name="T81" fmla="*/ 469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40" h="536">
                  <a:moveTo>
                    <a:pt x="3132" y="469"/>
                  </a:moveTo>
                  <a:lnTo>
                    <a:pt x="2995" y="395"/>
                  </a:lnTo>
                  <a:lnTo>
                    <a:pt x="2911" y="375"/>
                  </a:lnTo>
                  <a:lnTo>
                    <a:pt x="2678" y="228"/>
                  </a:lnTo>
                  <a:lnTo>
                    <a:pt x="2553" y="74"/>
                  </a:lnTo>
                  <a:lnTo>
                    <a:pt x="2457" y="7"/>
                  </a:lnTo>
                  <a:lnTo>
                    <a:pt x="2403" y="47"/>
                  </a:lnTo>
                  <a:lnTo>
                    <a:pt x="2289" y="74"/>
                  </a:lnTo>
                  <a:lnTo>
                    <a:pt x="2134" y="74"/>
                  </a:lnTo>
                  <a:lnTo>
                    <a:pt x="2044" y="128"/>
                  </a:lnTo>
                  <a:lnTo>
                    <a:pt x="1775" y="222"/>
                  </a:lnTo>
                  <a:lnTo>
                    <a:pt x="1602" y="181"/>
                  </a:lnTo>
                  <a:lnTo>
                    <a:pt x="1560" y="101"/>
                  </a:lnTo>
                  <a:lnTo>
                    <a:pt x="1542" y="87"/>
                  </a:lnTo>
                  <a:lnTo>
                    <a:pt x="1446" y="60"/>
                  </a:lnTo>
                  <a:lnTo>
                    <a:pt x="1375" y="74"/>
                  </a:lnTo>
                  <a:lnTo>
                    <a:pt x="1309" y="87"/>
                  </a:lnTo>
                  <a:lnTo>
                    <a:pt x="1243" y="13"/>
                  </a:lnTo>
                  <a:lnTo>
                    <a:pt x="1225" y="0"/>
                  </a:lnTo>
                  <a:lnTo>
                    <a:pt x="1189" y="0"/>
                  </a:lnTo>
                  <a:lnTo>
                    <a:pt x="1106" y="34"/>
                  </a:lnTo>
                  <a:lnTo>
                    <a:pt x="1106" y="34"/>
                  </a:lnTo>
                  <a:lnTo>
                    <a:pt x="1094" y="40"/>
                  </a:lnTo>
                  <a:lnTo>
                    <a:pt x="1070" y="54"/>
                  </a:lnTo>
                  <a:lnTo>
                    <a:pt x="1034" y="74"/>
                  </a:lnTo>
                  <a:lnTo>
                    <a:pt x="1004" y="74"/>
                  </a:lnTo>
                  <a:lnTo>
                    <a:pt x="986" y="74"/>
                  </a:lnTo>
                  <a:lnTo>
                    <a:pt x="956" y="81"/>
                  </a:lnTo>
                  <a:lnTo>
                    <a:pt x="920" y="94"/>
                  </a:lnTo>
                  <a:lnTo>
                    <a:pt x="884" y="107"/>
                  </a:lnTo>
                  <a:lnTo>
                    <a:pt x="843" y="128"/>
                  </a:lnTo>
                  <a:lnTo>
                    <a:pt x="813" y="141"/>
                  </a:lnTo>
                  <a:lnTo>
                    <a:pt x="789" y="148"/>
                  </a:lnTo>
                  <a:lnTo>
                    <a:pt x="783" y="154"/>
                  </a:lnTo>
                  <a:lnTo>
                    <a:pt x="556" y="228"/>
                  </a:lnTo>
                  <a:lnTo>
                    <a:pt x="394" y="294"/>
                  </a:lnTo>
                  <a:lnTo>
                    <a:pt x="107" y="462"/>
                  </a:lnTo>
                  <a:lnTo>
                    <a:pt x="0" y="536"/>
                  </a:lnTo>
                  <a:lnTo>
                    <a:pt x="3240" y="536"/>
                  </a:lnTo>
                  <a:lnTo>
                    <a:pt x="3132" y="469"/>
                  </a:lnTo>
                  <a:lnTo>
                    <a:pt x="3132" y="469"/>
                  </a:lnTo>
                  <a:close/>
                </a:path>
              </a:pathLst>
            </a:custGeom>
            <a:gradFill rotWithShape="0">
              <a:gsLst>
                <a:gs pos="0">
                  <a:schemeClr val="bg2">
                    <a:gamma/>
                    <a:tint val="66667"/>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65224" name="Group 8">
              <a:extLst>
                <a:ext uri="{FF2B5EF4-FFF2-40B4-BE49-F238E27FC236}">
                  <a16:creationId xmlns:a16="http://schemas.microsoft.com/office/drawing/2014/main" id="{8490DE74-D23A-09DB-3EFC-F516880909F6}"/>
                </a:ext>
              </a:extLst>
            </p:cNvPr>
            <p:cNvGrpSpPr>
              <a:grpSpLocks/>
            </p:cNvGrpSpPr>
            <p:nvPr userDrawn="1"/>
          </p:nvGrpSpPr>
          <p:grpSpPr bwMode="auto">
            <a:xfrm>
              <a:off x="2486" y="3792"/>
              <a:ext cx="2456" cy="536"/>
              <a:chOff x="2486" y="3792"/>
              <a:chExt cx="2456" cy="536"/>
            </a:xfrm>
          </p:grpSpPr>
          <p:sp>
            <p:nvSpPr>
              <p:cNvPr id="265225" name="Freeform 9">
                <a:extLst>
                  <a:ext uri="{FF2B5EF4-FFF2-40B4-BE49-F238E27FC236}">
                    <a16:creationId xmlns:a16="http://schemas.microsoft.com/office/drawing/2014/main" id="{27283CE6-5D8F-9643-4E36-012113D2A315}"/>
                  </a:ext>
                </a:extLst>
              </p:cNvPr>
              <p:cNvSpPr>
                <a:spLocks/>
              </p:cNvSpPr>
              <p:nvPr userDrawn="1"/>
            </p:nvSpPr>
            <p:spPr bwMode="ltGray">
              <a:xfrm>
                <a:off x="3948" y="3799"/>
                <a:ext cx="994" cy="529"/>
              </a:xfrm>
              <a:custGeom>
                <a:avLst/>
                <a:gdLst>
                  <a:gd name="T0" fmla="*/ 636 w 994"/>
                  <a:gd name="T1" fmla="*/ 373 h 529"/>
                  <a:gd name="T2" fmla="*/ 495 w 994"/>
                  <a:gd name="T3" fmla="*/ 370 h 529"/>
                  <a:gd name="T4" fmla="*/ 280 w 994"/>
                  <a:gd name="T5" fmla="*/ 249 h 529"/>
                  <a:gd name="T6" fmla="*/ 127 w 994"/>
                  <a:gd name="T7" fmla="*/ 66 h 529"/>
                  <a:gd name="T8" fmla="*/ 0 w 994"/>
                  <a:gd name="T9" fmla="*/ 0 h 529"/>
                  <a:gd name="T10" fmla="*/ 22 w 994"/>
                  <a:gd name="T11" fmla="*/ 26 h 529"/>
                  <a:gd name="T12" fmla="*/ 0 w 994"/>
                  <a:gd name="T13" fmla="*/ 65 h 529"/>
                  <a:gd name="T14" fmla="*/ 30 w 994"/>
                  <a:gd name="T15" fmla="*/ 119 h 529"/>
                  <a:gd name="T16" fmla="*/ 75 w 994"/>
                  <a:gd name="T17" fmla="*/ 243 h 529"/>
                  <a:gd name="T18" fmla="*/ 45 w 994"/>
                  <a:gd name="T19" fmla="*/ 422 h 529"/>
                  <a:gd name="T20" fmla="*/ 200 w 994"/>
                  <a:gd name="T21" fmla="*/ 329 h 529"/>
                  <a:gd name="T22" fmla="*/ 592 w 994"/>
                  <a:gd name="T23" fmla="*/ 527 h 529"/>
                  <a:gd name="T24" fmla="*/ 994 w 994"/>
                  <a:gd name="T25" fmla="*/ 529 h 529"/>
                  <a:gd name="T26" fmla="*/ 828 w 994"/>
                  <a:gd name="T27" fmla="*/ 473 h 529"/>
                  <a:gd name="T28" fmla="*/ 636 w 994"/>
                  <a:gd name="T29" fmla="*/ 373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4" h="529">
                    <a:moveTo>
                      <a:pt x="636" y="373"/>
                    </a:moveTo>
                    <a:lnTo>
                      <a:pt x="495" y="370"/>
                    </a:lnTo>
                    <a:lnTo>
                      <a:pt x="280" y="249"/>
                    </a:lnTo>
                    <a:lnTo>
                      <a:pt x="127" y="66"/>
                    </a:lnTo>
                    <a:lnTo>
                      <a:pt x="0" y="0"/>
                    </a:lnTo>
                    <a:lnTo>
                      <a:pt x="22" y="26"/>
                    </a:lnTo>
                    <a:lnTo>
                      <a:pt x="0" y="65"/>
                    </a:lnTo>
                    <a:lnTo>
                      <a:pt x="30" y="119"/>
                    </a:lnTo>
                    <a:lnTo>
                      <a:pt x="75" y="243"/>
                    </a:lnTo>
                    <a:lnTo>
                      <a:pt x="45" y="422"/>
                    </a:lnTo>
                    <a:lnTo>
                      <a:pt x="200" y="329"/>
                    </a:lnTo>
                    <a:lnTo>
                      <a:pt x="592" y="527"/>
                    </a:lnTo>
                    <a:lnTo>
                      <a:pt x="994" y="529"/>
                    </a:lnTo>
                    <a:lnTo>
                      <a:pt x="828" y="473"/>
                    </a:lnTo>
                    <a:lnTo>
                      <a:pt x="636" y="373"/>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26" name="Freeform 10">
                <a:extLst>
                  <a:ext uri="{FF2B5EF4-FFF2-40B4-BE49-F238E27FC236}">
                    <a16:creationId xmlns:a16="http://schemas.microsoft.com/office/drawing/2014/main" id="{FA8A72DD-77A2-0F5F-E92D-D60CDC4D635D}"/>
                  </a:ext>
                </a:extLst>
              </p:cNvPr>
              <p:cNvSpPr>
                <a:spLocks/>
              </p:cNvSpPr>
              <p:nvPr userDrawn="1"/>
            </p:nvSpPr>
            <p:spPr bwMode="ltGray">
              <a:xfrm>
                <a:off x="2677" y="3792"/>
                <a:ext cx="186" cy="395"/>
              </a:xfrm>
              <a:custGeom>
                <a:avLst/>
                <a:gdLst>
                  <a:gd name="T0" fmla="*/ 36 w 186"/>
                  <a:gd name="T1" fmla="*/ 0 h 353"/>
                  <a:gd name="T2" fmla="*/ 54 w 186"/>
                  <a:gd name="T3" fmla="*/ 18 h 353"/>
                  <a:gd name="T4" fmla="*/ 24 w 186"/>
                  <a:gd name="T5" fmla="*/ 30 h 353"/>
                  <a:gd name="T6" fmla="*/ 18 w 186"/>
                  <a:gd name="T7" fmla="*/ 66 h 353"/>
                  <a:gd name="T8" fmla="*/ 42 w 186"/>
                  <a:gd name="T9" fmla="*/ 114 h 353"/>
                  <a:gd name="T10" fmla="*/ 48 w 186"/>
                  <a:gd name="T11" fmla="*/ 162 h 353"/>
                  <a:gd name="T12" fmla="*/ 0 w 186"/>
                  <a:gd name="T13" fmla="*/ 353 h 353"/>
                  <a:gd name="T14" fmla="*/ 54 w 186"/>
                  <a:gd name="T15" fmla="*/ 233 h 353"/>
                  <a:gd name="T16" fmla="*/ 84 w 186"/>
                  <a:gd name="T17" fmla="*/ 216 h 353"/>
                  <a:gd name="T18" fmla="*/ 126 w 186"/>
                  <a:gd name="T19" fmla="*/ 126 h 353"/>
                  <a:gd name="T20" fmla="*/ 144 w 186"/>
                  <a:gd name="T21" fmla="*/ 120 h 353"/>
                  <a:gd name="T22" fmla="*/ 144 w 186"/>
                  <a:gd name="T23" fmla="*/ 90 h 353"/>
                  <a:gd name="T24" fmla="*/ 186 w 186"/>
                  <a:gd name="T25" fmla="*/ 66 h 353"/>
                  <a:gd name="T26" fmla="*/ 162 w 186"/>
                  <a:gd name="T27" fmla="*/ 60 h 353"/>
                  <a:gd name="T28" fmla="*/ 36 w 186"/>
                  <a:gd name="T29" fmla="*/ 0 h 353"/>
                  <a:gd name="T30" fmla="*/ 36 w 186"/>
                  <a:gd name="T31"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6" h="353">
                    <a:moveTo>
                      <a:pt x="36" y="0"/>
                    </a:moveTo>
                    <a:lnTo>
                      <a:pt x="54" y="18"/>
                    </a:lnTo>
                    <a:lnTo>
                      <a:pt x="24" y="30"/>
                    </a:lnTo>
                    <a:lnTo>
                      <a:pt x="18" y="66"/>
                    </a:lnTo>
                    <a:lnTo>
                      <a:pt x="42" y="114"/>
                    </a:lnTo>
                    <a:lnTo>
                      <a:pt x="48" y="162"/>
                    </a:lnTo>
                    <a:lnTo>
                      <a:pt x="0" y="353"/>
                    </a:lnTo>
                    <a:lnTo>
                      <a:pt x="54" y="233"/>
                    </a:lnTo>
                    <a:lnTo>
                      <a:pt x="84" y="216"/>
                    </a:lnTo>
                    <a:lnTo>
                      <a:pt x="126" y="126"/>
                    </a:lnTo>
                    <a:lnTo>
                      <a:pt x="144" y="120"/>
                    </a:lnTo>
                    <a:lnTo>
                      <a:pt x="144" y="90"/>
                    </a:lnTo>
                    <a:lnTo>
                      <a:pt x="186" y="66"/>
                    </a:lnTo>
                    <a:lnTo>
                      <a:pt x="162" y="60"/>
                    </a:lnTo>
                    <a:lnTo>
                      <a:pt x="36" y="0"/>
                    </a:lnTo>
                    <a:lnTo>
                      <a:pt x="36"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27" name="Freeform 11">
                <a:extLst>
                  <a:ext uri="{FF2B5EF4-FFF2-40B4-BE49-F238E27FC236}">
                    <a16:creationId xmlns:a16="http://schemas.microsoft.com/office/drawing/2014/main" id="{868E0D04-7DF4-61CF-D372-12BDBF5CE761}"/>
                  </a:ext>
                </a:extLst>
              </p:cNvPr>
              <p:cNvSpPr>
                <a:spLocks/>
              </p:cNvSpPr>
              <p:nvPr userDrawn="1"/>
            </p:nvSpPr>
            <p:spPr bwMode="ltGray">
              <a:xfrm>
                <a:off x="3030" y="3893"/>
                <a:ext cx="378" cy="271"/>
              </a:xfrm>
              <a:custGeom>
                <a:avLst/>
                <a:gdLst>
                  <a:gd name="T0" fmla="*/ 18 w 378"/>
                  <a:gd name="T1" fmla="*/ 0 h 271"/>
                  <a:gd name="T2" fmla="*/ 12 w 378"/>
                  <a:gd name="T3" fmla="*/ 13 h 271"/>
                  <a:gd name="T4" fmla="*/ 0 w 378"/>
                  <a:gd name="T5" fmla="*/ 40 h 271"/>
                  <a:gd name="T6" fmla="*/ 60 w 378"/>
                  <a:gd name="T7" fmla="*/ 121 h 271"/>
                  <a:gd name="T8" fmla="*/ 310 w 378"/>
                  <a:gd name="T9" fmla="*/ 271 h 271"/>
                  <a:gd name="T10" fmla="*/ 290 w 378"/>
                  <a:gd name="T11" fmla="*/ 139 h 271"/>
                  <a:gd name="T12" fmla="*/ 378 w 378"/>
                  <a:gd name="T13" fmla="*/ 76 h 271"/>
                  <a:gd name="T14" fmla="*/ 251 w 378"/>
                  <a:gd name="T15" fmla="*/ 94 h 271"/>
                  <a:gd name="T16" fmla="*/ 90 w 378"/>
                  <a:gd name="T17" fmla="*/ 54 h 271"/>
                  <a:gd name="T18" fmla="*/ 18 w 378"/>
                  <a:gd name="T19" fmla="*/ 0 h 271"/>
                  <a:gd name="T20" fmla="*/ 18 w 378"/>
                  <a:gd name="T21"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8" h="271">
                    <a:moveTo>
                      <a:pt x="18" y="0"/>
                    </a:moveTo>
                    <a:lnTo>
                      <a:pt x="12" y="13"/>
                    </a:lnTo>
                    <a:lnTo>
                      <a:pt x="0" y="40"/>
                    </a:lnTo>
                    <a:lnTo>
                      <a:pt x="60" y="121"/>
                    </a:lnTo>
                    <a:lnTo>
                      <a:pt x="310" y="271"/>
                    </a:lnTo>
                    <a:lnTo>
                      <a:pt x="290" y="139"/>
                    </a:lnTo>
                    <a:lnTo>
                      <a:pt x="378" y="76"/>
                    </a:lnTo>
                    <a:lnTo>
                      <a:pt x="251" y="94"/>
                    </a:lnTo>
                    <a:lnTo>
                      <a:pt x="90" y="54"/>
                    </a:lnTo>
                    <a:lnTo>
                      <a:pt x="18" y="0"/>
                    </a:lnTo>
                    <a:lnTo>
                      <a:pt x="18"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28" name="Freeform 12">
                <a:extLst>
                  <a:ext uri="{FF2B5EF4-FFF2-40B4-BE49-F238E27FC236}">
                    <a16:creationId xmlns:a16="http://schemas.microsoft.com/office/drawing/2014/main" id="{DF80344E-6482-42A3-E369-08AD0C8A5F32}"/>
                  </a:ext>
                </a:extLst>
              </p:cNvPr>
              <p:cNvSpPr>
                <a:spLocks/>
              </p:cNvSpPr>
              <p:nvPr userDrawn="1"/>
            </p:nvSpPr>
            <p:spPr bwMode="ltGray">
              <a:xfrm>
                <a:off x="3628" y="3866"/>
                <a:ext cx="155" cy="74"/>
              </a:xfrm>
              <a:custGeom>
                <a:avLst/>
                <a:gdLst>
                  <a:gd name="T0" fmla="*/ 114 w 155"/>
                  <a:gd name="T1" fmla="*/ 0 h 66"/>
                  <a:gd name="T2" fmla="*/ 0 w 155"/>
                  <a:gd name="T3" fmla="*/ 0 h 66"/>
                  <a:gd name="T4" fmla="*/ 0 w 155"/>
                  <a:gd name="T5" fmla="*/ 0 h 66"/>
                  <a:gd name="T6" fmla="*/ 6 w 155"/>
                  <a:gd name="T7" fmla="*/ 6 h 66"/>
                  <a:gd name="T8" fmla="*/ 6 w 155"/>
                  <a:gd name="T9" fmla="*/ 18 h 66"/>
                  <a:gd name="T10" fmla="*/ 0 w 155"/>
                  <a:gd name="T11" fmla="*/ 24 h 66"/>
                  <a:gd name="T12" fmla="*/ 78 w 155"/>
                  <a:gd name="T13" fmla="*/ 60 h 66"/>
                  <a:gd name="T14" fmla="*/ 96 w 155"/>
                  <a:gd name="T15" fmla="*/ 42 h 66"/>
                  <a:gd name="T16" fmla="*/ 155 w 155"/>
                  <a:gd name="T17" fmla="*/ 66 h 66"/>
                  <a:gd name="T18" fmla="*/ 126 w 155"/>
                  <a:gd name="T19" fmla="*/ 24 h 66"/>
                  <a:gd name="T20" fmla="*/ 149 w 155"/>
                  <a:gd name="T21" fmla="*/ 0 h 66"/>
                  <a:gd name="T22" fmla="*/ 114 w 155"/>
                  <a:gd name="T23" fmla="*/ 0 h 66"/>
                  <a:gd name="T24" fmla="*/ 114 w 155"/>
                  <a:gd name="T25"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5" h="66">
                    <a:moveTo>
                      <a:pt x="114" y="0"/>
                    </a:moveTo>
                    <a:lnTo>
                      <a:pt x="0" y="0"/>
                    </a:lnTo>
                    <a:lnTo>
                      <a:pt x="0" y="0"/>
                    </a:lnTo>
                    <a:lnTo>
                      <a:pt x="6" y="6"/>
                    </a:lnTo>
                    <a:lnTo>
                      <a:pt x="6" y="18"/>
                    </a:lnTo>
                    <a:lnTo>
                      <a:pt x="0" y="24"/>
                    </a:lnTo>
                    <a:lnTo>
                      <a:pt x="78" y="60"/>
                    </a:lnTo>
                    <a:lnTo>
                      <a:pt x="96" y="42"/>
                    </a:lnTo>
                    <a:lnTo>
                      <a:pt x="155" y="66"/>
                    </a:lnTo>
                    <a:lnTo>
                      <a:pt x="126" y="24"/>
                    </a:lnTo>
                    <a:lnTo>
                      <a:pt x="149" y="0"/>
                    </a:lnTo>
                    <a:lnTo>
                      <a:pt x="114" y="0"/>
                    </a:lnTo>
                    <a:lnTo>
                      <a:pt x="114"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29" name="Freeform 13">
                <a:extLst>
                  <a:ext uri="{FF2B5EF4-FFF2-40B4-BE49-F238E27FC236}">
                    <a16:creationId xmlns:a16="http://schemas.microsoft.com/office/drawing/2014/main" id="{DA004291-83C7-FE78-3E1C-FA87E64D7729}"/>
                  </a:ext>
                </a:extLst>
              </p:cNvPr>
              <p:cNvSpPr>
                <a:spLocks/>
              </p:cNvSpPr>
              <p:nvPr userDrawn="1"/>
            </p:nvSpPr>
            <p:spPr bwMode="ltGray">
              <a:xfrm>
                <a:off x="2486" y="3859"/>
                <a:ext cx="42" cy="81"/>
              </a:xfrm>
              <a:custGeom>
                <a:avLst/>
                <a:gdLst>
                  <a:gd name="T0" fmla="*/ 6 w 42"/>
                  <a:gd name="T1" fmla="*/ 36 h 72"/>
                  <a:gd name="T2" fmla="*/ 0 w 42"/>
                  <a:gd name="T3" fmla="*/ 18 h 72"/>
                  <a:gd name="T4" fmla="*/ 12 w 42"/>
                  <a:gd name="T5" fmla="*/ 6 h 72"/>
                  <a:gd name="T6" fmla="*/ 0 w 42"/>
                  <a:gd name="T7" fmla="*/ 6 h 72"/>
                  <a:gd name="T8" fmla="*/ 12 w 42"/>
                  <a:gd name="T9" fmla="*/ 6 h 72"/>
                  <a:gd name="T10" fmla="*/ 24 w 42"/>
                  <a:gd name="T11" fmla="*/ 6 h 72"/>
                  <a:gd name="T12" fmla="*/ 36 w 42"/>
                  <a:gd name="T13" fmla="*/ 6 h 72"/>
                  <a:gd name="T14" fmla="*/ 42 w 42"/>
                  <a:gd name="T15" fmla="*/ 0 h 72"/>
                  <a:gd name="T16" fmla="*/ 30 w 42"/>
                  <a:gd name="T17" fmla="*/ 18 h 72"/>
                  <a:gd name="T18" fmla="*/ 42 w 42"/>
                  <a:gd name="T19" fmla="*/ 48 h 72"/>
                  <a:gd name="T20" fmla="*/ 12 w 42"/>
                  <a:gd name="T21" fmla="*/ 72 h 72"/>
                  <a:gd name="T22" fmla="*/ 6 w 42"/>
                  <a:gd name="T23" fmla="*/ 36 h 72"/>
                  <a:gd name="T24" fmla="*/ 6 w 42"/>
                  <a:gd name="T25" fmla="*/ 3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72">
                    <a:moveTo>
                      <a:pt x="6" y="36"/>
                    </a:moveTo>
                    <a:lnTo>
                      <a:pt x="0" y="18"/>
                    </a:lnTo>
                    <a:lnTo>
                      <a:pt x="12" y="6"/>
                    </a:lnTo>
                    <a:lnTo>
                      <a:pt x="0" y="6"/>
                    </a:lnTo>
                    <a:lnTo>
                      <a:pt x="12" y="6"/>
                    </a:lnTo>
                    <a:lnTo>
                      <a:pt x="24" y="6"/>
                    </a:lnTo>
                    <a:lnTo>
                      <a:pt x="36" y="6"/>
                    </a:lnTo>
                    <a:lnTo>
                      <a:pt x="42" y="0"/>
                    </a:lnTo>
                    <a:lnTo>
                      <a:pt x="30" y="18"/>
                    </a:lnTo>
                    <a:lnTo>
                      <a:pt x="42" y="48"/>
                    </a:lnTo>
                    <a:lnTo>
                      <a:pt x="12" y="72"/>
                    </a:lnTo>
                    <a:lnTo>
                      <a:pt x="6" y="36"/>
                    </a:lnTo>
                    <a:lnTo>
                      <a:pt x="6" y="3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65230" name="Freeform 14">
              <a:extLst>
                <a:ext uri="{FF2B5EF4-FFF2-40B4-BE49-F238E27FC236}">
                  <a16:creationId xmlns:a16="http://schemas.microsoft.com/office/drawing/2014/main" id="{C11F2EED-CA68-9D99-ADF9-9EAA146AA8AA}"/>
                </a:ext>
              </a:extLst>
            </p:cNvPr>
            <p:cNvSpPr>
              <a:spLocks/>
            </p:cNvSpPr>
            <p:nvPr userDrawn="1"/>
          </p:nvSpPr>
          <p:spPr bwMode="ltGray">
            <a:xfrm>
              <a:off x="0" y="3792"/>
              <a:ext cx="3976" cy="535"/>
            </a:xfrm>
            <a:custGeom>
              <a:avLst/>
              <a:gdLst>
                <a:gd name="T0" fmla="*/ 3976 w 3976"/>
                <a:gd name="T1" fmla="*/ 527 h 527"/>
                <a:gd name="T2" fmla="*/ 3970 w 3976"/>
                <a:gd name="T3" fmla="*/ 527 h 527"/>
                <a:gd name="T4" fmla="*/ 3844 w 3976"/>
                <a:gd name="T5" fmla="*/ 509 h 527"/>
                <a:gd name="T6" fmla="*/ 2487 w 3976"/>
                <a:gd name="T7" fmla="*/ 305 h 527"/>
                <a:gd name="T8" fmla="*/ 2039 w 3976"/>
                <a:gd name="T9" fmla="*/ 36 h 527"/>
                <a:gd name="T10" fmla="*/ 1907 w 3976"/>
                <a:gd name="T11" fmla="*/ 24 h 527"/>
                <a:gd name="T12" fmla="*/ 1883 w 3976"/>
                <a:gd name="T13" fmla="*/ 54 h 527"/>
                <a:gd name="T14" fmla="*/ 1859 w 3976"/>
                <a:gd name="T15" fmla="*/ 54 h 527"/>
                <a:gd name="T16" fmla="*/ 1830 w 3976"/>
                <a:gd name="T17" fmla="*/ 30 h 527"/>
                <a:gd name="T18" fmla="*/ 1704 w 3976"/>
                <a:gd name="T19" fmla="*/ 102 h 527"/>
                <a:gd name="T20" fmla="*/ 1608 w 3976"/>
                <a:gd name="T21" fmla="*/ 126 h 527"/>
                <a:gd name="T22" fmla="*/ 1561 w 3976"/>
                <a:gd name="T23" fmla="*/ 132 h 527"/>
                <a:gd name="T24" fmla="*/ 1495 w 3976"/>
                <a:gd name="T25" fmla="*/ 102 h 527"/>
                <a:gd name="T26" fmla="*/ 1357 w 3976"/>
                <a:gd name="T27" fmla="*/ 126 h 527"/>
                <a:gd name="T28" fmla="*/ 1285 w 3976"/>
                <a:gd name="T29" fmla="*/ 24 h 527"/>
                <a:gd name="T30" fmla="*/ 1280 w 3976"/>
                <a:gd name="T31" fmla="*/ 18 h 527"/>
                <a:gd name="T32" fmla="*/ 1262 w 3976"/>
                <a:gd name="T33" fmla="*/ 12 h 527"/>
                <a:gd name="T34" fmla="*/ 1238 w 3976"/>
                <a:gd name="T35" fmla="*/ 6 h 527"/>
                <a:gd name="T36" fmla="*/ 1220 w 3976"/>
                <a:gd name="T37" fmla="*/ 0 h 527"/>
                <a:gd name="T38" fmla="*/ 1196 w 3976"/>
                <a:gd name="T39" fmla="*/ 0 h 527"/>
                <a:gd name="T40" fmla="*/ 1166 w 3976"/>
                <a:gd name="T41" fmla="*/ 0 h 527"/>
                <a:gd name="T42" fmla="*/ 1142 w 3976"/>
                <a:gd name="T43" fmla="*/ 0 h 527"/>
                <a:gd name="T44" fmla="*/ 1136 w 3976"/>
                <a:gd name="T45" fmla="*/ 0 h 527"/>
                <a:gd name="T46" fmla="*/ 1130 w 3976"/>
                <a:gd name="T47" fmla="*/ 0 h 527"/>
                <a:gd name="T48" fmla="*/ 1124 w 3976"/>
                <a:gd name="T49" fmla="*/ 6 h 527"/>
                <a:gd name="T50" fmla="*/ 1118 w 3976"/>
                <a:gd name="T51" fmla="*/ 12 h 527"/>
                <a:gd name="T52" fmla="*/ 1100 w 3976"/>
                <a:gd name="T53" fmla="*/ 18 h 527"/>
                <a:gd name="T54" fmla="*/ 1088 w 3976"/>
                <a:gd name="T55" fmla="*/ 18 h 527"/>
                <a:gd name="T56" fmla="*/ 1070 w 3976"/>
                <a:gd name="T57" fmla="*/ 24 h 527"/>
                <a:gd name="T58" fmla="*/ 1052 w 3976"/>
                <a:gd name="T59" fmla="*/ 30 h 527"/>
                <a:gd name="T60" fmla="*/ 1034 w 3976"/>
                <a:gd name="T61" fmla="*/ 36 h 527"/>
                <a:gd name="T62" fmla="*/ 1028 w 3976"/>
                <a:gd name="T63" fmla="*/ 42 h 527"/>
                <a:gd name="T64" fmla="*/ 969 w 3976"/>
                <a:gd name="T65" fmla="*/ 60 h 527"/>
                <a:gd name="T66" fmla="*/ 921 w 3976"/>
                <a:gd name="T67" fmla="*/ 72 h 527"/>
                <a:gd name="T68" fmla="*/ 855 w 3976"/>
                <a:gd name="T69" fmla="*/ 48 h 527"/>
                <a:gd name="T70" fmla="*/ 825 w 3976"/>
                <a:gd name="T71" fmla="*/ 48 h 527"/>
                <a:gd name="T72" fmla="*/ 759 w 3976"/>
                <a:gd name="T73" fmla="*/ 72 h 527"/>
                <a:gd name="T74" fmla="*/ 735 w 3976"/>
                <a:gd name="T75" fmla="*/ 72 h 527"/>
                <a:gd name="T76" fmla="*/ 706 w 3976"/>
                <a:gd name="T77" fmla="*/ 60 h 527"/>
                <a:gd name="T78" fmla="*/ 640 w 3976"/>
                <a:gd name="T79" fmla="*/ 60 h 527"/>
                <a:gd name="T80" fmla="*/ 544 w 3976"/>
                <a:gd name="T81" fmla="*/ 72 h 527"/>
                <a:gd name="T82" fmla="*/ 389 w 3976"/>
                <a:gd name="T83" fmla="*/ 18 h 527"/>
                <a:gd name="T84" fmla="*/ 323 w 3976"/>
                <a:gd name="T85" fmla="*/ 60 h 527"/>
                <a:gd name="T86" fmla="*/ 317 w 3976"/>
                <a:gd name="T87" fmla="*/ 60 h 527"/>
                <a:gd name="T88" fmla="*/ 305 w 3976"/>
                <a:gd name="T89" fmla="*/ 72 h 527"/>
                <a:gd name="T90" fmla="*/ 287 w 3976"/>
                <a:gd name="T91" fmla="*/ 78 h 527"/>
                <a:gd name="T92" fmla="*/ 263 w 3976"/>
                <a:gd name="T93" fmla="*/ 90 h 527"/>
                <a:gd name="T94" fmla="*/ 203 w 3976"/>
                <a:gd name="T95" fmla="*/ 120 h 527"/>
                <a:gd name="T96" fmla="*/ 149 w 3976"/>
                <a:gd name="T97" fmla="*/ 150 h 527"/>
                <a:gd name="T98" fmla="*/ 78 w 3976"/>
                <a:gd name="T99" fmla="*/ 168 h 527"/>
                <a:gd name="T100" fmla="*/ 0 w 3976"/>
                <a:gd name="T101" fmla="*/ 180 h 527"/>
                <a:gd name="T102" fmla="*/ 0 w 3976"/>
                <a:gd name="T103" fmla="*/ 527 h 527"/>
                <a:gd name="T104" fmla="*/ 1010 w 3976"/>
                <a:gd name="T105" fmla="*/ 527 h 527"/>
                <a:gd name="T106" fmla="*/ 3725 w 3976"/>
                <a:gd name="T107" fmla="*/ 527 h 527"/>
                <a:gd name="T108" fmla="*/ 3976 w 3976"/>
                <a:gd name="T109" fmla="*/ 527 h 527"/>
                <a:gd name="T110" fmla="*/ 3976 w 3976"/>
                <a:gd name="T111" fmla="*/ 527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76" h="527">
                  <a:moveTo>
                    <a:pt x="3976" y="527"/>
                  </a:moveTo>
                  <a:lnTo>
                    <a:pt x="3970" y="527"/>
                  </a:lnTo>
                  <a:lnTo>
                    <a:pt x="3844" y="509"/>
                  </a:lnTo>
                  <a:lnTo>
                    <a:pt x="2487" y="305"/>
                  </a:lnTo>
                  <a:lnTo>
                    <a:pt x="2039" y="36"/>
                  </a:lnTo>
                  <a:lnTo>
                    <a:pt x="1907" y="24"/>
                  </a:lnTo>
                  <a:lnTo>
                    <a:pt x="1883" y="54"/>
                  </a:lnTo>
                  <a:lnTo>
                    <a:pt x="1859" y="54"/>
                  </a:lnTo>
                  <a:lnTo>
                    <a:pt x="1830" y="30"/>
                  </a:lnTo>
                  <a:lnTo>
                    <a:pt x="1704" y="102"/>
                  </a:lnTo>
                  <a:lnTo>
                    <a:pt x="1608" y="126"/>
                  </a:lnTo>
                  <a:lnTo>
                    <a:pt x="1561" y="132"/>
                  </a:lnTo>
                  <a:lnTo>
                    <a:pt x="1495" y="102"/>
                  </a:lnTo>
                  <a:lnTo>
                    <a:pt x="1357" y="126"/>
                  </a:lnTo>
                  <a:lnTo>
                    <a:pt x="1285" y="24"/>
                  </a:lnTo>
                  <a:lnTo>
                    <a:pt x="1280" y="18"/>
                  </a:lnTo>
                  <a:lnTo>
                    <a:pt x="1262" y="12"/>
                  </a:lnTo>
                  <a:lnTo>
                    <a:pt x="1238" y="6"/>
                  </a:lnTo>
                  <a:lnTo>
                    <a:pt x="1220" y="0"/>
                  </a:lnTo>
                  <a:lnTo>
                    <a:pt x="1196" y="0"/>
                  </a:lnTo>
                  <a:lnTo>
                    <a:pt x="1166" y="0"/>
                  </a:lnTo>
                  <a:lnTo>
                    <a:pt x="1142" y="0"/>
                  </a:lnTo>
                  <a:lnTo>
                    <a:pt x="1136" y="0"/>
                  </a:lnTo>
                  <a:lnTo>
                    <a:pt x="1130" y="0"/>
                  </a:lnTo>
                  <a:lnTo>
                    <a:pt x="1124" y="6"/>
                  </a:lnTo>
                  <a:lnTo>
                    <a:pt x="1118" y="12"/>
                  </a:lnTo>
                  <a:lnTo>
                    <a:pt x="1100" y="18"/>
                  </a:lnTo>
                  <a:lnTo>
                    <a:pt x="1088" y="18"/>
                  </a:lnTo>
                  <a:lnTo>
                    <a:pt x="1070" y="24"/>
                  </a:lnTo>
                  <a:lnTo>
                    <a:pt x="1052" y="30"/>
                  </a:lnTo>
                  <a:lnTo>
                    <a:pt x="1034" y="36"/>
                  </a:lnTo>
                  <a:lnTo>
                    <a:pt x="1028" y="42"/>
                  </a:lnTo>
                  <a:lnTo>
                    <a:pt x="969" y="60"/>
                  </a:lnTo>
                  <a:lnTo>
                    <a:pt x="921" y="72"/>
                  </a:lnTo>
                  <a:lnTo>
                    <a:pt x="855" y="48"/>
                  </a:lnTo>
                  <a:lnTo>
                    <a:pt x="825" y="48"/>
                  </a:lnTo>
                  <a:lnTo>
                    <a:pt x="759" y="72"/>
                  </a:lnTo>
                  <a:lnTo>
                    <a:pt x="735" y="72"/>
                  </a:lnTo>
                  <a:lnTo>
                    <a:pt x="706" y="60"/>
                  </a:lnTo>
                  <a:lnTo>
                    <a:pt x="640" y="60"/>
                  </a:lnTo>
                  <a:lnTo>
                    <a:pt x="544" y="72"/>
                  </a:lnTo>
                  <a:lnTo>
                    <a:pt x="389" y="18"/>
                  </a:lnTo>
                  <a:lnTo>
                    <a:pt x="323" y="60"/>
                  </a:lnTo>
                  <a:lnTo>
                    <a:pt x="317" y="60"/>
                  </a:lnTo>
                  <a:lnTo>
                    <a:pt x="305" y="72"/>
                  </a:lnTo>
                  <a:lnTo>
                    <a:pt x="287" y="78"/>
                  </a:lnTo>
                  <a:lnTo>
                    <a:pt x="263" y="90"/>
                  </a:lnTo>
                  <a:lnTo>
                    <a:pt x="203" y="120"/>
                  </a:lnTo>
                  <a:lnTo>
                    <a:pt x="149" y="150"/>
                  </a:lnTo>
                  <a:lnTo>
                    <a:pt x="78" y="168"/>
                  </a:lnTo>
                  <a:lnTo>
                    <a:pt x="0" y="180"/>
                  </a:lnTo>
                  <a:lnTo>
                    <a:pt x="0" y="527"/>
                  </a:lnTo>
                  <a:lnTo>
                    <a:pt x="1010" y="527"/>
                  </a:lnTo>
                  <a:lnTo>
                    <a:pt x="3725" y="527"/>
                  </a:lnTo>
                  <a:lnTo>
                    <a:pt x="3976" y="527"/>
                  </a:lnTo>
                  <a:lnTo>
                    <a:pt x="3976" y="527"/>
                  </a:lnTo>
                  <a:close/>
                </a:path>
              </a:pathLst>
            </a:custGeom>
            <a:gradFill rotWithShape="0">
              <a:gsLst>
                <a:gs pos="0">
                  <a:schemeClr val="bg2">
                    <a:gamma/>
                    <a:tint val="75686"/>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5231" name="Group 15">
            <a:extLst>
              <a:ext uri="{FF2B5EF4-FFF2-40B4-BE49-F238E27FC236}">
                <a16:creationId xmlns:a16="http://schemas.microsoft.com/office/drawing/2014/main" id="{097656E6-FEB1-0269-947F-40676EF7C02F}"/>
              </a:ext>
            </a:extLst>
          </p:cNvPr>
          <p:cNvGrpSpPr>
            <a:grpSpLocks/>
          </p:cNvGrpSpPr>
          <p:nvPr/>
        </p:nvGrpSpPr>
        <p:grpSpPr bwMode="auto">
          <a:xfrm>
            <a:off x="627063" y="6021388"/>
            <a:ext cx="5684837" cy="849312"/>
            <a:chOff x="395" y="3793"/>
            <a:chExt cx="3581" cy="535"/>
          </a:xfrm>
        </p:grpSpPr>
        <p:sp>
          <p:nvSpPr>
            <p:cNvPr id="265232" name="Freeform 16">
              <a:extLst>
                <a:ext uri="{FF2B5EF4-FFF2-40B4-BE49-F238E27FC236}">
                  <a16:creationId xmlns:a16="http://schemas.microsoft.com/office/drawing/2014/main" id="{51C0A8A8-55FB-A91F-DE8F-1B3AB69B5537}"/>
                </a:ext>
              </a:extLst>
            </p:cNvPr>
            <p:cNvSpPr>
              <a:spLocks/>
            </p:cNvSpPr>
            <p:nvPr userDrawn="1"/>
          </p:nvSpPr>
          <p:spPr bwMode="auto">
            <a:xfrm>
              <a:off x="1196" y="3793"/>
              <a:ext cx="365" cy="291"/>
            </a:xfrm>
            <a:custGeom>
              <a:avLst/>
              <a:gdLst>
                <a:gd name="T0" fmla="*/ 24 w 365"/>
                <a:gd name="T1" fmla="*/ 24 h 287"/>
                <a:gd name="T2" fmla="*/ 0 w 365"/>
                <a:gd name="T3" fmla="*/ 60 h 287"/>
                <a:gd name="T4" fmla="*/ 66 w 365"/>
                <a:gd name="T5" fmla="*/ 108 h 287"/>
                <a:gd name="T6" fmla="*/ 143 w 365"/>
                <a:gd name="T7" fmla="*/ 180 h 287"/>
                <a:gd name="T8" fmla="*/ 191 w 365"/>
                <a:gd name="T9" fmla="*/ 168 h 287"/>
                <a:gd name="T10" fmla="*/ 341 w 365"/>
                <a:gd name="T11" fmla="*/ 287 h 287"/>
                <a:gd name="T12" fmla="*/ 305 w 365"/>
                <a:gd name="T13" fmla="*/ 174 h 287"/>
                <a:gd name="T14" fmla="*/ 365 w 365"/>
                <a:gd name="T15" fmla="*/ 132 h 287"/>
                <a:gd name="T16" fmla="*/ 359 w 365"/>
                <a:gd name="T17" fmla="*/ 126 h 287"/>
                <a:gd name="T18" fmla="*/ 335 w 365"/>
                <a:gd name="T19" fmla="*/ 114 h 287"/>
                <a:gd name="T20" fmla="*/ 299 w 365"/>
                <a:gd name="T21" fmla="*/ 90 h 287"/>
                <a:gd name="T22" fmla="*/ 257 w 365"/>
                <a:gd name="T23" fmla="*/ 72 h 287"/>
                <a:gd name="T24" fmla="*/ 215 w 365"/>
                <a:gd name="T25" fmla="*/ 54 h 287"/>
                <a:gd name="T26" fmla="*/ 173 w 365"/>
                <a:gd name="T27" fmla="*/ 36 h 287"/>
                <a:gd name="T28" fmla="*/ 143 w 365"/>
                <a:gd name="T29" fmla="*/ 24 h 287"/>
                <a:gd name="T30" fmla="*/ 131 w 365"/>
                <a:gd name="T31" fmla="*/ 18 h 287"/>
                <a:gd name="T32" fmla="*/ 107 w 365"/>
                <a:gd name="T33" fmla="*/ 18 h 287"/>
                <a:gd name="T34" fmla="*/ 95 w 365"/>
                <a:gd name="T35" fmla="*/ 18 h 287"/>
                <a:gd name="T36" fmla="*/ 72 w 365"/>
                <a:gd name="T37" fmla="*/ 12 h 287"/>
                <a:gd name="T38" fmla="*/ 66 w 365"/>
                <a:gd name="T39" fmla="*/ 12 h 287"/>
                <a:gd name="T40" fmla="*/ 54 w 365"/>
                <a:gd name="T41" fmla="*/ 6 h 287"/>
                <a:gd name="T42" fmla="*/ 42 w 365"/>
                <a:gd name="T43" fmla="*/ 0 h 287"/>
                <a:gd name="T44" fmla="*/ 30 w 365"/>
                <a:gd name="T45" fmla="*/ 0 h 287"/>
                <a:gd name="T46" fmla="*/ 24 w 365"/>
                <a:gd name="T47" fmla="*/ 24 h 287"/>
                <a:gd name="T48" fmla="*/ 24 w 365"/>
                <a:gd name="T49" fmla="*/ 24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65" h="287">
                  <a:moveTo>
                    <a:pt x="24" y="24"/>
                  </a:moveTo>
                  <a:lnTo>
                    <a:pt x="0" y="60"/>
                  </a:lnTo>
                  <a:lnTo>
                    <a:pt x="66" y="108"/>
                  </a:lnTo>
                  <a:lnTo>
                    <a:pt x="143" y="180"/>
                  </a:lnTo>
                  <a:lnTo>
                    <a:pt x="191" y="168"/>
                  </a:lnTo>
                  <a:lnTo>
                    <a:pt x="341" y="287"/>
                  </a:lnTo>
                  <a:lnTo>
                    <a:pt x="305" y="174"/>
                  </a:lnTo>
                  <a:lnTo>
                    <a:pt x="365" y="132"/>
                  </a:lnTo>
                  <a:lnTo>
                    <a:pt x="359" y="126"/>
                  </a:lnTo>
                  <a:lnTo>
                    <a:pt x="335" y="114"/>
                  </a:lnTo>
                  <a:lnTo>
                    <a:pt x="299" y="90"/>
                  </a:lnTo>
                  <a:lnTo>
                    <a:pt x="257" y="72"/>
                  </a:lnTo>
                  <a:lnTo>
                    <a:pt x="215" y="54"/>
                  </a:lnTo>
                  <a:lnTo>
                    <a:pt x="173" y="36"/>
                  </a:lnTo>
                  <a:lnTo>
                    <a:pt x="143" y="24"/>
                  </a:lnTo>
                  <a:lnTo>
                    <a:pt x="131" y="18"/>
                  </a:lnTo>
                  <a:lnTo>
                    <a:pt x="107" y="18"/>
                  </a:lnTo>
                  <a:lnTo>
                    <a:pt x="95" y="18"/>
                  </a:lnTo>
                  <a:lnTo>
                    <a:pt x="72" y="12"/>
                  </a:lnTo>
                  <a:lnTo>
                    <a:pt x="66" y="12"/>
                  </a:lnTo>
                  <a:lnTo>
                    <a:pt x="54" y="6"/>
                  </a:lnTo>
                  <a:lnTo>
                    <a:pt x="42" y="0"/>
                  </a:lnTo>
                  <a:lnTo>
                    <a:pt x="30" y="0"/>
                  </a:lnTo>
                  <a:lnTo>
                    <a:pt x="24" y="24"/>
                  </a:lnTo>
                  <a:lnTo>
                    <a:pt x="24" y="24"/>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33" name="Freeform 17">
              <a:extLst>
                <a:ext uri="{FF2B5EF4-FFF2-40B4-BE49-F238E27FC236}">
                  <a16:creationId xmlns:a16="http://schemas.microsoft.com/office/drawing/2014/main" id="{B03FE6B6-87EC-C262-5DC0-3F0EFE663D9D}"/>
                </a:ext>
              </a:extLst>
            </p:cNvPr>
            <p:cNvSpPr>
              <a:spLocks/>
            </p:cNvSpPr>
            <p:nvPr userDrawn="1"/>
          </p:nvSpPr>
          <p:spPr bwMode="auto">
            <a:xfrm>
              <a:off x="1943" y="3829"/>
              <a:ext cx="2033" cy="499"/>
            </a:xfrm>
            <a:custGeom>
              <a:avLst/>
              <a:gdLst>
                <a:gd name="T0" fmla="*/ 186 w 2033"/>
                <a:gd name="T1" fmla="*/ 18 h 499"/>
                <a:gd name="T2" fmla="*/ 138 w 2033"/>
                <a:gd name="T3" fmla="*/ 6 h 499"/>
                <a:gd name="T4" fmla="*/ 96 w 2033"/>
                <a:gd name="T5" fmla="*/ 0 h 499"/>
                <a:gd name="T6" fmla="*/ 36 w 2033"/>
                <a:gd name="T7" fmla="*/ 0 h 499"/>
                <a:gd name="T8" fmla="*/ 12 w 2033"/>
                <a:gd name="T9" fmla="*/ 25 h 499"/>
                <a:gd name="T10" fmla="*/ 0 w 2033"/>
                <a:gd name="T11" fmla="*/ 128 h 499"/>
                <a:gd name="T12" fmla="*/ 60 w 2033"/>
                <a:gd name="T13" fmla="*/ 104 h 499"/>
                <a:gd name="T14" fmla="*/ 90 w 2033"/>
                <a:gd name="T15" fmla="*/ 134 h 499"/>
                <a:gd name="T16" fmla="*/ 150 w 2033"/>
                <a:gd name="T17" fmla="*/ 153 h 499"/>
                <a:gd name="T18" fmla="*/ 209 w 2033"/>
                <a:gd name="T19" fmla="*/ 273 h 499"/>
                <a:gd name="T20" fmla="*/ 401 w 2033"/>
                <a:gd name="T21" fmla="*/ 359 h 499"/>
                <a:gd name="T22" fmla="*/ 777 w 2033"/>
                <a:gd name="T23" fmla="*/ 359 h 499"/>
                <a:gd name="T24" fmla="*/ 2033 w 2033"/>
                <a:gd name="T25" fmla="*/ 499 h 499"/>
                <a:gd name="T26" fmla="*/ 2033 w 2033"/>
                <a:gd name="T27" fmla="*/ 499 h 499"/>
                <a:gd name="T28" fmla="*/ 1991 w 2033"/>
                <a:gd name="T29" fmla="*/ 493 h 499"/>
                <a:gd name="T30" fmla="*/ 676 w 2033"/>
                <a:gd name="T31" fmla="*/ 243 h 499"/>
                <a:gd name="T32" fmla="*/ 514 w 2033"/>
                <a:gd name="T33" fmla="*/ 159 h 499"/>
                <a:gd name="T34" fmla="*/ 425 w 2033"/>
                <a:gd name="T35" fmla="*/ 110 h 499"/>
                <a:gd name="T36" fmla="*/ 365 w 2033"/>
                <a:gd name="T37" fmla="*/ 92 h 499"/>
                <a:gd name="T38" fmla="*/ 281 w 2033"/>
                <a:gd name="T39" fmla="*/ 61 h 499"/>
                <a:gd name="T40" fmla="*/ 186 w 2033"/>
                <a:gd name="T41" fmla="*/ 18 h 499"/>
                <a:gd name="T42" fmla="*/ 186 w 2033"/>
                <a:gd name="T43" fmla="*/ 18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33" h="499">
                  <a:moveTo>
                    <a:pt x="186" y="18"/>
                  </a:moveTo>
                  <a:lnTo>
                    <a:pt x="138" y="6"/>
                  </a:lnTo>
                  <a:lnTo>
                    <a:pt x="96" y="0"/>
                  </a:lnTo>
                  <a:lnTo>
                    <a:pt x="36" y="0"/>
                  </a:lnTo>
                  <a:lnTo>
                    <a:pt x="12" y="25"/>
                  </a:lnTo>
                  <a:lnTo>
                    <a:pt x="0" y="128"/>
                  </a:lnTo>
                  <a:lnTo>
                    <a:pt x="60" y="104"/>
                  </a:lnTo>
                  <a:lnTo>
                    <a:pt x="90" y="134"/>
                  </a:lnTo>
                  <a:lnTo>
                    <a:pt x="150" y="153"/>
                  </a:lnTo>
                  <a:lnTo>
                    <a:pt x="209" y="273"/>
                  </a:lnTo>
                  <a:lnTo>
                    <a:pt x="401" y="359"/>
                  </a:lnTo>
                  <a:lnTo>
                    <a:pt x="777" y="359"/>
                  </a:lnTo>
                  <a:lnTo>
                    <a:pt x="2033" y="499"/>
                  </a:lnTo>
                  <a:lnTo>
                    <a:pt x="2033" y="499"/>
                  </a:lnTo>
                  <a:lnTo>
                    <a:pt x="1991" y="493"/>
                  </a:lnTo>
                  <a:lnTo>
                    <a:pt x="676" y="243"/>
                  </a:lnTo>
                  <a:lnTo>
                    <a:pt x="514" y="159"/>
                  </a:lnTo>
                  <a:lnTo>
                    <a:pt x="425" y="110"/>
                  </a:lnTo>
                  <a:lnTo>
                    <a:pt x="365" y="92"/>
                  </a:lnTo>
                  <a:lnTo>
                    <a:pt x="281" y="61"/>
                  </a:lnTo>
                  <a:lnTo>
                    <a:pt x="186" y="18"/>
                  </a:lnTo>
                  <a:lnTo>
                    <a:pt x="186" y="1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34" name="Freeform 18">
              <a:extLst>
                <a:ext uri="{FF2B5EF4-FFF2-40B4-BE49-F238E27FC236}">
                  <a16:creationId xmlns:a16="http://schemas.microsoft.com/office/drawing/2014/main" id="{6E1397D0-878A-5E95-0721-DDDF67DCF57E}"/>
                </a:ext>
              </a:extLst>
            </p:cNvPr>
            <p:cNvSpPr>
              <a:spLocks/>
            </p:cNvSpPr>
            <p:nvPr userDrawn="1"/>
          </p:nvSpPr>
          <p:spPr bwMode="auto">
            <a:xfrm>
              <a:off x="1830" y="3823"/>
              <a:ext cx="71" cy="61"/>
            </a:xfrm>
            <a:custGeom>
              <a:avLst/>
              <a:gdLst>
                <a:gd name="T0" fmla="*/ 0 w 71"/>
                <a:gd name="T1" fmla="*/ 18 h 60"/>
                <a:gd name="T2" fmla="*/ 6 w 71"/>
                <a:gd name="T3" fmla="*/ 18 h 60"/>
                <a:gd name="T4" fmla="*/ 12 w 71"/>
                <a:gd name="T5" fmla="*/ 12 h 60"/>
                <a:gd name="T6" fmla="*/ 6 w 71"/>
                <a:gd name="T7" fmla="*/ 6 h 60"/>
                <a:gd name="T8" fmla="*/ 0 w 71"/>
                <a:gd name="T9" fmla="*/ 0 h 60"/>
                <a:gd name="T10" fmla="*/ 29 w 71"/>
                <a:gd name="T11" fmla="*/ 18 h 60"/>
                <a:gd name="T12" fmla="*/ 53 w 71"/>
                <a:gd name="T13" fmla="*/ 18 h 60"/>
                <a:gd name="T14" fmla="*/ 59 w 71"/>
                <a:gd name="T15" fmla="*/ 30 h 60"/>
                <a:gd name="T16" fmla="*/ 65 w 71"/>
                <a:gd name="T17" fmla="*/ 42 h 60"/>
                <a:gd name="T18" fmla="*/ 71 w 71"/>
                <a:gd name="T19" fmla="*/ 54 h 60"/>
                <a:gd name="T20" fmla="*/ 71 w 71"/>
                <a:gd name="T21" fmla="*/ 60 h 60"/>
                <a:gd name="T22" fmla="*/ 59 w 71"/>
                <a:gd name="T23" fmla="*/ 54 h 60"/>
                <a:gd name="T24" fmla="*/ 47 w 71"/>
                <a:gd name="T25" fmla="*/ 42 h 60"/>
                <a:gd name="T26" fmla="*/ 23 w 71"/>
                <a:gd name="T27" fmla="*/ 30 h 60"/>
                <a:gd name="T28" fmla="*/ 23 w 71"/>
                <a:gd name="T29" fmla="*/ 36 h 60"/>
                <a:gd name="T30" fmla="*/ 18 w 71"/>
                <a:gd name="T31" fmla="*/ 42 h 60"/>
                <a:gd name="T32" fmla="*/ 12 w 71"/>
                <a:gd name="T33" fmla="*/ 48 h 60"/>
                <a:gd name="T34" fmla="*/ 6 w 71"/>
                <a:gd name="T35" fmla="*/ 48 h 60"/>
                <a:gd name="T36" fmla="*/ 6 w 71"/>
                <a:gd name="T37" fmla="*/ 48 h 60"/>
                <a:gd name="T38" fmla="*/ 6 w 71"/>
                <a:gd name="T39" fmla="*/ 36 h 60"/>
                <a:gd name="T40" fmla="*/ 0 w 71"/>
                <a:gd name="T41" fmla="*/ 18 h 60"/>
                <a:gd name="T42" fmla="*/ 0 w 71"/>
                <a:gd name="T43" fmla="*/ 1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1" h="60">
                  <a:moveTo>
                    <a:pt x="0" y="18"/>
                  </a:moveTo>
                  <a:lnTo>
                    <a:pt x="6" y="18"/>
                  </a:lnTo>
                  <a:lnTo>
                    <a:pt x="12" y="12"/>
                  </a:lnTo>
                  <a:lnTo>
                    <a:pt x="6" y="6"/>
                  </a:lnTo>
                  <a:lnTo>
                    <a:pt x="0" y="0"/>
                  </a:lnTo>
                  <a:lnTo>
                    <a:pt x="29" y="18"/>
                  </a:lnTo>
                  <a:lnTo>
                    <a:pt x="53" y="18"/>
                  </a:lnTo>
                  <a:lnTo>
                    <a:pt x="59" y="30"/>
                  </a:lnTo>
                  <a:lnTo>
                    <a:pt x="65" y="42"/>
                  </a:lnTo>
                  <a:lnTo>
                    <a:pt x="71" y="54"/>
                  </a:lnTo>
                  <a:lnTo>
                    <a:pt x="71" y="60"/>
                  </a:lnTo>
                  <a:lnTo>
                    <a:pt x="59" y="54"/>
                  </a:lnTo>
                  <a:lnTo>
                    <a:pt x="47" y="42"/>
                  </a:lnTo>
                  <a:lnTo>
                    <a:pt x="23" y="30"/>
                  </a:lnTo>
                  <a:lnTo>
                    <a:pt x="23" y="36"/>
                  </a:lnTo>
                  <a:lnTo>
                    <a:pt x="18" y="42"/>
                  </a:lnTo>
                  <a:lnTo>
                    <a:pt x="12" y="48"/>
                  </a:lnTo>
                  <a:lnTo>
                    <a:pt x="6" y="48"/>
                  </a:lnTo>
                  <a:lnTo>
                    <a:pt x="6" y="48"/>
                  </a:lnTo>
                  <a:lnTo>
                    <a:pt x="6" y="36"/>
                  </a:lnTo>
                  <a:lnTo>
                    <a:pt x="0" y="18"/>
                  </a:lnTo>
                  <a:lnTo>
                    <a:pt x="0" y="1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35" name="Freeform 19">
              <a:extLst>
                <a:ext uri="{FF2B5EF4-FFF2-40B4-BE49-F238E27FC236}">
                  <a16:creationId xmlns:a16="http://schemas.microsoft.com/office/drawing/2014/main" id="{D44695DD-5534-FC8F-4ED5-0C5533BB1D20}"/>
                </a:ext>
              </a:extLst>
            </p:cNvPr>
            <p:cNvSpPr>
              <a:spLocks/>
            </p:cNvSpPr>
            <p:nvPr userDrawn="1"/>
          </p:nvSpPr>
          <p:spPr bwMode="auto">
            <a:xfrm>
              <a:off x="855" y="3842"/>
              <a:ext cx="161" cy="164"/>
            </a:xfrm>
            <a:custGeom>
              <a:avLst/>
              <a:gdLst>
                <a:gd name="T0" fmla="*/ 30 w 161"/>
                <a:gd name="T1" fmla="*/ 0 h 162"/>
                <a:gd name="T2" fmla="*/ 48 w 161"/>
                <a:gd name="T3" fmla="*/ 6 h 162"/>
                <a:gd name="T4" fmla="*/ 72 w 161"/>
                <a:gd name="T5" fmla="*/ 6 h 162"/>
                <a:gd name="T6" fmla="*/ 114 w 161"/>
                <a:gd name="T7" fmla="*/ 12 h 162"/>
                <a:gd name="T8" fmla="*/ 96 w 161"/>
                <a:gd name="T9" fmla="*/ 54 h 162"/>
                <a:gd name="T10" fmla="*/ 96 w 161"/>
                <a:gd name="T11" fmla="*/ 60 h 162"/>
                <a:gd name="T12" fmla="*/ 102 w 161"/>
                <a:gd name="T13" fmla="*/ 72 h 162"/>
                <a:gd name="T14" fmla="*/ 108 w 161"/>
                <a:gd name="T15" fmla="*/ 84 h 162"/>
                <a:gd name="T16" fmla="*/ 120 w 161"/>
                <a:gd name="T17" fmla="*/ 96 h 162"/>
                <a:gd name="T18" fmla="*/ 143 w 161"/>
                <a:gd name="T19" fmla="*/ 114 h 162"/>
                <a:gd name="T20" fmla="*/ 155 w 161"/>
                <a:gd name="T21" fmla="*/ 138 h 162"/>
                <a:gd name="T22" fmla="*/ 161 w 161"/>
                <a:gd name="T23" fmla="*/ 156 h 162"/>
                <a:gd name="T24" fmla="*/ 161 w 161"/>
                <a:gd name="T25" fmla="*/ 162 h 162"/>
                <a:gd name="T26" fmla="*/ 96 w 161"/>
                <a:gd name="T27" fmla="*/ 102 h 162"/>
                <a:gd name="T28" fmla="*/ 30 w 161"/>
                <a:gd name="T29" fmla="*/ 54 h 162"/>
                <a:gd name="T30" fmla="*/ 0 w 161"/>
                <a:gd name="T31" fmla="*/ 0 h 162"/>
                <a:gd name="T32" fmla="*/ 30 w 161"/>
                <a:gd name="T33" fmla="*/ 0 h 162"/>
                <a:gd name="T34" fmla="*/ 30 w 161"/>
                <a:gd name="T35" fmla="*/ 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1" h="162">
                  <a:moveTo>
                    <a:pt x="30" y="0"/>
                  </a:moveTo>
                  <a:lnTo>
                    <a:pt x="48" y="6"/>
                  </a:lnTo>
                  <a:lnTo>
                    <a:pt x="72" y="6"/>
                  </a:lnTo>
                  <a:lnTo>
                    <a:pt x="114" y="12"/>
                  </a:lnTo>
                  <a:lnTo>
                    <a:pt x="96" y="54"/>
                  </a:lnTo>
                  <a:lnTo>
                    <a:pt x="96" y="60"/>
                  </a:lnTo>
                  <a:lnTo>
                    <a:pt x="102" y="72"/>
                  </a:lnTo>
                  <a:lnTo>
                    <a:pt x="108" y="84"/>
                  </a:lnTo>
                  <a:lnTo>
                    <a:pt x="120" y="96"/>
                  </a:lnTo>
                  <a:lnTo>
                    <a:pt x="143" y="114"/>
                  </a:lnTo>
                  <a:lnTo>
                    <a:pt x="155" y="138"/>
                  </a:lnTo>
                  <a:lnTo>
                    <a:pt x="161" y="156"/>
                  </a:lnTo>
                  <a:lnTo>
                    <a:pt x="161" y="162"/>
                  </a:lnTo>
                  <a:lnTo>
                    <a:pt x="96" y="102"/>
                  </a:lnTo>
                  <a:lnTo>
                    <a:pt x="30" y="54"/>
                  </a:lnTo>
                  <a:lnTo>
                    <a:pt x="0" y="0"/>
                  </a:lnTo>
                  <a:lnTo>
                    <a:pt x="30" y="0"/>
                  </a:lnTo>
                  <a:lnTo>
                    <a:pt x="3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36" name="Freeform 20">
              <a:extLst>
                <a:ext uri="{FF2B5EF4-FFF2-40B4-BE49-F238E27FC236}">
                  <a16:creationId xmlns:a16="http://schemas.microsoft.com/office/drawing/2014/main" id="{C1FE1D0B-FFA3-4E36-0C79-4BFA42E5258D}"/>
                </a:ext>
              </a:extLst>
            </p:cNvPr>
            <p:cNvSpPr>
              <a:spLocks/>
            </p:cNvSpPr>
            <p:nvPr userDrawn="1"/>
          </p:nvSpPr>
          <p:spPr bwMode="auto">
            <a:xfrm>
              <a:off x="706" y="3854"/>
              <a:ext cx="59" cy="61"/>
            </a:xfrm>
            <a:custGeom>
              <a:avLst/>
              <a:gdLst>
                <a:gd name="T0" fmla="*/ 59 w 59"/>
                <a:gd name="T1" fmla="*/ 6 h 60"/>
                <a:gd name="T2" fmla="*/ 41 w 59"/>
                <a:gd name="T3" fmla="*/ 30 h 60"/>
                <a:gd name="T4" fmla="*/ 41 w 59"/>
                <a:gd name="T5" fmla="*/ 36 h 60"/>
                <a:gd name="T6" fmla="*/ 47 w 59"/>
                <a:gd name="T7" fmla="*/ 42 h 60"/>
                <a:gd name="T8" fmla="*/ 53 w 59"/>
                <a:gd name="T9" fmla="*/ 54 h 60"/>
                <a:gd name="T10" fmla="*/ 53 w 59"/>
                <a:gd name="T11" fmla="*/ 60 h 60"/>
                <a:gd name="T12" fmla="*/ 47 w 59"/>
                <a:gd name="T13" fmla="*/ 54 h 60"/>
                <a:gd name="T14" fmla="*/ 35 w 59"/>
                <a:gd name="T15" fmla="*/ 48 h 60"/>
                <a:gd name="T16" fmla="*/ 23 w 59"/>
                <a:gd name="T17" fmla="*/ 36 h 60"/>
                <a:gd name="T18" fmla="*/ 17 w 59"/>
                <a:gd name="T19" fmla="*/ 30 h 60"/>
                <a:gd name="T20" fmla="*/ 0 w 59"/>
                <a:gd name="T21" fmla="*/ 0 h 60"/>
                <a:gd name="T22" fmla="*/ 59 w 59"/>
                <a:gd name="T23" fmla="*/ 6 h 60"/>
                <a:gd name="T24" fmla="*/ 59 w 59"/>
                <a:gd name="T25" fmla="*/ 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60">
                  <a:moveTo>
                    <a:pt x="59" y="6"/>
                  </a:moveTo>
                  <a:lnTo>
                    <a:pt x="41" y="30"/>
                  </a:lnTo>
                  <a:lnTo>
                    <a:pt x="41" y="36"/>
                  </a:lnTo>
                  <a:lnTo>
                    <a:pt x="47" y="42"/>
                  </a:lnTo>
                  <a:lnTo>
                    <a:pt x="53" y="54"/>
                  </a:lnTo>
                  <a:lnTo>
                    <a:pt x="53" y="60"/>
                  </a:lnTo>
                  <a:lnTo>
                    <a:pt x="47" y="54"/>
                  </a:lnTo>
                  <a:lnTo>
                    <a:pt x="35" y="48"/>
                  </a:lnTo>
                  <a:lnTo>
                    <a:pt x="23" y="36"/>
                  </a:lnTo>
                  <a:lnTo>
                    <a:pt x="17" y="30"/>
                  </a:lnTo>
                  <a:lnTo>
                    <a:pt x="0" y="0"/>
                  </a:lnTo>
                  <a:lnTo>
                    <a:pt x="59" y="6"/>
                  </a:lnTo>
                  <a:lnTo>
                    <a:pt x="59" y="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37" name="Freeform 21">
              <a:extLst>
                <a:ext uri="{FF2B5EF4-FFF2-40B4-BE49-F238E27FC236}">
                  <a16:creationId xmlns:a16="http://schemas.microsoft.com/office/drawing/2014/main" id="{1BCADD49-5511-8173-7FAD-EDB8880FE7D4}"/>
                </a:ext>
              </a:extLst>
            </p:cNvPr>
            <p:cNvSpPr>
              <a:spLocks/>
            </p:cNvSpPr>
            <p:nvPr userDrawn="1"/>
          </p:nvSpPr>
          <p:spPr bwMode="auto">
            <a:xfrm>
              <a:off x="395" y="3811"/>
              <a:ext cx="245" cy="207"/>
            </a:xfrm>
            <a:custGeom>
              <a:avLst/>
              <a:gdLst>
                <a:gd name="T0" fmla="*/ 233 w 245"/>
                <a:gd name="T1" fmla="*/ 36 h 204"/>
                <a:gd name="T2" fmla="*/ 245 w 245"/>
                <a:gd name="T3" fmla="*/ 42 h 204"/>
                <a:gd name="T4" fmla="*/ 209 w 245"/>
                <a:gd name="T5" fmla="*/ 84 h 204"/>
                <a:gd name="T6" fmla="*/ 143 w 245"/>
                <a:gd name="T7" fmla="*/ 132 h 204"/>
                <a:gd name="T8" fmla="*/ 167 w 245"/>
                <a:gd name="T9" fmla="*/ 156 h 204"/>
                <a:gd name="T10" fmla="*/ 179 w 245"/>
                <a:gd name="T11" fmla="*/ 204 h 204"/>
                <a:gd name="T12" fmla="*/ 77 w 245"/>
                <a:gd name="T13" fmla="*/ 132 h 204"/>
                <a:gd name="T14" fmla="*/ 47 w 245"/>
                <a:gd name="T15" fmla="*/ 84 h 204"/>
                <a:gd name="T16" fmla="*/ 89 w 245"/>
                <a:gd name="T17" fmla="*/ 66 h 204"/>
                <a:gd name="T18" fmla="*/ 59 w 245"/>
                <a:gd name="T19" fmla="*/ 36 h 204"/>
                <a:gd name="T20" fmla="*/ 0 w 245"/>
                <a:gd name="T21" fmla="*/ 12 h 204"/>
                <a:gd name="T22" fmla="*/ 0 w 245"/>
                <a:gd name="T23" fmla="*/ 0 h 204"/>
                <a:gd name="T24" fmla="*/ 6 w 245"/>
                <a:gd name="T25" fmla="*/ 0 h 204"/>
                <a:gd name="T26" fmla="*/ 12 w 245"/>
                <a:gd name="T27" fmla="*/ 0 h 204"/>
                <a:gd name="T28" fmla="*/ 47 w 245"/>
                <a:gd name="T29" fmla="*/ 6 h 204"/>
                <a:gd name="T30" fmla="*/ 77 w 245"/>
                <a:gd name="T31" fmla="*/ 6 h 204"/>
                <a:gd name="T32" fmla="*/ 83 w 245"/>
                <a:gd name="T33" fmla="*/ 6 h 204"/>
                <a:gd name="T34" fmla="*/ 89 w 245"/>
                <a:gd name="T35" fmla="*/ 6 h 204"/>
                <a:gd name="T36" fmla="*/ 101 w 245"/>
                <a:gd name="T37" fmla="*/ 12 h 204"/>
                <a:gd name="T38" fmla="*/ 125 w 245"/>
                <a:gd name="T39" fmla="*/ 12 h 204"/>
                <a:gd name="T40" fmla="*/ 143 w 245"/>
                <a:gd name="T41" fmla="*/ 18 h 204"/>
                <a:gd name="T42" fmla="*/ 149 w 245"/>
                <a:gd name="T43" fmla="*/ 18 h 204"/>
                <a:gd name="T44" fmla="*/ 149 w 245"/>
                <a:gd name="T45" fmla="*/ 18 h 204"/>
                <a:gd name="T46" fmla="*/ 203 w 245"/>
                <a:gd name="T47" fmla="*/ 24 h 204"/>
                <a:gd name="T48" fmla="*/ 233 w 245"/>
                <a:gd name="T49" fmla="*/ 36 h 204"/>
                <a:gd name="T50" fmla="*/ 233 w 245"/>
                <a:gd name="T51" fmla="*/ 36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5" h="204">
                  <a:moveTo>
                    <a:pt x="233" y="36"/>
                  </a:moveTo>
                  <a:lnTo>
                    <a:pt x="245" y="42"/>
                  </a:lnTo>
                  <a:lnTo>
                    <a:pt x="209" y="84"/>
                  </a:lnTo>
                  <a:lnTo>
                    <a:pt x="143" y="132"/>
                  </a:lnTo>
                  <a:lnTo>
                    <a:pt x="167" y="156"/>
                  </a:lnTo>
                  <a:lnTo>
                    <a:pt x="179" y="204"/>
                  </a:lnTo>
                  <a:lnTo>
                    <a:pt x="77" y="132"/>
                  </a:lnTo>
                  <a:lnTo>
                    <a:pt x="47" y="84"/>
                  </a:lnTo>
                  <a:lnTo>
                    <a:pt x="89" y="66"/>
                  </a:lnTo>
                  <a:lnTo>
                    <a:pt x="59" y="36"/>
                  </a:lnTo>
                  <a:lnTo>
                    <a:pt x="0" y="12"/>
                  </a:lnTo>
                  <a:lnTo>
                    <a:pt x="0" y="0"/>
                  </a:lnTo>
                  <a:lnTo>
                    <a:pt x="6" y="0"/>
                  </a:lnTo>
                  <a:lnTo>
                    <a:pt x="12" y="0"/>
                  </a:lnTo>
                  <a:lnTo>
                    <a:pt x="47" y="6"/>
                  </a:lnTo>
                  <a:lnTo>
                    <a:pt x="77" y="6"/>
                  </a:lnTo>
                  <a:lnTo>
                    <a:pt x="83" y="6"/>
                  </a:lnTo>
                  <a:lnTo>
                    <a:pt x="89" y="6"/>
                  </a:lnTo>
                  <a:lnTo>
                    <a:pt x="101" y="12"/>
                  </a:lnTo>
                  <a:lnTo>
                    <a:pt x="125" y="12"/>
                  </a:lnTo>
                  <a:lnTo>
                    <a:pt x="143" y="18"/>
                  </a:lnTo>
                  <a:lnTo>
                    <a:pt x="149" y="18"/>
                  </a:lnTo>
                  <a:lnTo>
                    <a:pt x="149" y="18"/>
                  </a:lnTo>
                  <a:lnTo>
                    <a:pt x="203" y="24"/>
                  </a:lnTo>
                  <a:lnTo>
                    <a:pt x="233" y="36"/>
                  </a:lnTo>
                  <a:lnTo>
                    <a:pt x="233" y="3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65238" name="Rectangle 22">
            <a:extLst>
              <a:ext uri="{FF2B5EF4-FFF2-40B4-BE49-F238E27FC236}">
                <a16:creationId xmlns:a16="http://schemas.microsoft.com/office/drawing/2014/main" id="{6562E86F-7E4F-91C7-ABFB-7D7FAA82AA97}"/>
              </a:ext>
            </a:extLst>
          </p:cNvPr>
          <p:cNvSpPr>
            <a:spLocks noGrp="1" noChangeArrowheads="1"/>
          </p:cNvSpPr>
          <p:nvPr>
            <p:ph type="ctrTitle" sz="quarter"/>
          </p:nvPr>
        </p:nvSpPr>
        <p:spPr>
          <a:xfrm>
            <a:off x="457200" y="1447800"/>
            <a:ext cx="8229600" cy="1736725"/>
          </a:xfrm>
        </p:spPr>
        <p:txBody>
          <a:bodyPr/>
          <a:lstStyle>
            <a:lvl1pPr>
              <a:defRPr sz="5400"/>
            </a:lvl1pPr>
          </a:lstStyle>
          <a:p>
            <a:pPr lvl="0"/>
            <a:r>
              <a:rPr lang="zh-CN" altLang="en-US" noProof="0"/>
              <a:t>单击此处编辑母版标题样式</a:t>
            </a:r>
          </a:p>
        </p:txBody>
      </p:sp>
      <p:sp>
        <p:nvSpPr>
          <p:cNvPr id="265239" name="Rectangle 23">
            <a:extLst>
              <a:ext uri="{FF2B5EF4-FFF2-40B4-BE49-F238E27FC236}">
                <a16:creationId xmlns:a16="http://schemas.microsoft.com/office/drawing/2014/main" id="{70A349B8-D3A9-4C06-0C89-121D5B0E9C2D}"/>
              </a:ext>
            </a:extLst>
          </p:cNvPr>
          <p:cNvSpPr>
            <a:spLocks noGrp="1" noChangeArrowheads="1"/>
          </p:cNvSpPr>
          <p:nvPr>
            <p:ph type="subTitle" sz="quarter" idx="1"/>
          </p:nvPr>
        </p:nvSpPr>
        <p:spPr>
          <a:xfrm>
            <a:off x="1371600" y="3429000"/>
            <a:ext cx="6400800" cy="1752600"/>
          </a:xfrm>
        </p:spPr>
        <p:txBody>
          <a:bodyPr/>
          <a:lstStyle>
            <a:lvl1pPr marL="0" indent="0" algn="ctr">
              <a:buFontTx/>
              <a:buNone/>
              <a:defRPr>
                <a:effectLst>
                  <a:outerShdw blurRad="38100" dist="38100" dir="2700000" algn="tl">
                    <a:srgbClr val="000000"/>
                  </a:outerShdw>
                </a:effectLst>
              </a:defRPr>
            </a:lvl1pPr>
          </a:lstStyle>
          <a:p>
            <a:pPr lvl="0"/>
            <a:r>
              <a:rPr lang="zh-CN" altLang="en-US" noProof="0"/>
              <a:t>单击此处编辑母版副标题样式</a:t>
            </a:r>
          </a:p>
        </p:txBody>
      </p:sp>
      <p:sp>
        <p:nvSpPr>
          <p:cNvPr id="265240" name="Rectangle 24">
            <a:extLst>
              <a:ext uri="{FF2B5EF4-FFF2-40B4-BE49-F238E27FC236}">
                <a16:creationId xmlns:a16="http://schemas.microsoft.com/office/drawing/2014/main" id="{C175C456-0C50-E135-50E8-90E6FE685A33}"/>
              </a:ext>
            </a:extLst>
          </p:cNvPr>
          <p:cNvSpPr>
            <a:spLocks noGrp="1" noChangeArrowheads="1"/>
          </p:cNvSpPr>
          <p:nvPr>
            <p:ph type="dt" sz="quarter" idx="2"/>
          </p:nvPr>
        </p:nvSpPr>
        <p:spPr/>
        <p:txBody>
          <a:bodyPr/>
          <a:lstStyle>
            <a:lvl1pPr>
              <a:defRPr/>
            </a:lvl1pPr>
          </a:lstStyle>
          <a:p>
            <a:r>
              <a:rPr lang="zh-CN" altLang="en-US"/>
              <a:t>讲义制作：李丽，陈志祥审</a:t>
            </a:r>
            <a:endParaRPr lang="en-US" altLang="zh-CN"/>
          </a:p>
        </p:txBody>
      </p:sp>
      <p:sp>
        <p:nvSpPr>
          <p:cNvPr id="265241" name="Rectangle 25">
            <a:extLst>
              <a:ext uri="{FF2B5EF4-FFF2-40B4-BE49-F238E27FC236}">
                <a16:creationId xmlns:a16="http://schemas.microsoft.com/office/drawing/2014/main" id="{F4C4278B-ABB8-E4B8-0D01-D77219A2618E}"/>
              </a:ext>
            </a:extLst>
          </p:cNvPr>
          <p:cNvSpPr>
            <a:spLocks noGrp="1" noChangeArrowheads="1"/>
          </p:cNvSpPr>
          <p:nvPr>
            <p:ph type="sldNum" sz="quarter" idx="4"/>
          </p:nvPr>
        </p:nvSpPr>
        <p:spPr/>
        <p:txBody>
          <a:bodyPr/>
          <a:lstStyle>
            <a:lvl1pPr>
              <a:defRPr/>
            </a:lvl1pPr>
          </a:lstStyle>
          <a:p>
            <a:fld id="{D2920776-A59B-495C-A61E-5419D78C0605}" type="slidenum">
              <a:rPr lang="en-US" altLang="zh-CN"/>
              <a:pPr/>
              <a:t>‹#›</a:t>
            </a:fld>
            <a:endParaRPr lang="en-US" altLang="zh-CN"/>
          </a:p>
        </p:txBody>
      </p:sp>
      <p:sp>
        <p:nvSpPr>
          <p:cNvPr id="265242" name="Rectangle 26">
            <a:extLst>
              <a:ext uri="{FF2B5EF4-FFF2-40B4-BE49-F238E27FC236}">
                <a16:creationId xmlns:a16="http://schemas.microsoft.com/office/drawing/2014/main" id="{7A9C330C-D2C7-D43C-8A1B-73671A138618}"/>
              </a:ext>
            </a:extLst>
          </p:cNvPr>
          <p:cNvSpPr>
            <a:spLocks noGrp="1" noChangeArrowheads="1"/>
          </p:cNvSpPr>
          <p:nvPr>
            <p:ph type="ftr" sz="quarter" idx="3"/>
          </p:nvPr>
        </p:nvSpPr>
        <p:spPr/>
        <p:txBody>
          <a:bodyPr/>
          <a:lstStyle>
            <a:lvl1pPr>
              <a:defRPr/>
            </a:lvl1pPr>
          </a:lstStyle>
          <a:p>
            <a:endParaRPr lang="en-US" altLang="zh-CN"/>
          </a:p>
        </p:txBody>
      </p:sp>
    </p:spTree>
  </p:cSld>
  <p:clrMapOvr>
    <a:masterClrMapping/>
  </p:clrMapOvr>
  <p:transition spd="slow">
    <p:strips dir="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E9095B-80FD-DD42-93B6-9BA3B5278E8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6E2AA10-B90B-A74B-FD05-3FB8C212AB1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28BA366-1FEF-4178-4325-F84FE78AC186}"/>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5" name="页脚占位符 4">
            <a:extLst>
              <a:ext uri="{FF2B5EF4-FFF2-40B4-BE49-F238E27FC236}">
                <a16:creationId xmlns:a16="http://schemas.microsoft.com/office/drawing/2014/main" id="{E45D4976-F5A7-2D42-CDB1-43EC2FE8C62F}"/>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7227BA66-E7A3-7537-B039-D8D959E68C82}"/>
              </a:ext>
            </a:extLst>
          </p:cNvPr>
          <p:cNvSpPr>
            <a:spLocks noGrp="1"/>
          </p:cNvSpPr>
          <p:nvPr>
            <p:ph type="sldNum" sz="quarter" idx="12"/>
          </p:nvPr>
        </p:nvSpPr>
        <p:spPr/>
        <p:txBody>
          <a:bodyPr/>
          <a:lstStyle>
            <a:lvl1pPr>
              <a:defRPr/>
            </a:lvl1pPr>
          </a:lstStyle>
          <a:p>
            <a:fld id="{C53921B9-3639-45F5-AE15-411696894378}" type="slidenum">
              <a:rPr lang="en-US" altLang="zh-CN"/>
              <a:pPr/>
              <a:t>‹#›</a:t>
            </a:fld>
            <a:endParaRPr lang="en-US" altLang="zh-CN"/>
          </a:p>
        </p:txBody>
      </p:sp>
    </p:spTree>
    <p:extLst>
      <p:ext uri="{BB962C8B-B14F-4D97-AF65-F5344CB8AC3E}">
        <p14:creationId xmlns:p14="http://schemas.microsoft.com/office/powerpoint/2010/main" val="2760054936"/>
      </p:ext>
    </p:extLst>
  </p:cSld>
  <p:clrMapOvr>
    <a:masterClrMapping/>
  </p:clrMapOvr>
  <p:transition spd="slow">
    <p:strips dir="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DCCF4F-11D6-6675-69C6-D18675AD528B}"/>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FD14DD4-E328-2E08-74DC-9EC72C0AE954}"/>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23BD158-D3CF-82E1-5DA2-F92B094C8F10}"/>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5" name="页脚占位符 4">
            <a:extLst>
              <a:ext uri="{FF2B5EF4-FFF2-40B4-BE49-F238E27FC236}">
                <a16:creationId xmlns:a16="http://schemas.microsoft.com/office/drawing/2014/main" id="{099BDEC3-2ACC-8BE7-B571-B74D2207F32B}"/>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1502161F-BA83-368A-FCDF-8D7573F55874}"/>
              </a:ext>
            </a:extLst>
          </p:cNvPr>
          <p:cNvSpPr>
            <a:spLocks noGrp="1"/>
          </p:cNvSpPr>
          <p:nvPr>
            <p:ph type="sldNum" sz="quarter" idx="12"/>
          </p:nvPr>
        </p:nvSpPr>
        <p:spPr/>
        <p:txBody>
          <a:bodyPr/>
          <a:lstStyle>
            <a:lvl1pPr>
              <a:defRPr/>
            </a:lvl1pPr>
          </a:lstStyle>
          <a:p>
            <a:fld id="{6C05973E-20F7-4B99-B2E8-0976BF41852A}" type="slidenum">
              <a:rPr lang="en-US" altLang="zh-CN"/>
              <a:pPr/>
              <a:t>‹#›</a:t>
            </a:fld>
            <a:endParaRPr lang="en-US" altLang="zh-CN"/>
          </a:p>
        </p:txBody>
      </p:sp>
    </p:spTree>
    <p:extLst>
      <p:ext uri="{BB962C8B-B14F-4D97-AF65-F5344CB8AC3E}">
        <p14:creationId xmlns:p14="http://schemas.microsoft.com/office/powerpoint/2010/main" val="4266394303"/>
      </p:ext>
    </p:extLst>
  </p:cSld>
  <p:clrMapOvr>
    <a:masterClrMapping/>
  </p:clrMapOvr>
  <p:transition spd="slow">
    <p:strips dir="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F9D5AA-EBBE-B979-3849-59D1B19DDFE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B119023-06C1-B76D-4117-B0F22B915F97}"/>
              </a:ext>
            </a:extLst>
          </p:cNvPr>
          <p:cNvSpPr>
            <a:spLocks noGrp="1"/>
          </p:cNvSpPr>
          <p:nvPr>
            <p:ph sz="half" idx="1"/>
          </p:nvPr>
        </p:nvSpPr>
        <p:spPr>
          <a:xfrm>
            <a:off x="457200" y="1600200"/>
            <a:ext cx="4038600" cy="4495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FB70E75-180F-784A-F44F-D1368EC0E513}"/>
              </a:ext>
            </a:extLst>
          </p:cNvPr>
          <p:cNvSpPr>
            <a:spLocks noGrp="1"/>
          </p:cNvSpPr>
          <p:nvPr>
            <p:ph sz="half" idx="2"/>
          </p:nvPr>
        </p:nvSpPr>
        <p:spPr>
          <a:xfrm>
            <a:off x="4648200" y="1600200"/>
            <a:ext cx="4038600" cy="4495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5D634B8D-1BAB-E388-602B-FF549355FC07}"/>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6" name="页脚占位符 5">
            <a:extLst>
              <a:ext uri="{FF2B5EF4-FFF2-40B4-BE49-F238E27FC236}">
                <a16:creationId xmlns:a16="http://schemas.microsoft.com/office/drawing/2014/main" id="{6010B479-8842-A0D1-1739-F4B46BE12162}"/>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20B99F1B-E31E-0937-BC9C-0440374493CA}"/>
              </a:ext>
            </a:extLst>
          </p:cNvPr>
          <p:cNvSpPr>
            <a:spLocks noGrp="1"/>
          </p:cNvSpPr>
          <p:nvPr>
            <p:ph type="sldNum" sz="quarter" idx="12"/>
          </p:nvPr>
        </p:nvSpPr>
        <p:spPr/>
        <p:txBody>
          <a:bodyPr/>
          <a:lstStyle>
            <a:lvl1pPr>
              <a:defRPr/>
            </a:lvl1pPr>
          </a:lstStyle>
          <a:p>
            <a:fld id="{72F01619-2815-4E6E-B217-29B93F8A3FBB}" type="slidenum">
              <a:rPr lang="en-US" altLang="zh-CN"/>
              <a:pPr/>
              <a:t>‹#›</a:t>
            </a:fld>
            <a:endParaRPr lang="en-US" altLang="zh-CN"/>
          </a:p>
        </p:txBody>
      </p:sp>
    </p:spTree>
    <p:extLst>
      <p:ext uri="{BB962C8B-B14F-4D97-AF65-F5344CB8AC3E}">
        <p14:creationId xmlns:p14="http://schemas.microsoft.com/office/powerpoint/2010/main" val="1554885571"/>
      </p:ext>
    </p:extLst>
  </p:cSld>
  <p:clrMapOvr>
    <a:masterClrMapping/>
  </p:clrMapOvr>
  <p:transition spd="slow">
    <p:strips dir="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F931AD-405A-7FC6-8C04-B1348007F6DD}"/>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E0646DB-929C-918B-F64B-110373D50B01}"/>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34B10F6-6636-1EA9-D589-70C53C48C64C}"/>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CA14DC8-F370-1AB4-8AC1-8279C5B16C6C}"/>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D5CA2C6-86E3-62D3-DF72-4CB8369CAAC6}"/>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551A2CB-61CD-EDD0-EF80-3EA628C34578}"/>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8" name="页脚占位符 7">
            <a:extLst>
              <a:ext uri="{FF2B5EF4-FFF2-40B4-BE49-F238E27FC236}">
                <a16:creationId xmlns:a16="http://schemas.microsoft.com/office/drawing/2014/main" id="{2698F5C4-19C6-982F-AE19-DD81CF6B3B4C}"/>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E62EF208-74BF-A620-6A3F-9D0C6846F97F}"/>
              </a:ext>
            </a:extLst>
          </p:cNvPr>
          <p:cNvSpPr>
            <a:spLocks noGrp="1"/>
          </p:cNvSpPr>
          <p:nvPr>
            <p:ph type="sldNum" sz="quarter" idx="12"/>
          </p:nvPr>
        </p:nvSpPr>
        <p:spPr/>
        <p:txBody>
          <a:bodyPr/>
          <a:lstStyle>
            <a:lvl1pPr>
              <a:defRPr/>
            </a:lvl1pPr>
          </a:lstStyle>
          <a:p>
            <a:fld id="{2C3A1258-631F-4C64-9656-44F7C7068E98}" type="slidenum">
              <a:rPr lang="en-US" altLang="zh-CN"/>
              <a:pPr/>
              <a:t>‹#›</a:t>
            </a:fld>
            <a:endParaRPr lang="en-US" altLang="zh-CN"/>
          </a:p>
        </p:txBody>
      </p:sp>
    </p:spTree>
    <p:extLst>
      <p:ext uri="{BB962C8B-B14F-4D97-AF65-F5344CB8AC3E}">
        <p14:creationId xmlns:p14="http://schemas.microsoft.com/office/powerpoint/2010/main" val="2605183189"/>
      </p:ext>
    </p:extLst>
  </p:cSld>
  <p:clrMapOvr>
    <a:masterClrMapping/>
  </p:clrMapOvr>
  <p:transition spd="slow">
    <p:strips dir="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BE5F0C-D5A2-1C59-DF81-709EC5AA845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AB055C3-47D9-CF9D-FA08-11ED3EC1B745}"/>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4" name="页脚占位符 3">
            <a:extLst>
              <a:ext uri="{FF2B5EF4-FFF2-40B4-BE49-F238E27FC236}">
                <a16:creationId xmlns:a16="http://schemas.microsoft.com/office/drawing/2014/main" id="{0B971BA7-979E-CBF9-56E7-39187D65CA01}"/>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88E32120-9EC5-F500-B9B6-E351401B0B1B}"/>
              </a:ext>
            </a:extLst>
          </p:cNvPr>
          <p:cNvSpPr>
            <a:spLocks noGrp="1"/>
          </p:cNvSpPr>
          <p:nvPr>
            <p:ph type="sldNum" sz="quarter" idx="12"/>
          </p:nvPr>
        </p:nvSpPr>
        <p:spPr/>
        <p:txBody>
          <a:bodyPr/>
          <a:lstStyle>
            <a:lvl1pPr>
              <a:defRPr/>
            </a:lvl1pPr>
          </a:lstStyle>
          <a:p>
            <a:fld id="{8F175AD2-8803-4D30-A03A-FF711774E31E}" type="slidenum">
              <a:rPr lang="en-US" altLang="zh-CN"/>
              <a:pPr/>
              <a:t>‹#›</a:t>
            </a:fld>
            <a:endParaRPr lang="en-US" altLang="zh-CN"/>
          </a:p>
        </p:txBody>
      </p:sp>
    </p:spTree>
    <p:extLst>
      <p:ext uri="{BB962C8B-B14F-4D97-AF65-F5344CB8AC3E}">
        <p14:creationId xmlns:p14="http://schemas.microsoft.com/office/powerpoint/2010/main" val="4120832345"/>
      </p:ext>
    </p:extLst>
  </p:cSld>
  <p:clrMapOvr>
    <a:masterClrMapping/>
  </p:clrMapOvr>
  <p:transition spd="slow">
    <p:strips dir="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17769AA-1D58-7AE5-30B0-0ACB9B902B49}"/>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3" name="页脚占位符 2">
            <a:extLst>
              <a:ext uri="{FF2B5EF4-FFF2-40B4-BE49-F238E27FC236}">
                <a16:creationId xmlns:a16="http://schemas.microsoft.com/office/drawing/2014/main" id="{DF340FE6-556D-0C75-CDEA-1AD41BC6F14F}"/>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D821809F-D810-91F5-43D1-D9A706613CFB}"/>
              </a:ext>
            </a:extLst>
          </p:cNvPr>
          <p:cNvSpPr>
            <a:spLocks noGrp="1"/>
          </p:cNvSpPr>
          <p:nvPr>
            <p:ph type="sldNum" sz="quarter" idx="12"/>
          </p:nvPr>
        </p:nvSpPr>
        <p:spPr/>
        <p:txBody>
          <a:bodyPr/>
          <a:lstStyle>
            <a:lvl1pPr>
              <a:defRPr/>
            </a:lvl1pPr>
          </a:lstStyle>
          <a:p>
            <a:fld id="{14A45A18-02E0-470C-A3BA-FA87E0B6A2B5}" type="slidenum">
              <a:rPr lang="en-US" altLang="zh-CN"/>
              <a:pPr/>
              <a:t>‹#›</a:t>
            </a:fld>
            <a:endParaRPr lang="en-US" altLang="zh-CN"/>
          </a:p>
        </p:txBody>
      </p:sp>
    </p:spTree>
    <p:extLst>
      <p:ext uri="{BB962C8B-B14F-4D97-AF65-F5344CB8AC3E}">
        <p14:creationId xmlns:p14="http://schemas.microsoft.com/office/powerpoint/2010/main" val="2565172677"/>
      </p:ext>
    </p:extLst>
  </p:cSld>
  <p:clrMapOvr>
    <a:masterClrMapping/>
  </p:clrMapOvr>
  <p:transition spd="slow">
    <p:strips dir="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A71732-9EB4-5A11-D400-EACC534E855B}"/>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ECE4FF6-031D-D99D-B3FA-DAE90BDE9FB5}"/>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9EDF0C8A-A409-9B76-5D50-A24EE576485C}"/>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37757FB-C02A-70B8-1D19-A29BE876E3EB}"/>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6" name="页脚占位符 5">
            <a:extLst>
              <a:ext uri="{FF2B5EF4-FFF2-40B4-BE49-F238E27FC236}">
                <a16:creationId xmlns:a16="http://schemas.microsoft.com/office/drawing/2014/main" id="{FCB51A41-FAD5-9850-320D-5E846724C387}"/>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74EE0D35-365B-FDAC-BEAD-50BFB71DC06B}"/>
              </a:ext>
            </a:extLst>
          </p:cNvPr>
          <p:cNvSpPr>
            <a:spLocks noGrp="1"/>
          </p:cNvSpPr>
          <p:nvPr>
            <p:ph type="sldNum" sz="quarter" idx="12"/>
          </p:nvPr>
        </p:nvSpPr>
        <p:spPr/>
        <p:txBody>
          <a:bodyPr/>
          <a:lstStyle>
            <a:lvl1pPr>
              <a:defRPr/>
            </a:lvl1pPr>
          </a:lstStyle>
          <a:p>
            <a:fld id="{8F24F220-D698-42E1-A3EC-F253BC18888D}" type="slidenum">
              <a:rPr lang="en-US" altLang="zh-CN"/>
              <a:pPr/>
              <a:t>‹#›</a:t>
            </a:fld>
            <a:endParaRPr lang="en-US" altLang="zh-CN"/>
          </a:p>
        </p:txBody>
      </p:sp>
    </p:spTree>
    <p:extLst>
      <p:ext uri="{BB962C8B-B14F-4D97-AF65-F5344CB8AC3E}">
        <p14:creationId xmlns:p14="http://schemas.microsoft.com/office/powerpoint/2010/main" val="275000584"/>
      </p:ext>
    </p:extLst>
  </p:cSld>
  <p:clrMapOvr>
    <a:masterClrMapping/>
  </p:clrMapOvr>
  <p:transition spd="slow">
    <p:strips dir="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49CEBA-9B1E-96E0-C176-4EC4DC89F552}"/>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8D2C1AD-1429-0CB2-839B-B1AE4903B6A0}"/>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A6DEF10B-9342-A104-1F1C-FEE9EEC88EBD}"/>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714D36E-CE44-3D41-2F9A-E547F32A80BC}"/>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6" name="页脚占位符 5">
            <a:extLst>
              <a:ext uri="{FF2B5EF4-FFF2-40B4-BE49-F238E27FC236}">
                <a16:creationId xmlns:a16="http://schemas.microsoft.com/office/drawing/2014/main" id="{C34E1B95-A6EE-1865-7644-E2CAC249329B}"/>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D0A072F2-4121-D581-3BCC-8AC9434FED5D}"/>
              </a:ext>
            </a:extLst>
          </p:cNvPr>
          <p:cNvSpPr>
            <a:spLocks noGrp="1"/>
          </p:cNvSpPr>
          <p:nvPr>
            <p:ph type="sldNum" sz="quarter" idx="12"/>
          </p:nvPr>
        </p:nvSpPr>
        <p:spPr/>
        <p:txBody>
          <a:bodyPr/>
          <a:lstStyle>
            <a:lvl1pPr>
              <a:defRPr/>
            </a:lvl1pPr>
          </a:lstStyle>
          <a:p>
            <a:fld id="{CB868383-B1DF-44E3-A56A-74974B0B8392}" type="slidenum">
              <a:rPr lang="en-US" altLang="zh-CN"/>
              <a:pPr/>
              <a:t>‹#›</a:t>
            </a:fld>
            <a:endParaRPr lang="en-US" altLang="zh-CN"/>
          </a:p>
        </p:txBody>
      </p:sp>
    </p:spTree>
    <p:extLst>
      <p:ext uri="{BB962C8B-B14F-4D97-AF65-F5344CB8AC3E}">
        <p14:creationId xmlns:p14="http://schemas.microsoft.com/office/powerpoint/2010/main" val="630892203"/>
      </p:ext>
    </p:extLst>
  </p:cSld>
  <p:clrMapOvr>
    <a:masterClrMapping/>
  </p:clrMapOvr>
  <p:transition spd="slow">
    <p:strips dir="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E3DF69-1C2D-1646-DB8D-4A0BF78E676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24127B7-A568-8AB0-1249-96105357CBF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B7EBBE2-4C41-5C1B-3AB2-ADE4E377A0F2}"/>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5" name="页脚占位符 4">
            <a:extLst>
              <a:ext uri="{FF2B5EF4-FFF2-40B4-BE49-F238E27FC236}">
                <a16:creationId xmlns:a16="http://schemas.microsoft.com/office/drawing/2014/main" id="{B9372854-71BE-B101-74E8-17A404FE049B}"/>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1C05142A-C110-C5BB-B703-29064348DBAC}"/>
              </a:ext>
            </a:extLst>
          </p:cNvPr>
          <p:cNvSpPr>
            <a:spLocks noGrp="1"/>
          </p:cNvSpPr>
          <p:nvPr>
            <p:ph type="sldNum" sz="quarter" idx="12"/>
          </p:nvPr>
        </p:nvSpPr>
        <p:spPr/>
        <p:txBody>
          <a:bodyPr/>
          <a:lstStyle>
            <a:lvl1pPr>
              <a:defRPr/>
            </a:lvl1pPr>
          </a:lstStyle>
          <a:p>
            <a:fld id="{1151EB82-B818-4B0F-9DD4-0C00D12EDE07}" type="slidenum">
              <a:rPr lang="en-US" altLang="zh-CN"/>
              <a:pPr/>
              <a:t>‹#›</a:t>
            </a:fld>
            <a:endParaRPr lang="en-US" altLang="zh-CN"/>
          </a:p>
        </p:txBody>
      </p:sp>
    </p:spTree>
    <p:extLst>
      <p:ext uri="{BB962C8B-B14F-4D97-AF65-F5344CB8AC3E}">
        <p14:creationId xmlns:p14="http://schemas.microsoft.com/office/powerpoint/2010/main" val="161901307"/>
      </p:ext>
    </p:extLst>
  </p:cSld>
  <p:clrMapOvr>
    <a:masterClrMapping/>
  </p:clrMapOvr>
  <p:transition spd="slow">
    <p:strips dir="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8EDD268-24BB-513A-142A-82D9874D5408}"/>
              </a:ext>
            </a:extLst>
          </p:cNvPr>
          <p:cNvSpPr>
            <a:spLocks noGrp="1"/>
          </p:cNvSpPr>
          <p:nvPr>
            <p:ph type="title" orient="vert"/>
          </p:nvPr>
        </p:nvSpPr>
        <p:spPr>
          <a:xfrm>
            <a:off x="6629400" y="228600"/>
            <a:ext cx="2057400" cy="5867400"/>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9D04EAE-2444-496B-3127-D4197E538CFF}"/>
              </a:ext>
            </a:extLst>
          </p:cNvPr>
          <p:cNvSpPr>
            <a:spLocks noGrp="1"/>
          </p:cNvSpPr>
          <p:nvPr>
            <p:ph type="body" orient="vert" idx="1"/>
          </p:nvPr>
        </p:nvSpPr>
        <p:spPr>
          <a:xfrm>
            <a:off x="457200" y="228600"/>
            <a:ext cx="6019800" cy="58674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FDD485E-EF9C-1FF0-209F-9122EABD4147}"/>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5" name="页脚占位符 4">
            <a:extLst>
              <a:ext uri="{FF2B5EF4-FFF2-40B4-BE49-F238E27FC236}">
                <a16:creationId xmlns:a16="http://schemas.microsoft.com/office/drawing/2014/main" id="{B2D502FC-D05F-DD71-FE49-FC36D7B93723}"/>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D880C5B7-3CA7-884F-B529-CD769DA9599F}"/>
              </a:ext>
            </a:extLst>
          </p:cNvPr>
          <p:cNvSpPr>
            <a:spLocks noGrp="1"/>
          </p:cNvSpPr>
          <p:nvPr>
            <p:ph type="sldNum" sz="quarter" idx="12"/>
          </p:nvPr>
        </p:nvSpPr>
        <p:spPr/>
        <p:txBody>
          <a:bodyPr/>
          <a:lstStyle>
            <a:lvl1pPr>
              <a:defRPr/>
            </a:lvl1pPr>
          </a:lstStyle>
          <a:p>
            <a:fld id="{2781251B-87BF-42A1-8F0F-046780AB9A9F}" type="slidenum">
              <a:rPr lang="en-US" altLang="zh-CN"/>
              <a:pPr/>
              <a:t>‹#›</a:t>
            </a:fld>
            <a:endParaRPr lang="en-US" altLang="zh-CN"/>
          </a:p>
        </p:txBody>
      </p:sp>
    </p:spTree>
    <p:extLst>
      <p:ext uri="{BB962C8B-B14F-4D97-AF65-F5344CB8AC3E}">
        <p14:creationId xmlns:p14="http://schemas.microsoft.com/office/powerpoint/2010/main" val="3623703935"/>
      </p:ext>
    </p:extLst>
  </p:cSld>
  <p:clrMapOvr>
    <a:masterClrMapping/>
  </p:clrMapOvr>
  <p:transition spd="slow">
    <p:strips dir="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amma/>
                <a:shade val="46275"/>
                <a:invGamma/>
              </a:schemeClr>
            </a:gs>
            <a:gs pos="100000">
              <a:schemeClr val="bg1"/>
            </a:gs>
          </a:gsLst>
          <a:lin ang="5400000" scaled="1"/>
        </a:gradFill>
        <a:effectLst/>
      </p:bgPr>
    </p:bg>
    <p:spTree>
      <p:nvGrpSpPr>
        <p:cNvPr id="1" name=""/>
        <p:cNvGrpSpPr/>
        <p:nvPr/>
      </p:nvGrpSpPr>
      <p:grpSpPr>
        <a:xfrm>
          <a:off x="0" y="0"/>
          <a:ext cx="0" cy="0"/>
          <a:chOff x="0" y="0"/>
          <a:chExt cx="0" cy="0"/>
        </a:xfrm>
      </p:grpSpPr>
      <p:grpSp>
        <p:nvGrpSpPr>
          <p:cNvPr id="264194" name="Group 2">
            <a:extLst>
              <a:ext uri="{FF2B5EF4-FFF2-40B4-BE49-F238E27FC236}">
                <a16:creationId xmlns:a16="http://schemas.microsoft.com/office/drawing/2014/main" id="{B245405F-473E-9DE1-5653-1CCE849A8645}"/>
              </a:ext>
            </a:extLst>
          </p:cNvPr>
          <p:cNvGrpSpPr>
            <a:grpSpLocks/>
          </p:cNvGrpSpPr>
          <p:nvPr/>
        </p:nvGrpSpPr>
        <p:grpSpPr bwMode="auto">
          <a:xfrm>
            <a:off x="0" y="0"/>
            <a:ext cx="9144000" cy="6858000"/>
            <a:chOff x="0" y="0"/>
            <a:chExt cx="5760" cy="4320"/>
          </a:xfrm>
        </p:grpSpPr>
        <p:sp>
          <p:nvSpPr>
            <p:cNvPr id="264195" name="Freeform 3">
              <a:extLst>
                <a:ext uri="{FF2B5EF4-FFF2-40B4-BE49-F238E27FC236}">
                  <a16:creationId xmlns:a16="http://schemas.microsoft.com/office/drawing/2014/main" id="{E1E37A2E-90A7-C1E6-D63E-A9A53A7C956B}"/>
                </a:ext>
              </a:extLst>
            </p:cNvPr>
            <p:cNvSpPr>
              <a:spLocks/>
            </p:cNvSpPr>
            <p:nvPr/>
          </p:nvSpPr>
          <p:spPr bwMode="hidden">
            <a:xfrm>
              <a:off x="0" y="3072"/>
              <a:ext cx="5760" cy="1248"/>
            </a:xfrm>
            <a:custGeom>
              <a:avLst/>
              <a:gdLst>
                <a:gd name="T0" fmla="*/ 6027 w 6027"/>
                <a:gd name="T1" fmla="*/ 2296 h 2296"/>
                <a:gd name="T2" fmla="*/ 0 w 6027"/>
                <a:gd name="T3" fmla="*/ 2296 h 2296"/>
                <a:gd name="T4" fmla="*/ 0 w 6027"/>
                <a:gd name="T5" fmla="*/ 0 h 2296"/>
                <a:gd name="T6" fmla="*/ 6027 w 6027"/>
                <a:gd name="T7" fmla="*/ 0 h 2296"/>
                <a:gd name="T8" fmla="*/ 6027 w 6027"/>
                <a:gd name="T9" fmla="*/ 2296 h 2296"/>
                <a:gd name="T10" fmla="*/ 6027 w 6027"/>
                <a:gd name="T11" fmla="*/ 2296 h 2296"/>
              </a:gdLst>
              <a:ahLst/>
              <a:cxnLst>
                <a:cxn ang="0">
                  <a:pos x="T0" y="T1"/>
                </a:cxn>
                <a:cxn ang="0">
                  <a:pos x="T2" y="T3"/>
                </a:cxn>
                <a:cxn ang="0">
                  <a:pos x="T4" y="T5"/>
                </a:cxn>
                <a:cxn ang="0">
                  <a:pos x="T6" y="T7"/>
                </a:cxn>
                <a:cxn ang="0">
                  <a:pos x="T8" y="T9"/>
                </a:cxn>
                <a:cxn ang="0">
                  <a:pos x="T10" y="T11"/>
                </a:cxn>
              </a:cxnLst>
              <a:rect l="0" t="0" r="r" b="b"/>
              <a:pathLst>
                <a:path w="6027" h="2296">
                  <a:moveTo>
                    <a:pt x="6027" y="2296"/>
                  </a:moveTo>
                  <a:lnTo>
                    <a:pt x="0" y="2296"/>
                  </a:lnTo>
                  <a:lnTo>
                    <a:pt x="0" y="0"/>
                  </a:lnTo>
                  <a:lnTo>
                    <a:pt x="6027" y="0"/>
                  </a:lnTo>
                  <a:lnTo>
                    <a:pt x="6027" y="2296"/>
                  </a:lnTo>
                  <a:lnTo>
                    <a:pt x="6027" y="2296"/>
                  </a:lnTo>
                  <a:close/>
                </a:path>
              </a:pathLst>
            </a:custGeom>
            <a:gradFill rotWithShape="0">
              <a:gsLst>
                <a:gs pos="0">
                  <a:schemeClr val="bg1"/>
                </a:gs>
                <a:gs pos="100000">
                  <a:schemeClr val="accent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196" name="Freeform 4">
              <a:extLst>
                <a:ext uri="{FF2B5EF4-FFF2-40B4-BE49-F238E27FC236}">
                  <a16:creationId xmlns:a16="http://schemas.microsoft.com/office/drawing/2014/main" id="{3D975698-DE52-CFEC-9F72-711CCEFAFFE1}"/>
                </a:ext>
              </a:extLst>
            </p:cNvPr>
            <p:cNvSpPr>
              <a:spLocks/>
            </p:cNvSpPr>
            <p:nvPr/>
          </p:nvSpPr>
          <p:spPr bwMode="hidden">
            <a:xfrm>
              <a:off x="0" y="0"/>
              <a:ext cx="5760" cy="3072"/>
            </a:xfrm>
            <a:custGeom>
              <a:avLst/>
              <a:gdLst>
                <a:gd name="T0" fmla="*/ 6027 w 6027"/>
                <a:gd name="T1" fmla="*/ 2296 h 2296"/>
                <a:gd name="T2" fmla="*/ 0 w 6027"/>
                <a:gd name="T3" fmla="*/ 2296 h 2296"/>
                <a:gd name="T4" fmla="*/ 0 w 6027"/>
                <a:gd name="T5" fmla="*/ 0 h 2296"/>
                <a:gd name="T6" fmla="*/ 6027 w 6027"/>
                <a:gd name="T7" fmla="*/ 0 h 2296"/>
                <a:gd name="T8" fmla="*/ 6027 w 6027"/>
                <a:gd name="T9" fmla="*/ 2296 h 2296"/>
                <a:gd name="T10" fmla="*/ 6027 w 6027"/>
                <a:gd name="T11" fmla="*/ 2296 h 2296"/>
              </a:gdLst>
              <a:ahLst/>
              <a:cxnLst>
                <a:cxn ang="0">
                  <a:pos x="T0" y="T1"/>
                </a:cxn>
                <a:cxn ang="0">
                  <a:pos x="T2" y="T3"/>
                </a:cxn>
                <a:cxn ang="0">
                  <a:pos x="T4" y="T5"/>
                </a:cxn>
                <a:cxn ang="0">
                  <a:pos x="T6" y="T7"/>
                </a:cxn>
                <a:cxn ang="0">
                  <a:pos x="T8" y="T9"/>
                </a:cxn>
                <a:cxn ang="0">
                  <a:pos x="T10" y="T11"/>
                </a:cxn>
              </a:cxnLst>
              <a:rect l="0" t="0" r="r" b="b"/>
              <a:pathLst>
                <a:path w="6027" h="2296">
                  <a:moveTo>
                    <a:pt x="6027" y="2296"/>
                  </a:moveTo>
                  <a:lnTo>
                    <a:pt x="0" y="2296"/>
                  </a:lnTo>
                  <a:lnTo>
                    <a:pt x="0" y="0"/>
                  </a:lnTo>
                  <a:lnTo>
                    <a:pt x="6027" y="0"/>
                  </a:lnTo>
                  <a:lnTo>
                    <a:pt x="6027" y="2296"/>
                  </a:lnTo>
                  <a:lnTo>
                    <a:pt x="6027" y="2296"/>
                  </a:lnTo>
                  <a:close/>
                </a:path>
              </a:pathLst>
            </a:custGeom>
            <a:gradFill rotWithShape="0">
              <a:gsLst>
                <a:gs pos="0">
                  <a:schemeClr val="bg1">
                    <a:gamma/>
                    <a:shade val="46275"/>
                    <a:invGamma/>
                  </a:schemeClr>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64197" name="Freeform 5">
            <a:extLst>
              <a:ext uri="{FF2B5EF4-FFF2-40B4-BE49-F238E27FC236}">
                <a16:creationId xmlns:a16="http://schemas.microsoft.com/office/drawing/2014/main" id="{BC05A780-7264-3297-34E1-8D9A870256F2}"/>
              </a:ext>
            </a:extLst>
          </p:cNvPr>
          <p:cNvSpPr>
            <a:spLocks/>
          </p:cNvSpPr>
          <p:nvPr/>
        </p:nvSpPr>
        <p:spPr bwMode="hidden">
          <a:xfrm>
            <a:off x="6248400" y="6262688"/>
            <a:ext cx="2895600" cy="609600"/>
          </a:xfrm>
          <a:custGeom>
            <a:avLst/>
            <a:gdLst>
              <a:gd name="T0" fmla="*/ 5748 w 5748"/>
              <a:gd name="T1" fmla="*/ 246 h 246"/>
              <a:gd name="T2" fmla="*/ 0 w 5748"/>
              <a:gd name="T3" fmla="*/ 246 h 246"/>
              <a:gd name="T4" fmla="*/ 0 w 5748"/>
              <a:gd name="T5" fmla="*/ 0 h 246"/>
              <a:gd name="T6" fmla="*/ 5748 w 5748"/>
              <a:gd name="T7" fmla="*/ 0 h 246"/>
              <a:gd name="T8" fmla="*/ 5748 w 5748"/>
              <a:gd name="T9" fmla="*/ 246 h 246"/>
              <a:gd name="T10" fmla="*/ 5748 w 5748"/>
              <a:gd name="T11" fmla="*/ 246 h 246"/>
            </a:gdLst>
            <a:ahLst/>
            <a:cxnLst>
              <a:cxn ang="0">
                <a:pos x="T0" y="T1"/>
              </a:cxn>
              <a:cxn ang="0">
                <a:pos x="T2" y="T3"/>
              </a:cxn>
              <a:cxn ang="0">
                <a:pos x="T4" y="T5"/>
              </a:cxn>
              <a:cxn ang="0">
                <a:pos x="T6" y="T7"/>
              </a:cxn>
              <a:cxn ang="0">
                <a:pos x="T8" y="T9"/>
              </a:cxn>
              <a:cxn ang="0">
                <a:pos x="T10" y="T11"/>
              </a:cxn>
            </a:cxnLst>
            <a:rect l="0" t="0" r="r" b="b"/>
            <a:pathLst>
              <a:path w="5748" h="246">
                <a:moveTo>
                  <a:pt x="5748" y="246"/>
                </a:moveTo>
                <a:lnTo>
                  <a:pt x="0" y="246"/>
                </a:lnTo>
                <a:lnTo>
                  <a:pt x="0" y="0"/>
                </a:lnTo>
                <a:lnTo>
                  <a:pt x="5748" y="0"/>
                </a:lnTo>
                <a:lnTo>
                  <a:pt x="5748" y="246"/>
                </a:lnTo>
                <a:lnTo>
                  <a:pt x="5748" y="246"/>
                </a:lnTo>
                <a:close/>
              </a:path>
            </a:pathLst>
          </a:cu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64198" name="Group 6">
            <a:extLst>
              <a:ext uri="{FF2B5EF4-FFF2-40B4-BE49-F238E27FC236}">
                <a16:creationId xmlns:a16="http://schemas.microsoft.com/office/drawing/2014/main" id="{2ED01C30-CB10-DE09-5853-BE1770E4554E}"/>
              </a:ext>
            </a:extLst>
          </p:cNvPr>
          <p:cNvGrpSpPr>
            <a:grpSpLocks/>
          </p:cNvGrpSpPr>
          <p:nvPr/>
        </p:nvGrpSpPr>
        <p:grpSpPr bwMode="auto">
          <a:xfrm>
            <a:off x="0" y="6019800"/>
            <a:ext cx="7848600" cy="857250"/>
            <a:chOff x="0" y="3792"/>
            <a:chExt cx="4944" cy="540"/>
          </a:xfrm>
        </p:grpSpPr>
        <p:sp>
          <p:nvSpPr>
            <p:cNvPr id="264199" name="Freeform 7">
              <a:extLst>
                <a:ext uri="{FF2B5EF4-FFF2-40B4-BE49-F238E27FC236}">
                  <a16:creationId xmlns:a16="http://schemas.microsoft.com/office/drawing/2014/main" id="{E7A2FBFC-BB5C-1339-C977-7FB96122FEFF}"/>
                </a:ext>
              </a:extLst>
            </p:cNvPr>
            <p:cNvSpPr>
              <a:spLocks/>
            </p:cNvSpPr>
            <p:nvPr userDrawn="1"/>
          </p:nvSpPr>
          <p:spPr bwMode="ltGray">
            <a:xfrm>
              <a:off x="1488" y="3792"/>
              <a:ext cx="3240" cy="536"/>
            </a:xfrm>
            <a:custGeom>
              <a:avLst/>
              <a:gdLst>
                <a:gd name="T0" fmla="*/ 3132 w 3240"/>
                <a:gd name="T1" fmla="*/ 469 h 536"/>
                <a:gd name="T2" fmla="*/ 2995 w 3240"/>
                <a:gd name="T3" fmla="*/ 395 h 536"/>
                <a:gd name="T4" fmla="*/ 2911 w 3240"/>
                <a:gd name="T5" fmla="*/ 375 h 536"/>
                <a:gd name="T6" fmla="*/ 2678 w 3240"/>
                <a:gd name="T7" fmla="*/ 228 h 536"/>
                <a:gd name="T8" fmla="*/ 2553 w 3240"/>
                <a:gd name="T9" fmla="*/ 74 h 536"/>
                <a:gd name="T10" fmla="*/ 2457 w 3240"/>
                <a:gd name="T11" fmla="*/ 7 h 536"/>
                <a:gd name="T12" fmla="*/ 2403 w 3240"/>
                <a:gd name="T13" fmla="*/ 47 h 536"/>
                <a:gd name="T14" fmla="*/ 2289 w 3240"/>
                <a:gd name="T15" fmla="*/ 74 h 536"/>
                <a:gd name="T16" fmla="*/ 2134 w 3240"/>
                <a:gd name="T17" fmla="*/ 74 h 536"/>
                <a:gd name="T18" fmla="*/ 2044 w 3240"/>
                <a:gd name="T19" fmla="*/ 128 h 536"/>
                <a:gd name="T20" fmla="*/ 1775 w 3240"/>
                <a:gd name="T21" fmla="*/ 222 h 536"/>
                <a:gd name="T22" fmla="*/ 1602 w 3240"/>
                <a:gd name="T23" fmla="*/ 181 h 536"/>
                <a:gd name="T24" fmla="*/ 1560 w 3240"/>
                <a:gd name="T25" fmla="*/ 101 h 536"/>
                <a:gd name="T26" fmla="*/ 1542 w 3240"/>
                <a:gd name="T27" fmla="*/ 87 h 536"/>
                <a:gd name="T28" fmla="*/ 1446 w 3240"/>
                <a:gd name="T29" fmla="*/ 60 h 536"/>
                <a:gd name="T30" fmla="*/ 1375 w 3240"/>
                <a:gd name="T31" fmla="*/ 74 h 536"/>
                <a:gd name="T32" fmla="*/ 1309 w 3240"/>
                <a:gd name="T33" fmla="*/ 87 h 536"/>
                <a:gd name="T34" fmla="*/ 1243 w 3240"/>
                <a:gd name="T35" fmla="*/ 13 h 536"/>
                <a:gd name="T36" fmla="*/ 1225 w 3240"/>
                <a:gd name="T37" fmla="*/ 0 h 536"/>
                <a:gd name="T38" fmla="*/ 1189 w 3240"/>
                <a:gd name="T39" fmla="*/ 0 h 536"/>
                <a:gd name="T40" fmla="*/ 1106 w 3240"/>
                <a:gd name="T41" fmla="*/ 34 h 536"/>
                <a:gd name="T42" fmla="*/ 1106 w 3240"/>
                <a:gd name="T43" fmla="*/ 34 h 536"/>
                <a:gd name="T44" fmla="*/ 1094 w 3240"/>
                <a:gd name="T45" fmla="*/ 40 h 536"/>
                <a:gd name="T46" fmla="*/ 1070 w 3240"/>
                <a:gd name="T47" fmla="*/ 54 h 536"/>
                <a:gd name="T48" fmla="*/ 1034 w 3240"/>
                <a:gd name="T49" fmla="*/ 74 h 536"/>
                <a:gd name="T50" fmla="*/ 1004 w 3240"/>
                <a:gd name="T51" fmla="*/ 74 h 536"/>
                <a:gd name="T52" fmla="*/ 986 w 3240"/>
                <a:gd name="T53" fmla="*/ 74 h 536"/>
                <a:gd name="T54" fmla="*/ 956 w 3240"/>
                <a:gd name="T55" fmla="*/ 81 h 536"/>
                <a:gd name="T56" fmla="*/ 920 w 3240"/>
                <a:gd name="T57" fmla="*/ 94 h 536"/>
                <a:gd name="T58" fmla="*/ 884 w 3240"/>
                <a:gd name="T59" fmla="*/ 107 h 536"/>
                <a:gd name="T60" fmla="*/ 843 w 3240"/>
                <a:gd name="T61" fmla="*/ 128 h 536"/>
                <a:gd name="T62" fmla="*/ 813 w 3240"/>
                <a:gd name="T63" fmla="*/ 141 h 536"/>
                <a:gd name="T64" fmla="*/ 789 w 3240"/>
                <a:gd name="T65" fmla="*/ 148 h 536"/>
                <a:gd name="T66" fmla="*/ 783 w 3240"/>
                <a:gd name="T67" fmla="*/ 154 h 536"/>
                <a:gd name="T68" fmla="*/ 556 w 3240"/>
                <a:gd name="T69" fmla="*/ 228 h 536"/>
                <a:gd name="T70" fmla="*/ 394 w 3240"/>
                <a:gd name="T71" fmla="*/ 294 h 536"/>
                <a:gd name="T72" fmla="*/ 107 w 3240"/>
                <a:gd name="T73" fmla="*/ 462 h 536"/>
                <a:gd name="T74" fmla="*/ 0 w 3240"/>
                <a:gd name="T75" fmla="*/ 536 h 536"/>
                <a:gd name="T76" fmla="*/ 3240 w 3240"/>
                <a:gd name="T77" fmla="*/ 536 h 536"/>
                <a:gd name="T78" fmla="*/ 3132 w 3240"/>
                <a:gd name="T79" fmla="*/ 469 h 536"/>
                <a:gd name="T80" fmla="*/ 3132 w 3240"/>
                <a:gd name="T81" fmla="*/ 469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40" h="536">
                  <a:moveTo>
                    <a:pt x="3132" y="469"/>
                  </a:moveTo>
                  <a:lnTo>
                    <a:pt x="2995" y="395"/>
                  </a:lnTo>
                  <a:lnTo>
                    <a:pt x="2911" y="375"/>
                  </a:lnTo>
                  <a:lnTo>
                    <a:pt x="2678" y="228"/>
                  </a:lnTo>
                  <a:lnTo>
                    <a:pt x="2553" y="74"/>
                  </a:lnTo>
                  <a:lnTo>
                    <a:pt x="2457" y="7"/>
                  </a:lnTo>
                  <a:lnTo>
                    <a:pt x="2403" y="47"/>
                  </a:lnTo>
                  <a:lnTo>
                    <a:pt x="2289" y="74"/>
                  </a:lnTo>
                  <a:lnTo>
                    <a:pt x="2134" y="74"/>
                  </a:lnTo>
                  <a:lnTo>
                    <a:pt x="2044" y="128"/>
                  </a:lnTo>
                  <a:lnTo>
                    <a:pt x="1775" y="222"/>
                  </a:lnTo>
                  <a:lnTo>
                    <a:pt x="1602" y="181"/>
                  </a:lnTo>
                  <a:lnTo>
                    <a:pt x="1560" y="101"/>
                  </a:lnTo>
                  <a:lnTo>
                    <a:pt x="1542" y="87"/>
                  </a:lnTo>
                  <a:lnTo>
                    <a:pt x="1446" y="60"/>
                  </a:lnTo>
                  <a:lnTo>
                    <a:pt x="1375" y="74"/>
                  </a:lnTo>
                  <a:lnTo>
                    <a:pt x="1309" y="87"/>
                  </a:lnTo>
                  <a:lnTo>
                    <a:pt x="1243" y="13"/>
                  </a:lnTo>
                  <a:lnTo>
                    <a:pt x="1225" y="0"/>
                  </a:lnTo>
                  <a:lnTo>
                    <a:pt x="1189" y="0"/>
                  </a:lnTo>
                  <a:lnTo>
                    <a:pt x="1106" y="34"/>
                  </a:lnTo>
                  <a:lnTo>
                    <a:pt x="1106" y="34"/>
                  </a:lnTo>
                  <a:lnTo>
                    <a:pt x="1094" y="40"/>
                  </a:lnTo>
                  <a:lnTo>
                    <a:pt x="1070" y="54"/>
                  </a:lnTo>
                  <a:lnTo>
                    <a:pt x="1034" y="74"/>
                  </a:lnTo>
                  <a:lnTo>
                    <a:pt x="1004" y="74"/>
                  </a:lnTo>
                  <a:lnTo>
                    <a:pt x="986" y="74"/>
                  </a:lnTo>
                  <a:lnTo>
                    <a:pt x="956" y="81"/>
                  </a:lnTo>
                  <a:lnTo>
                    <a:pt x="920" y="94"/>
                  </a:lnTo>
                  <a:lnTo>
                    <a:pt x="884" y="107"/>
                  </a:lnTo>
                  <a:lnTo>
                    <a:pt x="843" y="128"/>
                  </a:lnTo>
                  <a:lnTo>
                    <a:pt x="813" y="141"/>
                  </a:lnTo>
                  <a:lnTo>
                    <a:pt x="789" y="148"/>
                  </a:lnTo>
                  <a:lnTo>
                    <a:pt x="783" y="154"/>
                  </a:lnTo>
                  <a:lnTo>
                    <a:pt x="556" y="228"/>
                  </a:lnTo>
                  <a:lnTo>
                    <a:pt x="394" y="294"/>
                  </a:lnTo>
                  <a:lnTo>
                    <a:pt x="107" y="462"/>
                  </a:lnTo>
                  <a:lnTo>
                    <a:pt x="0" y="536"/>
                  </a:lnTo>
                  <a:lnTo>
                    <a:pt x="3240" y="536"/>
                  </a:lnTo>
                  <a:lnTo>
                    <a:pt x="3132" y="469"/>
                  </a:lnTo>
                  <a:lnTo>
                    <a:pt x="3132" y="469"/>
                  </a:lnTo>
                  <a:close/>
                </a:path>
              </a:pathLst>
            </a:custGeom>
            <a:gradFill rotWithShape="0">
              <a:gsLst>
                <a:gs pos="0">
                  <a:schemeClr val="bg2">
                    <a:gamma/>
                    <a:tint val="66667"/>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64200" name="Group 8">
              <a:extLst>
                <a:ext uri="{FF2B5EF4-FFF2-40B4-BE49-F238E27FC236}">
                  <a16:creationId xmlns:a16="http://schemas.microsoft.com/office/drawing/2014/main" id="{555D621E-5E84-CE90-099F-3F6BE55BC2EF}"/>
                </a:ext>
              </a:extLst>
            </p:cNvPr>
            <p:cNvGrpSpPr>
              <a:grpSpLocks/>
            </p:cNvGrpSpPr>
            <p:nvPr userDrawn="1"/>
          </p:nvGrpSpPr>
          <p:grpSpPr bwMode="auto">
            <a:xfrm>
              <a:off x="2486" y="3792"/>
              <a:ext cx="2458" cy="540"/>
              <a:chOff x="2486" y="3792"/>
              <a:chExt cx="2458" cy="540"/>
            </a:xfrm>
          </p:grpSpPr>
          <p:sp>
            <p:nvSpPr>
              <p:cNvPr id="264201" name="Freeform 9">
                <a:extLst>
                  <a:ext uri="{FF2B5EF4-FFF2-40B4-BE49-F238E27FC236}">
                    <a16:creationId xmlns:a16="http://schemas.microsoft.com/office/drawing/2014/main" id="{D14B661B-517D-3A1F-A9B4-23C3EF1F2BC3}"/>
                  </a:ext>
                </a:extLst>
              </p:cNvPr>
              <p:cNvSpPr>
                <a:spLocks/>
              </p:cNvSpPr>
              <p:nvPr userDrawn="1"/>
            </p:nvSpPr>
            <p:spPr bwMode="ltGray">
              <a:xfrm>
                <a:off x="3948" y="3799"/>
                <a:ext cx="996" cy="533"/>
              </a:xfrm>
              <a:custGeom>
                <a:avLst/>
                <a:gdLst>
                  <a:gd name="T0" fmla="*/ 636 w 996"/>
                  <a:gd name="T1" fmla="*/ 373 h 533"/>
                  <a:gd name="T2" fmla="*/ 495 w 996"/>
                  <a:gd name="T3" fmla="*/ 370 h 533"/>
                  <a:gd name="T4" fmla="*/ 280 w 996"/>
                  <a:gd name="T5" fmla="*/ 249 h 533"/>
                  <a:gd name="T6" fmla="*/ 127 w 996"/>
                  <a:gd name="T7" fmla="*/ 66 h 533"/>
                  <a:gd name="T8" fmla="*/ 0 w 996"/>
                  <a:gd name="T9" fmla="*/ 0 h 533"/>
                  <a:gd name="T10" fmla="*/ 22 w 996"/>
                  <a:gd name="T11" fmla="*/ 26 h 533"/>
                  <a:gd name="T12" fmla="*/ 0 w 996"/>
                  <a:gd name="T13" fmla="*/ 65 h 533"/>
                  <a:gd name="T14" fmla="*/ 30 w 996"/>
                  <a:gd name="T15" fmla="*/ 119 h 533"/>
                  <a:gd name="T16" fmla="*/ 75 w 996"/>
                  <a:gd name="T17" fmla="*/ 243 h 533"/>
                  <a:gd name="T18" fmla="*/ 45 w 996"/>
                  <a:gd name="T19" fmla="*/ 422 h 533"/>
                  <a:gd name="T20" fmla="*/ 200 w 996"/>
                  <a:gd name="T21" fmla="*/ 329 h 533"/>
                  <a:gd name="T22" fmla="*/ 612 w 996"/>
                  <a:gd name="T23" fmla="*/ 533 h 533"/>
                  <a:gd name="T24" fmla="*/ 996 w 996"/>
                  <a:gd name="T25" fmla="*/ 529 h 533"/>
                  <a:gd name="T26" fmla="*/ 828 w 996"/>
                  <a:gd name="T27" fmla="*/ 473 h 533"/>
                  <a:gd name="T28" fmla="*/ 636 w 996"/>
                  <a:gd name="T29" fmla="*/ 373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6" h="533">
                    <a:moveTo>
                      <a:pt x="636" y="373"/>
                    </a:moveTo>
                    <a:lnTo>
                      <a:pt x="495" y="370"/>
                    </a:lnTo>
                    <a:lnTo>
                      <a:pt x="280" y="249"/>
                    </a:lnTo>
                    <a:lnTo>
                      <a:pt x="127" y="66"/>
                    </a:lnTo>
                    <a:lnTo>
                      <a:pt x="0" y="0"/>
                    </a:lnTo>
                    <a:lnTo>
                      <a:pt x="22" y="26"/>
                    </a:lnTo>
                    <a:lnTo>
                      <a:pt x="0" y="65"/>
                    </a:lnTo>
                    <a:lnTo>
                      <a:pt x="30" y="119"/>
                    </a:lnTo>
                    <a:lnTo>
                      <a:pt x="75" y="243"/>
                    </a:lnTo>
                    <a:lnTo>
                      <a:pt x="45" y="422"/>
                    </a:lnTo>
                    <a:lnTo>
                      <a:pt x="200" y="329"/>
                    </a:lnTo>
                    <a:lnTo>
                      <a:pt x="612" y="533"/>
                    </a:lnTo>
                    <a:lnTo>
                      <a:pt x="996" y="529"/>
                    </a:lnTo>
                    <a:lnTo>
                      <a:pt x="828" y="473"/>
                    </a:lnTo>
                    <a:lnTo>
                      <a:pt x="636" y="373"/>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02" name="Freeform 10">
                <a:extLst>
                  <a:ext uri="{FF2B5EF4-FFF2-40B4-BE49-F238E27FC236}">
                    <a16:creationId xmlns:a16="http://schemas.microsoft.com/office/drawing/2014/main" id="{1738A5A0-2284-2E17-EF7E-9637C0FE3E79}"/>
                  </a:ext>
                </a:extLst>
              </p:cNvPr>
              <p:cNvSpPr>
                <a:spLocks/>
              </p:cNvSpPr>
              <p:nvPr userDrawn="1"/>
            </p:nvSpPr>
            <p:spPr bwMode="ltGray">
              <a:xfrm>
                <a:off x="2677" y="3792"/>
                <a:ext cx="186" cy="395"/>
              </a:xfrm>
              <a:custGeom>
                <a:avLst/>
                <a:gdLst>
                  <a:gd name="T0" fmla="*/ 36 w 186"/>
                  <a:gd name="T1" fmla="*/ 0 h 353"/>
                  <a:gd name="T2" fmla="*/ 54 w 186"/>
                  <a:gd name="T3" fmla="*/ 18 h 353"/>
                  <a:gd name="T4" fmla="*/ 24 w 186"/>
                  <a:gd name="T5" fmla="*/ 30 h 353"/>
                  <a:gd name="T6" fmla="*/ 18 w 186"/>
                  <a:gd name="T7" fmla="*/ 66 h 353"/>
                  <a:gd name="T8" fmla="*/ 42 w 186"/>
                  <a:gd name="T9" fmla="*/ 114 h 353"/>
                  <a:gd name="T10" fmla="*/ 48 w 186"/>
                  <a:gd name="T11" fmla="*/ 162 h 353"/>
                  <a:gd name="T12" fmla="*/ 0 w 186"/>
                  <a:gd name="T13" fmla="*/ 353 h 353"/>
                  <a:gd name="T14" fmla="*/ 54 w 186"/>
                  <a:gd name="T15" fmla="*/ 233 h 353"/>
                  <a:gd name="T16" fmla="*/ 84 w 186"/>
                  <a:gd name="T17" fmla="*/ 216 h 353"/>
                  <a:gd name="T18" fmla="*/ 126 w 186"/>
                  <a:gd name="T19" fmla="*/ 126 h 353"/>
                  <a:gd name="T20" fmla="*/ 144 w 186"/>
                  <a:gd name="T21" fmla="*/ 120 h 353"/>
                  <a:gd name="T22" fmla="*/ 144 w 186"/>
                  <a:gd name="T23" fmla="*/ 90 h 353"/>
                  <a:gd name="T24" fmla="*/ 186 w 186"/>
                  <a:gd name="T25" fmla="*/ 66 h 353"/>
                  <a:gd name="T26" fmla="*/ 162 w 186"/>
                  <a:gd name="T27" fmla="*/ 60 h 353"/>
                  <a:gd name="T28" fmla="*/ 36 w 186"/>
                  <a:gd name="T29" fmla="*/ 0 h 353"/>
                  <a:gd name="T30" fmla="*/ 36 w 186"/>
                  <a:gd name="T31"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6" h="353">
                    <a:moveTo>
                      <a:pt x="36" y="0"/>
                    </a:moveTo>
                    <a:lnTo>
                      <a:pt x="54" y="18"/>
                    </a:lnTo>
                    <a:lnTo>
                      <a:pt x="24" y="30"/>
                    </a:lnTo>
                    <a:lnTo>
                      <a:pt x="18" y="66"/>
                    </a:lnTo>
                    <a:lnTo>
                      <a:pt x="42" y="114"/>
                    </a:lnTo>
                    <a:lnTo>
                      <a:pt x="48" y="162"/>
                    </a:lnTo>
                    <a:lnTo>
                      <a:pt x="0" y="353"/>
                    </a:lnTo>
                    <a:lnTo>
                      <a:pt x="54" y="233"/>
                    </a:lnTo>
                    <a:lnTo>
                      <a:pt x="84" y="216"/>
                    </a:lnTo>
                    <a:lnTo>
                      <a:pt x="126" y="126"/>
                    </a:lnTo>
                    <a:lnTo>
                      <a:pt x="144" y="120"/>
                    </a:lnTo>
                    <a:lnTo>
                      <a:pt x="144" y="90"/>
                    </a:lnTo>
                    <a:lnTo>
                      <a:pt x="186" y="66"/>
                    </a:lnTo>
                    <a:lnTo>
                      <a:pt x="162" y="60"/>
                    </a:lnTo>
                    <a:lnTo>
                      <a:pt x="36" y="0"/>
                    </a:lnTo>
                    <a:lnTo>
                      <a:pt x="36"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03" name="Freeform 11">
                <a:extLst>
                  <a:ext uri="{FF2B5EF4-FFF2-40B4-BE49-F238E27FC236}">
                    <a16:creationId xmlns:a16="http://schemas.microsoft.com/office/drawing/2014/main" id="{B1F33695-0A54-A390-C7B3-E59296399A33}"/>
                  </a:ext>
                </a:extLst>
              </p:cNvPr>
              <p:cNvSpPr>
                <a:spLocks/>
              </p:cNvSpPr>
              <p:nvPr userDrawn="1"/>
            </p:nvSpPr>
            <p:spPr bwMode="ltGray">
              <a:xfrm>
                <a:off x="3030" y="3893"/>
                <a:ext cx="378" cy="271"/>
              </a:xfrm>
              <a:custGeom>
                <a:avLst/>
                <a:gdLst>
                  <a:gd name="T0" fmla="*/ 18 w 378"/>
                  <a:gd name="T1" fmla="*/ 0 h 271"/>
                  <a:gd name="T2" fmla="*/ 12 w 378"/>
                  <a:gd name="T3" fmla="*/ 13 h 271"/>
                  <a:gd name="T4" fmla="*/ 0 w 378"/>
                  <a:gd name="T5" fmla="*/ 40 h 271"/>
                  <a:gd name="T6" fmla="*/ 60 w 378"/>
                  <a:gd name="T7" fmla="*/ 121 h 271"/>
                  <a:gd name="T8" fmla="*/ 310 w 378"/>
                  <a:gd name="T9" fmla="*/ 271 h 271"/>
                  <a:gd name="T10" fmla="*/ 290 w 378"/>
                  <a:gd name="T11" fmla="*/ 139 h 271"/>
                  <a:gd name="T12" fmla="*/ 378 w 378"/>
                  <a:gd name="T13" fmla="*/ 76 h 271"/>
                  <a:gd name="T14" fmla="*/ 251 w 378"/>
                  <a:gd name="T15" fmla="*/ 94 h 271"/>
                  <a:gd name="T16" fmla="*/ 90 w 378"/>
                  <a:gd name="T17" fmla="*/ 54 h 271"/>
                  <a:gd name="T18" fmla="*/ 18 w 378"/>
                  <a:gd name="T19" fmla="*/ 0 h 271"/>
                  <a:gd name="T20" fmla="*/ 18 w 378"/>
                  <a:gd name="T21"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8" h="271">
                    <a:moveTo>
                      <a:pt x="18" y="0"/>
                    </a:moveTo>
                    <a:lnTo>
                      <a:pt x="12" y="13"/>
                    </a:lnTo>
                    <a:lnTo>
                      <a:pt x="0" y="40"/>
                    </a:lnTo>
                    <a:lnTo>
                      <a:pt x="60" y="121"/>
                    </a:lnTo>
                    <a:lnTo>
                      <a:pt x="310" y="271"/>
                    </a:lnTo>
                    <a:lnTo>
                      <a:pt x="290" y="139"/>
                    </a:lnTo>
                    <a:lnTo>
                      <a:pt x="378" y="76"/>
                    </a:lnTo>
                    <a:lnTo>
                      <a:pt x="251" y="94"/>
                    </a:lnTo>
                    <a:lnTo>
                      <a:pt x="90" y="54"/>
                    </a:lnTo>
                    <a:lnTo>
                      <a:pt x="18" y="0"/>
                    </a:lnTo>
                    <a:lnTo>
                      <a:pt x="18"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04" name="Freeform 12">
                <a:extLst>
                  <a:ext uri="{FF2B5EF4-FFF2-40B4-BE49-F238E27FC236}">
                    <a16:creationId xmlns:a16="http://schemas.microsoft.com/office/drawing/2014/main" id="{DCC62B34-F77F-BC1B-61E3-0067A2F25B0E}"/>
                  </a:ext>
                </a:extLst>
              </p:cNvPr>
              <p:cNvSpPr>
                <a:spLocks/>
              </p:cNvSpPr>
              <p:nvPr userDrawn="1"/>
            </p:nvSpPr>
            <p:spPr bwMode="ltGray">
              <a:xfrm>
                <a:off x="3628" y="3866"/>
                <a:ext cx="155" cy="74"/>
              </a:xfrm>
              <a:custGeom>
                <a:avLst/>
                <a:gdLst>
                  <a:gd name="T0" fmla="*/ 114 w 155"/>
                  <a:gd name="T1" fmla="*/ 0 h 66"/>
                  <a:gd name="T2" fmla="*/ 0 w 155"/>
                  <a:gd name="T3" fmla="*/ 0 h 66"/>
                  <a:gd name="T4" fmla="*/ 0 w 155"/>
                  <a:gd name="T5" fmla="*/ 0 h 66"/>
                  <a:gd name="T6" fmla="*/ 6 w 155"/>
                  <a:gd name="T7" fmla="*/ 6 h 66"/>
                  <a:gd name="T8" fmla="*/ 6 w 155"/>
                  <a:gd name="T9" fmla="*/ 18 h 66"/>
                  <a:gd name="T10" fmla="*/ 0 w 155"/>
                  <a:gd name="T11" fmla="*/ 24 h 66"/>
                  <a:gd name="T12" fmla="*/ 78 w 155"/>
                  <a:gd name="T13" fmla="*/ 60 h 66"/>
                  <a:gd name="T14" fmla="*/ 96 w 155"/>
                  <a:gd name="T15" fmla="*/ 42 h 66"/>
                  <a:gd name="T16" fmla="*/ 155 w 155"/>
                  <a:gd name="T17" fmla="*/ 66 h 66"/>
                  <a:gd name="T18" fmla="*/ 126 w 155"/>
                  <a:gd name="T19" fmla="*/ 24 h 66"/>
                  <a:gd name="T20" fmla="*/ 149 w 155"/>
                  <a:gd name="T21" fmla="*/ 0 h 66"/>
                  <a:gd name="T22" fmla="*/ 114 w 155"/>
                  <a:gd name="T23" fmla="*/ 0 h 66"/>
                  <a:gd name="T24" fmla="*/ 114 w 155"/>
                  <a:gd name="T25"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5" h="66">
                    <a:moveTo>
                      <a:pt x="114" y="0"/>
                    </a:moveTo>
                    <a:lnTo>
                      <a:pt x="0" y="0"/>
                    </a:lnTo>
                    <a:lnTo>
                      <a:pt x="0" y="0"/>
                    </a:lnTo>
                    <a:lnTo>
                      <a:pt x="6" y="6"/>
                    </a:lnTo>
                    <a:lnTo>
                      <a:pt x="6" y="18"/>
                    </a:lnTo>
                    <a:lnTo>
                      <a:pt x="0" y="24"/>
                    </a:lnTo>
                    <a:lnTo>
                      <a:pt x="78" y="60"/>
                    </a:lnTo>
                    <a:lnTo>
                      <a:pt x="96" y="42"/>
                    </a:lnTo>
                    <a:lnTo>
                      <a:pt x="155" y="66"/>
                    </a:lnTo>
                    <a:lnTo>
                      <a:pt x="126" y="24"/>
                    </a:lnTo>
                    <a:lnTo>
                      <a:pt x="149" y="0"/>
                    </a:lnTo>
                    <a:lnTo>
                      <a:pt x="114" y="0"/>
                    </a:lnTo>
                    <a:lnTo>
                      <a:pt x="114"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05" name="Freeform 13">
                <a:extLst>
                  <a:ext uri="{FF2B5EF4-FFF2-40B4-BE49-F238E27FC236}">
                    <a16:creationId xmlns:a16="http://schemas.microsoft.com/office/drawing/2014/main" id="{C1A907F8-D4C3-D08E-CF55-7F5613927F3F}"/>
                  </a:ext>
                </a:extLst>
              </p:cNvPr>
              <p:cNvSpPr>
                <a:spLocks/>
              </p:cNvSpPr>
              <p:nvPr userDrawn="1"/>
            </p:nvSpPr>
            <p:spPr bwMode="ltGray">
              <a:xfrm>
                <a:off x="2486" y="3859"/>
                <a:ext cx="42" cy="81"/>
              </a:xfrm>
              <a:custGeom>
                <a:avLst/>
                <a:gdLst>
                  <a:gd name="T0" fmla="*/ 6 w 42"/>
                  <a:gd name="T1" fmla="*/ 36 h 72"/>
                  <a:gd name="T2" fmla="*/ 0 w 42"/>
                  <a:gd name="T3" fmla="*/ 18 h 72"/>
                  <a:gd name="T4" fmla="*/ 12 w 42"/>
                  <a:gd name="T5" fmla="*/ 6 h 72"/>
                  <a:gd name="T6" fmla="*/ 0 w 42"/>
                  <a:gd name="T7" fmla="*/ 6 h 72"/>
                  <a:gd name="T8" fmla="*/ 12 w 42"/>
                  <a:gd name="T9" fmla="*/ 6 h 72"/>
                  <a:gd name="T10" fmla="*/ 24 w 42"/>
                  <a:gd name="T11" fmla="*/ 6 h 72"/>
                  <a:gd name="T12" fmla="*/ 36 w 42"/>
                  <a:gd name="T13" fmla="*/ 6 h 72"/>
                  <a:gd name="T14" fmla="*/ 42 w 42"/>
                  <a:gd name="T15" fmla="*/ 0 h 72"/>
                  <a:gd name="T16" fmla="*/ 30 w 42"/>
                  <a:gd name="T17" fmla="*/ 18 h 72"/>
                  <a:gd name="T18" fmla="*/ 42 w 42"/>
                  <a:gd name="T19" fmla="*/ 48 h 72"/>
                  <a:gd name="T20" fmla="*/ 12 w 42"/>
                  <a:gd name="T21" fmla="*/ 72 h 72"/>
                  <a:gd name="T22" fmla="*/ 6 w 42"/>
                  <a:gd name="T23" fmla="*/ 36 h 72"/>
                  <a:gd name="T24" fmla="*/ 6 w 42"/>
                  <a:gd name="T25" fmla="*/ 3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72">
                    <a:moveTo>
                      <a:pt x="6" y="36"/>
                    </a:moveTo>
                    <a:lnTo>
                      <a:pt x="0" y="18"/>
                    </a:lnTo>
                    <a:lnTo>
                      <a:pt x="12" y="6"/>
                    </a:lnTo>
                    <a:lnTo>
                      <a:pt x="0" y="6"/>
                    </a:lnTo>
                    <a:lnTo>
                      <a:pt x="12" y="6"/>
                    </a:lnTo>
                    <a:lnTo>
                      <a:pt x="24" y="6"/>
                    </a:lnTo>
                    <a:lnTo>
                      <a:pt x="36" y="6"/>
                    </a:lnTo>
                    <a:lnTo>
                      <a:pt x="42" y="0"/>
                    </a:lnTo>
                    <a:lnTo>
                      <a:pt x="30" y="18"/>
                    </a:lnTo>
                    <a:lnTo>
                      <a:pt x="42" y="48"/>
                    </a:lnTo>
                    <a:lnTo>
                      <a:pt x="12" y="72"/>
                    </a:lnTo>
                    <a:lnTo>
                      <a:pt x="6" y="36"/>
                    </a:lnTo>
                    <a:lnTo>
                      <a:pt x="6" y="3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64206" name="Freeform 14">
              <a:extLst>
                <a:ext uri="{FF2B5EF4-FFF2-40B4-BE49-F238E27FC236}">
                  <a16:creationId xmlns:a16="http://schemas.microsoft.com/office/drawing/2014/main" id="{C6B3161A-54EE-F557-3514-EB2B9412CD4F}"/>
                </a:ext>
              </a:extLst>
            </p:cNvPr>
            <p:cNvSpPr>
              <a:spLocks/>
            </p:cNvSpPr>
            <p:nvPr userDrawn="1"/>
          </p:nvSpPr>
          <p:spPr bwMode="ltGray">
            <a:xfrm>
              <a:off x="0" y="3792"/>
              <a:ext cx="3976" cy="535"/>
            </a:xfrm>
            <a:custGeom>
              <a:avLst/>
              <a:gdLst>
                <a:gd name="T0" fmla="*/ 3976 w 3976"/>
                <a:gd name="T1" fmla="*/ 527 h 527"/>
                <a:gd name="T2" fmla="*/ 3970 w 3976"/>
                <a:gd name="T3" fmla="*/ 527 h 527"/>
                <a:gd name="T4" fmla="*/ 3844 w 3976"/>
                <a:gd name="T5" fmla="*/ 509 h 527"/>
                <a:gd name="T6" fmla="*/ 2487 w 3976"/>
                <a:gd name="T7" fmla="*/ 305 h 527"/>
                <a:gd name="T8" fmla="*/ 2039 w 3976"/>
                <a:gd name="T9" fmla="*/ 36 h 527"/>
                <a:gd name="T10" fmla="*/ 1907 w 3976"/>
                <a:gd name="T11" fmla="*/ 24 h 527"/>
                <a:gd name="T12" fmla="*/ 1883 w 3976"/>
                <a:gd name="T13" fmla="*/ 54 h 527"/>
                <a:gd name="T14" fmla="*/ 1859 w 3976"/>
                <a:gd name="T15" fmla="*/ 54 h 527"/>
                <a:gd name="T16" fmla="*/ 1830 w 3976"/>
                <a:gd name="T17" fmla="*/ 30 h 527"/>
                <a:gd name="T18" fmla="*/ 1704 w 3976"/>
                <a:gd name="T19" fmla="*/ 102 h 527"/>
                <a:gd name="T20" fmla="*/ 1608 w 3976"/>
                <a:gd name="T21" fmla="*/ 126 h 527"/>
                <a:gd name="T22" fmla="*/ 1561 w 3976"/>
                <a:gd name="T23" fmla="*/ 132 h 527"/>
                <a:gd name="T24" fmla="*/ 1495 w 3976"/>
                <a:gd name="T25" fmla="*/ 102 h 527"/>
                <a:gd name="T26" fmla="*/ 1357 w 3976"/>
                <a:gd name="T27" fmla="*/ 126 h 527"/>
                <a:gd name="T28" fmla="*/ 1285 w 3976"/>
                <a:gd name="T29" fmla="*/ 24 h 527"/>
                <a:gd name="T30" fmla="*/ 1280 w 3976"/>
                <a:gd name="T31" fmla="*/ 18 h 527"/>
                <a:gd name="T32" fmla="*/ 1262 w 3976"/>
                <a:gd name="T33" fmla="*/ 12 h 527"/>
                <a:gd name="T34" fmla="*/ 1238 w 3976"/>
                <a:gd name="T35" fmla="*/ 6 h 527"/>
                <a:gd name="T36" fmla="*/ 1220 w 3976"/>
                <a:gd name="T37" fmla="*/ 0 h 527"/>
                <a:gd name="T38" fmla="*/ 1196 w 3976"/>
                <a:gd name="T39" fmla="*/ 0 h 527"/>
                <a:gd name="T40" fmla="*/ 1166 w 3976"/>
                <a:gd name="T41" fmla="*/ 0 h 527"/>
                <a:gd name="T42" fmla="*/ 1142 w 3976"/>
                <a:gd name="T43" fmla="*/ 0 h 527"/>
                <a:gd name="T44" fmla="*/ 1136 w 3976"/>
                <a:gd name="T45" fmla="*/ 0 h 527"/>
                <a:gd name="T46" fmla="*/ 1130 w 3976"/>
                <a:gd name="T47" fmla="*/ 0 h 527"/>
                <a:gd name="T48" fmla="*/ 1124 w 3976"/>
                <a:gd name="T49" fmla="*/ 6 h 527"/>
                <a:gd name="T50" fmla="*/ 1118 w 3976"/>
                <a:gd name="T51" fmla="*/ 12 h 527"/>
                <a:gd name="T52" fmla="*/ 1100 w 3976"/>
                <a:gd name="T53" fmla="*/ 18 h 527"/>
                <a:gd name="T54" fmla="*/ 1088 w 3976"/>
                <a:gd name="T55" fmla="*/ 18 h 527"/>
                <a:gd name="T56" fmla="*/ 1070 w 3976"/>
                <a:gd name="T57" fmla="*/ 24 h 527"/>
                <a:gd name="T58" fmla="*/ 1052 w 3976"/>
                <a:gd name="T59" fmla="*/ 30 h 527"/>
                <a:gd name="T60" fmla="*/ 1034 w 3976"/>
                <a:gd name="T61" fmla="*/ 36 h 527"/>
                <a:gd name="T62" fmla="*/ 1028 w 3976"/>
                <a:gd name="T63" fmla="*/ 42 h 527"/>
                <a:gd name="T64" fmla="*/ 969 w 3976"/>
                <a:gd name="T65" fmla="*/ 60 h 527"/>
                <a:gd name="T66" fmla="*/ 921 w 3976"/>
                <a:gd name="T67" fmla="*/ 72 h 527"/>
                <a:gd name="T68" fmla="*/ 855 w 3976"/>
                <a:gd name="T69" fmla="*/ 48 h 527"/>
                <a:gd name="T70" fmla="*/ 825 w 3976"/>
                <a:gd name="T71" fmla="*/ 48 h 527"/>
                <a:gd name="T72" fmla="*/ 759 w 3976"/>
                <a:gd name="T73" fmla="*/ 72 h 527"/>
                <a:gd name="T74" fmla="*/ 735 w 3976"/>
                <a:gd name="T75" fmla="*/ 72 h 527"/>
                <a:gd name="T76" fmla="*/ 706 w 3976"/>
                <a:gd name="T77" fmla="*/ 60 h 527"/>
                <a:gd name="T78" fmla="*/ 640 w 3976"/>
                <a:gd name="T79" fmla="*/ 60 h 527"/>
                <a:gd name="T80" fmla="*/ 544 w 3976"/>
                <a:gd name="T81" fmla="*/ 72 h 527"/>
                <a:gd name="T82" fmla="*/ 389 w 3976"/>
                <a:gd name="T83" fmla="*/ 18 h 527"/>
                <a:gd name="T84" fmla="*/ 323 w 3976"/>
                <a:gd name="T85" fmla="*/ 60 h 527"/>
                <a:gd name="T86" fmla="*/ 317 w 3976"/>
                <a:gd name="T87" fmla="*/ 60 h 527"/>
                <a:gd name="T88" fmla="*/ 305 w 3976"/>
                <a:gd name="T89" fmla="*/ 72 h 527"/>
                <a:gd name="T90" fmla="*/ 287 w 3976"/>
                <a:gd name="T91" fmla="*/ 78 h 527"/>
                <a:gd name="T92" fmla="*/ 263 w 3976"/>
                <a:gd name="T93" fmla="*/ 90 h 527"/>
                <a:gd name="T94" fmla="*/ 203 w 3976"/>
                <a:gd name="T95" fmla="*/ 120 h 527"/>
                <a:gd name="T96" fmla="*/ 149 w 3976"/>
                <a:gd name="T97" fmla="*/ 150 h 527"/>
                <a:gd name="T98" fmla="*/ 78 w 3976"/>
                <a:gd name="T99" fmla="*/ 168 h 527"/>
                <a:gd name="T100" fmla="*/ 0 w 3976"/>
                <a:gd name="T101" fmla="*/ 180 h 527"/>
                <a:gd name="T102" fmla="*/ 0 w 3976"/>
                <a:gd name="T103" fmla="*/ 527 h 527"/>
                <a:gd name="T104" fmla="*/ 1010 w 3976"/>
                <a:gd name="T105" fmla="*/ 527 h 527"/>
                <a:gd name="T106" fmla="*/ 3725 w 3976"/>
                <a:gd name="T107" fmla="*/ 527 h 527"/>
                <a:gd name="T108" fmla="*/ 3976 w 3976"/>
                <a:gd name="T109" fmla="*/ 527 h 527"/>
                <a:gd name="T110" fmla="*/ 3976 w 3976"/>
                <a:gd name="T111" fmla="*/ 527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76" h="527">
                  <a:moveTo>
                    <a:pt x="3976" y="527"/>
                  </a:moveTo>
                  <a:lnTo>
                    <a:pt x="3970" y="527"/>
                  </a:lnTo>
                  <a:lnTo>
                    <a:pt x="3844" y="509"/>
                  </a:lnTo>
                  <a:lnTo>
                    <a:pt x="2487" y="305"/>
                  </a:lnTo>
                  <a:lnTo>
                    <a:pt x="2039" y="36"/>
                  </a:lnTo>
                  <a:lnTo>
                    <a:pt x="1907" y="24"/>
                  </a:lnTo>
                  <a:lnTo>
                    <a:pt x="1883" y="54"/>
                  </a:lnTo>
                  <a:lnTo>
                    <a:pt x="1859" y="54"/>
                  </a:lnTo>
                  <a:lnTo>
                    <a:pt x="1830" y="30"/>
                  </a:lnTo>
                  <a:lnTo>
                    <a:pt x="1704" y="102"/>
                  </a:lnTo>
                  <a:lnTo>
                    <a:pt x="1608" y="126"/>
                  </a:lnTo>
                  <a:lnTo>
                    <a:pt x="1561" y="132"/>
                  </a:lnTo>
                  <a:lnTo>
                    <a:pt x="1495" y="102"/>
                  </a:lnTo>
                  <a:lnTo>
                    <a:pt x="1357" y="126"/>
                  </a:lnTo>
                  <a:lnTo>
                    <a:pt x="1285" y="24"/>
                  </a:lnTo>
                  <a:lnTo>
                    <a:pt x="1280" y="18"/>
                  </a:lnTo>
                  <a:lnTo>
                    <a:pt x="1262" y="12"/>
                  </a:lnTo>
                  <a:lnTo>
                    <a:pt x="1238" y="6"/>
                  </a:lnTo>
                  <a:lnTo>
                    <a:pt x="1220" y="0"/>
                  </a:lnTo>
                  <a:lnTo>
                    <a:pt x="1196" y="0"/>
                  </a:lnTo>
                  <a:lnTo>
                    <a:pt x="1166" y="0"/>
                  </a:lnTo>
                  <a:lnTo>
                    <a:pt x="1142" y="0"/>
                  </a:lnTo>
                  <a:lnTo>
                    <a:pt x="1136" y="0"/>
                  </a:lnTo>
                  <a:lnTo>
                    <a:pt x="1130" y="0"/>
                  </a:lnTo>
                  <a:lnTo>
                    <a:pt x="1124" y="6"/>
                  </a:lnTo>
                  <a:lnTo>
                    <a:pt x="1118" y="12"/>
                  </a:lnTo>
                  <a:lnTo>
                    <a:pt x="1100" y="18"/>
                  </a:lnTo>
                  <a:lnTo>
                    <a:pt x="1088" y="18"/>
                  </a:lnTo>
                  <a:lnTo>
                    <a:pt x="1070" y="24"/>
                  </a:lnTo>
                  <a:lnTo>
                    <a:pt x="1052" y="30"/>
                  </a:lnTo>
                  <a:lnTo>
                    <a:pt x="1034" y="36"/>
                  </a:lnTo>
                  <a:lnTo>
                    <a:pt x="1028" y="42"/>
                  </a:lnTo>
                  <a:lnTo>
                    <a:pt x="969" y="60"/>
                  </a:lnTo>
                  <a:lnTo>
                    <a:pt x="921" y="72"/>
                  </a:lnTo>
                  <a:lnTo>
                    <a:pt x="855" y="48"/>
                  </a:lnTo>
                  <a:lnTo>
                    <a:pt x="825" y="48"/>
                  </a:lnTo>
                  <a:lnTo>
                    <a:pt x="759" y="72"/>
                  </a:lnTo>
                  <a:lnTo>
                    <a:pt x="735" y="72"/>
                  </a:lnTo>
                  <a:lnTo>
                    <a:pt x="706" y="60"/>
                  </a:lnTo>
                  <a:lnTo>
                    <a:pt x="640" y="60"/>
                  </a:lnTo>
                  <a:lnTo>
                    <a:pt x="544" y="72"/>
                  </a:lnTo>
                  <a:lnTo>
                    <a:pt x="389" y="18"/>
                  </a:lnTo>
                  <a:lnTo>
                    <a:pt x="323" y="60"/>
                  </a:lnTo>
                  <a:lnTo>
                    <a:pt x="317" y="60"/>
                  </a:lnTo>
                  <a:lnTo>
                    <a:pt x="305" y="72"/>
                  </a:lnTo>
                  <a:lnTo>
                    <a:pt x="287" y="78"/>
                  </a:lnTo>
                  <a:lnTo>
                    <a:pt x="263" y="90"/>
                  </a:lnTo>
                  <a:lnTo>
                    <a:pt x="203" y="120"/>
                  </a:lnTo>
                  <a:lnTo>
                    <a:pt x="149" y="150"/>
                  </a:lnTo>
                  <a:lnTo>
                    <a:pt x="78" y="168"/>
                  </a:lnTo>
                  <a:lnTo>
                    <a:pt x="0" y="180"/>
                  </a:lnTo>
                  <a:lnTo>
                    <a:pt x="0" y="527"/>
                  </a:lnTo>
                  <a:lnTo>
                    <a:pt x="1010" y="527"/>
                  </a:lnTo>
                  <a:lnTo>
                    <a:pt x="3725" y="527"/>
                  </a:lnTo>
                  <a:lnTo>
                    <a:pt x="3976" y="527"/>
                  </a:lnTo>
                  <a:lnTo>
                    <a:pt x="3976" y="527"/>
                  </a:lnTo>
                  <a:close/>
                </a:path>
              </a:pathLst>
            </a:custGeom>
            <a:gradFill rotWithShape="0">
              <a:gsLst>
                <a:gs pos="0">
                  <a:schemeClr val="bg2">
                    <a:gamma/>
                    <a:tint val="75686"/>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4207" name="Group 15">
            <a:extLst>
              <a:ext uri="{FF2B5EF4-FFF2-40B4-BE49-F238E27FC236}">
                <a16:creationId xmlns:a16="http://schemas.microsoft.com/office/drawing/2014/main" id="{8E01FE18-FA53-47D7-0050-047534843824}"/>
              </a:ext>
            </a:extLst>
          </p:cNvPr>
          <p:cNvGrpSpPr>
            <a:grpSpLocks/>
          </p:cNvGrpSpPr>
          <p:nvPr/>
        </p:nvGrpSpPr>
        <p:grpSpPr bwMode="auto">
          <a:xfrm>
            <a:off x="627063" y="6021388"/>
            <a:ext cx="5684837" cy="849312"/>
            <a:chOff x="395" y="3793"/>
            <a:chExt cx="3581" cy="535"/>
          </a:xfrm>
        </p:grpSpPr>
        <p:sp>
          <p:nvSpPr>
            <p:cNvPr id="264208" name="Freeform 16">
              <a:extLst>
                <a:ext uri="{FF2B5EF4-FFF2-40B4-BE49-F238E27FC236}">
                  <a16:creationId xmlns:a16="http://schemas.microsoft.com/office/drawing/2014/main" id="{672C617C-CEE2-CEAF-9838-B171A543FACC}"/>
                </a:ext>
              </a:extLst>
            </p:cNvPr>
            <p:cNvSpPr>
              <a:spLocks/>
            </p:cNvSpPr>
            <p:nvPr/>
          </p:nvSpPr>
          <p:spPr bwMode="auto">
            <a:xfrm>
              <a:off x="1196" y="3793"/>
              <a:ext cx="365" cy="291"/>
            </a:xfrm>
            <a:custGeom>
              <a:avLst/>
              <a:gdLst>
                <a:gd name="T0" fmla="*/ 24 w 365"/>
                <a:gd name="T1" fmla="*/ 24 h 287"/>
                <a:gd name="T2" fmla="*/ 0 w 365"/>
                <a:gd name="T3" fmla="*/ 60 h 287"/>
                <a:gd name="T4" fmla="*/ 66 w 365"/>
                <a:gd name="T5" fmla="*/ 108 h 287"/>
                <a:gd name="T6" fmla="*/ 143 w 365"/>
                <a:gd name="T7" fmla="*/ 180 h 287"/>
                <a:gd name="T8" fmla="*/ 191 w 365"/>
                <a:gd name="T9" fmla="*/ 168 h 287"/>
                <a:gd name="T10" fmla="*/ 341 w 365"/>
                <a:gd name="T11" fmla="*/ 287 h 287"/>
                <a:gd name="T12" fmla="*/ 305 w 365"/>
                <a:gd name="T13" fmla="*/ 174 h 287"/>
                <a:gd name="T14" fmla="*/ 365 w 365"/>
                <a:gd name="T15" fmla="*/ 132 h 287"/>
                <a:gd name="T16" fmla="*/ 359 w 365"/>
                <a:gd name="T17" fmla="*/ 126 h 287"/>
                <a:gd name="T18" fmla="*/ 335 w 365"/>
                <a:gd name="T19" fmla="*/ 114 h 287"/>
                <a:gd name="T20" fmla="*/ 299 w 365"/>
                <a:gd name="T21" fmla="*/ 90 h 287"/>
                <a:gd name="T22" fmla="*/ 257 w 365"/>
                <a:gd name="T23" fmla="*/ 72 h 287"/>
                <a:gd name="T24" fmla="*/ 215 w 365"/>
                <a:gd name="T25" fmla="*/ 54 h 287"/>
                <a:gd name="T26" fmla="*/ 173 w 365"/>
                <a:gd name="T27" fmla="*/ 36 h 287"/>
                <a:gd name="T28" fmla="*/ 143 w 365"/>
                <a:gd name="T29" fmla="*/ 24 h 287"/>
                <a:gd name="T30" fmla="*/ 131 w 365"/>
                <a:gd name="T31" fmla="*/ 18 h 287"/>
                <a:gd name="T32" fmla="*/ 107 w 365"/>
                <a:gd name="T33" fmla="*/ 18 h 287"/>
                <a:gd name="T34" fmla="*/ 95 w 365"/>
                <a:gd name="T35" fmla="*/ 18 h 287"/>
                <a:gd name="T36" fmla="*/ 72 w 365"/>
                <a:gd name="T37" fmla="*/ 12 h 287"/>
                <a:gd name="T38" fmla="*/ 66 w 365"/>
                <a:gd name="T39" fmla="*/ 12 h 287"/>
                <a:gd name="T40" fmla="*/ 54 w 365"/>
                <a:gd name="T41" fmla="*/ 6 h 287"/>
                <a:gd name="T42" fmla="*/ 42 w 365"/>
                <a:gd name="T43" fmla="*/ 0 h 287"/>
                <a:gd name="T44" fmla="*/ 30 w 365"/>
                <a:gd name="T45" fmla="*/ 0 h 287"/>
                <a:gd name="T46" fmla="*/ 24 w 365"/>
                <a:gd name="T47" fmla="*/ 24 h 287"/>
                <a:gd name="T48" fmla="*/ 24 w 365"/>
                <a:gd name="T49" fmla="*/ 24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65" h="287">
                  <a:moveTo>
                    <a:pt x="24" y="24"/>
                  </a:moveTo>
                  <a:lnTo>
                    <a:pt x="0" y="60"/>
                  </a:lnTo>
                  <a:lnTo>
                    <a:pt x="66" y="108"/>
                  </a:lnTo>
                  <a:lnTo>
                    <a:pt x="143" y="180"/>
                  </a:lnTo>
                  <a:lnTo>
                    <a:pt x="191" y="168"/>
                  </a:lnTo>
                  <a:lnTo>
                    <a:pt x="341" y="287"/>
                  </a:lnTo>
                  <a:lnTo>
                    <a:pt x="305" y="174"/>
                  </a:lnTo>
                  <a:lnTo>
                    <a:pt x="365" y="132"/>
                  </a:lnTo>
                  <a:lnTo>
                    <a:pt x="359" y="126"/>
                  </a:lnTo>
                  <a:lnTo>
                    <a:pt x="335" y="114"/>
                  </a:lnTo>
                  <a:lnTo>
                    <a:pt x="299" y="90"/>
                  </a:lnTo>
                  <a:lnTo>
                    <a:pt x="257" y="72"/>
                  </a:lnTo>
                  <a:lnTo>
                    <a:pt x="215" y="54"/>
                  </a:lnTo>
                  <a:lnTo>
                    <a:pt x="173" y="36"/>
                  </a:lnTo>
                  <a:lnTo>
                    <a:pt x="143" y="24"/>
                  </a:lnTo>
                  <a:lnTo>
                    <a:pt x="131" y="18"/>
                  </a:lnTo>
                  <a:lnTo>
                    <a:pt x="107" y="18"/>
                  </a:lnTo>
                  <a:lnTo>
                    <a:pt x="95" y="18"/>
                  </a:lnTo>
                  <a:lnTo>
                    <a:pt x="72" y="12"/>
                  </a:lnTo>
                  <a:lnTo>
                    <a:pt x="66" y="12"/>
                  </a:lnTo>
                  <a:lnTo>
                    <a:pt x="54" y="6"/>
                  </a:lnTo>
                  <a:lnTo>
                    <a:pt x="42" y="0"/>
                  </a:lnTo>
                  <a:lnTo>
                    <a:pt x="30" y="0"/>
                  </a:lnTo>
                  <a:lnTo>
                    <a:pt x="24" y="24"/>
                  </a:lnTo>
                  <a:lnTo>
                    <a:pt x="24" y="24"/>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09" name="Freeform 17">
              <a:extLst>
                <a:ext uri="{FF2B5EF4-FFF2-40B4-BE49-F238E27FC236}">
                  <a16:creationId xmlns:a16="http://schemas.microsoft.com/office/drawing/2014/main" id="{EC768891-EED3-8DA9-E4EB-E8E320E484D1}"/>
                </a:ext>
              </a:extLst>
            </p:cNvPr>
            <p:cNvSpPr>
              <a:spLocks/>
            </p:cNvSpPr>
            <p:nvPr/>
          </p:nvSpPr>
          <p:spPr bwMode="auto">
            <a:xfrm>
              <a:off x="1943" y="3829"/>
              <a:ext cx="2033" cy="499"/>
            </a:xfrm>
            <a:custGeom>
              <a:avLst/>
              <a:gdLst>
                <a:gd name="T0" fmla="*/ 186 w 2033"/>
                <a:gd name="T1" fmla="*/ 18 h 499"/>
                <a:gd name="T2" fmla="*/ 138 w 2033"/>
                <a:gd name="T3" fmla="*/ 6 h 499"/>
                <a:gd name="T4" fmla="*/ 96 w 2033"/>
                <a:gd name="T5" fmla="*/ 0 h 499"/>
                <a:gd name="T6" fmla="*/ 36 w 2033"/>
                <a:gd name="T7" fmla="*/ 0 h 499"/>
                <a:gd name="T8" fmla="*/ 12 w 2033"/>
                <a:gd name="T9" fmla="*/ 25 h 499"/>
                <a:gd name="T10" fmla="*/ 0 w 2033"/>
                <a:gd name="T11" fmla="*/ 128 h 499"/>
                <a:gd name="T12" fmla="*/ 60 w 2033"/>
                <a:gd name="T13" fmla="*/ 104 h 499"/>
                <a:gd name="T14" fmla="*/ 90 w 2033"/>
                <a:gd name="T15" fmla="*/ 134 h 499"/>
                <a:gd name="T16" fmla="*/ 150 w 2033"/>
                <a:gd name="T17" fmla="*/ 153 h 499"/>
                <a:gd name="T18" fmla="*/ 209 w 2033"/>
                <a:gd name="T19" fmla="*/ 273 h 499"/>
                <a:gd name="T20" fmla="*/ 401 w 2033"/>
                <a:gd name="T21" fmla="*/ 359 h 499"/>
                <a:gd name="T22" fmla="*/ 777 w 2033"/>
                <a:gd name="T23" fmla="*/ 359 h 499"/>
                <a:gd name="T24" fmla="*/ 2033 w 2033"/>
                <a:gd name="T25" fmla="*/ 499 h 499"/>
                <a:gd name="T26" fmla="*/ 2033 w 2033"/>
                <a:gd name="T27" fmla="*/ 499 h 499"/>
                <a:gd name="T28" fmla="*/ 1991 w 2033"/>
                <a:gd name="T29" fmla="*/ 493 h 499"/>
                <a:gd name="T30" fmla="*/ 676 w 2033"/>
                <a:gd name="T31" fmla="*/ 243 h 499"/>
                <a:gd name="T32" fmla="*/ 514 w 2033"/>
                <a:gd name="T33" fmla="*/ 159 h 499"/>
                <a:gd name="T34" fmla="*/ 425 w 2033"/>
                <a:gd name="T35" fmla="*/ 110 h 499"/>
                <a:gd name="T36" fmla="*/ 365 w 2033"/>
                <a:gd name="T37" fmla="*/ 92 h 499"/>
                <a:gd name="T38" fmla="*/ 281 w 2033"/>
                <a:gd name="T39" fmla="*/ 61 h 499"/>
                <a:gd name="T40" fmla="*/ 186 w 2033"/>
                <a:gd name="T41" fmla="*/ 18 h 499"/>
                <a:gd name="T42" fmla="*/ 186 w 2033"/>
                <a:gd name="T43" fmla="*/ 18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33" h="499">
                  <a:moveTo>
                    <a:pt x="186" y="18"/>
                  </a:moveTo>
                  <a:lnTo>
                    <a:pt x="138" y="6"/>
                  </a:lnTo>
                  <a:lnTo>
                    <a:pt x="96" y="0"/>
                  </a:lnTo>
                  <a:lnTo>
                    <a:pt x="36" y="0"/>
                  </a:lnTo>
                  <a:lnTo>
                    <a:pt x="12" y="25"/>
                  </a:lnTo>
                  <a:lnTo>
                    <a:pt x="0" y="128"/>
                  </a:lnTo>
                  <a:lnTo>
                    <a:pt x="60" y="104"/>
                  </a:lnTo>
                  <a:lnTo>
                    <a:pt x="90" y="134"/>
                  </a:lnTo>
                  <a:lnTo>
                    <a:pt x="150" y="153"/>
                  </a:lnTo>
                  <a:lnTo>
                    <a:pt x="209" y="273"/>
                  </a:lnTo>
                  <a:lnTo>
                    <a:pt x="401" y="359"/>
                  </a:lnTo>
                  <a:lnTo>
                    <a:pt x="777" y="359"/>
                  </a:lnTo>
                  <a:lnTo>
                    <a:pt x="2033" y="499"/>
                  </a:lnTo>
                  <a:lnTo>
                    <a:pt x="2033" y="499"/>
                  </a:lnTo>
                  <a:lnTo>
                    <a:pt x="1991" y="493"/>
                  </a:lnTo>
                  <a:lnTo>
                    <a:pt x="676" y="243"/>
                  </a:lnTo>
                  <a:lnTo>
                    <a:pt x="514" y="159"/>
                  </a:lnTo>
                  <a:lnTo>
                    <a:pt x="425" y="110"/>
                  </a:lnTo>
                  <a:lnTo>
                    <a:pt x="365" y="92"/>
                  </a:lnTo>
                  <a:lnTo>
                    <a:pt x="281" y="61"/>
                  </a:lnTo>
                  <a:lnTo>
                    <a:pt x="186" y="18"/>
                  </a:lnTo>
                  <a:lnTo>
                    <a:pt x="186" y="1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10" name="Freeform 18">
              <a:extLst>
                <a:ext uri="{FF2B5EF4-FFF2-40B4-BE49-F238E27FC236}">
                  <a16:creationId xmlns:a16="http://schemas.microsoft.com/office/drawing/2014/main" id="{8ED1E9A9-47DF-FF8C-0101-3576780B3190}"/>
                </a:ext>
              </a:extLst>
            </p:cNvPr>
            <p:cNvSpPr>
              <a:spLocks/>
            </p:cNvSpPr>
            <p:nvPr/>
          </p:nvSpPr>
          <p:spPr bwMode="auto">
            <a:xfrm>
              <a:off x="1830" y="3823"/>
              <a:ext cx="71" cy="61"/>
            </a:xfrm>
            <a:custGeom>
              <a:avLst/>
              <a:gdLst>
                <a:gd name="T0" fmla="*/ 0 w 71"/>
                <a:gd name="T1" fmla="*/ 18 h 60"/>
                <a:gd name="T2" fmla="*/ 6 w 71"/>
                <a:gd name="T3" fmla="*/ 18 h 60"/>
                <a:gd name="T4" fmla="*/ 12 w 71"/>
                <a:gd name="T5" fmla="*/ 12 h 60"/>
                <a:gd name="T6" fmla="*/ 6 w 71"/>
                <a:gd name="T7" fmla="*/ 6 h 60"/>
                <a:gd name="T8" fmla="*/ 0 w 71"/>
                <a:gd name="T9" fmla="*/ 0 h 60"/>
                <a:gd name="T10" fmla="*/ 29 w 71"/>
                <a:gd name="T11" fmla="*/ 18 h 60"/>
                <a:gd name="T12" fmla="*/ 53 w 71"/>
                <a:gd name="T13" fmla="*/ 18 h 60"/>
                <a:gd name="T14" fmla="*/ 59 w 71"/>
                <a:gd name="T15" fmla="*/ 30 h 60"/>
                <a:gd name="T16" fmla="*/ 65 w 71"/>
                <a:gd name="T17" fmla="*/ 42 h 60"/>
                <a:gd name="T18" fmla="*/ 71 w 71"/>
                <a:gd name="T19" fmla="*/ 54 h 60"/>
                <a:gd name="T20" fmla="*/ 71 w 71"/>
                <a:gd name="T21" fmla="*/ 60 h 60"/>
                <a:gd name="T22" fmla="*/ 59 w 71"/>
                <a:gd name="T23" fmla="*/ 54 h 60"/>
                <a:gd name="T24" fmla="*/ 47 w 71"/>
                <a:gd name="T25" fmla="*/ 42 h 60"/>
                <a:gd name="T26" fmla="*/ 23 w 71"/>
                <a:gd name="T27" fmla="*/ 30 h 60"/>
                <a:gd name="T28" fmla="*/ 23 w 71"/>
                <a:gd name="T29" fmla="*/ 36 h 60"/>
                <a:gd name="T30" fmla="*/ 18 w 71"/>
                <a:gd name="T31" fmla="*/ 42 h 60"/>
                <a:gd name="T32" fmla="*/ 12 w 71"/>
                <a:gd name="T33" fmla="*/ 48 h 60"/>
                <a:gd name="T34" fmla="*/ 6 w 71"/>
                <a:gd name="T35" fmla="*/ 48 h 60"/>
                <a:gd name="T36" fmla="*/ 6 w 71"/>
                <a:gd name="T37" fmla="*/ 48 h 60"/>
                <a:gd name="T38" fmla="*/ 6 w 71"/>
                <a:gd name="T39" fmla="*/ 36 h 60"/>
                <a:gd name="T40" fmla="*/ 0 w 71"/>
                <a:gd name="T41" fmla="*/ 18 h 60"/>
                <a:gd name="T42" fmla="*/ 0 w 71"/>
                <a:gd name="T43" fmla="*/ 1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1" h="60">
                  <a:moveTo>
                    <a:pt x="0" y="18"/>
                  </a:moveTo>
                  <a:lnTo>
                    <a:pt x="6" y="18"/>
                  </a:lnTo>
                  <a:lnTo>
                    <a:pt x="12" y="12"/>
                  </a:lnTo>
                  <a:lnTo>
                    <a:pt x="6" y="6"/>
                  </a:lnTo>
                  <a:lnTo>
                    <a:pt x="0" y="0"/>
                  </a:lnTo>
                  <a:lnTo>
                    <a:pt x="29" y="18"/>
                  </a:lnTo>
                  <a:lnTo>
                    <a:pt x="53" y="18"/>
                  </a:lnTo>
                  <a:lnTo>
                    <a:pt x="59" y="30"/>
                  </a:lnTo>
                  <a:lnTo>
                    <a:pt x="65" y="42"/>
                  </a:lnTo>
                  <a:lnTo>
                    <a:pt x="71" y="54"/>
                  </a:lnTo>
                  <a:lnTo>
                    <a:pt x="71" y="60"/>
                  </a:lnTo>
                  <a:lnTo>
                    <a:pt x="59" y="54"/>
                  </a:lnTo>
                  <a:lnTo>
                    <a:pt x="47" y="42"/>
                  </a:lnTo>
                  <a:lnTo>
                    <a:pt x="23" y="30"/>
                  </a:lnTo>
                  <a:lnTo>
                    <a:pt x="23" y="36"/>
                  </a:lnTo>
                  <a:lnTo>
                    <a:pt x="18" y="42"/>
                  </a:lnTo>
                  <a:lnTo>
                    <a:pt x="12" y="48"/>
                  </a:lnTo>
                  <a:lnTo>
                    <a:pt x="6" y="48"/>
                  </a:lnTo>
                  <a:lnTo>
                    <a:pt x="6" y="48"/>
                  </a:lnTo>
                  <a:lnTo>
                    <a:pt x="6" y="36"/>
                  </a:lnTo>
                  <a:lnTo>
                    <a:pt x="0" y="18"/>
                  </a:lnTo>
                  <a:lnTo>
                    <a:pt x="0" y="1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11" name="Freeform 19">
              <a:extLst>
                <a:ext uri="{FF2B5EF4-FFF2-40B4-BE49-F238E27FC236}">
                  <a16:creationId xmlns:a16="http://schemas.microsoft.com/office/drawing/2014/main" id="{C6DFDEF5-E500-44CD-8489-26C450E87197}"/>
                </a:ext>
              </a:extLst>
            </p:cNvPr>
            <p:cNvSpPr>
              <a:spLocks/>
            </p:cNvSpPr>
            <p:nvPr/>
          </p:nvSpPr>
          <p:spPr bwMode="auto">
            <a:xfrm>
              <a:off x="855" y="3842"/>
              <a:ext cx="161" cy="164"/>
            </a:xfrm>
            <a:custGeom>
              <a:avLst/>
              <a:gdLst>
                <a:gd name="T0" fmla="*/ 30 w 161"/>
                <a:gd name="T1" fmla="*/ 0 h 162"/>
                <a:gd name="T2" fmla="*/ 48 w 161"/>
                <a:gd name="T3" fmla="*/ 6 h 162"/>
                <a:gd name="T4" fmla="*/ 72 w 161"/>
                <a:gd name="T5" fmla="*/ 6 h 162"/>
                <a:gd name="T6" fmla="*/ 114 w 161"/>
                <a:gd name="T7" fmla="*/ 12 h 162"/>
                <a:gd name="T8" fmla="*/ 96 w 161"/>
                <a:gd name="T9" fmla="*/ 54 h 162"/>
                <a:gd name="T10" fmla="*/ 96 w 161"/>
                <a:gd name="T11" fmla="*/ 60 h 162"/>
                <a:gd name="T12" fmla="*/ 102 w 161"/>
                <a:gd name="T13" fmla="*/ 72 h 162"/>
                <a:gd name="T14" fmla="*/ 108 w 161"/>
                <a:gd name="T15" fmla="*/ 84 h 162"/>
                <a:gd name="T16" fmla="*/ 120 w 161"/>
                <a:gd name="T17" fmla="*/ 96 h 162"/>
                <a:gd name="T18" fmla="*/ 143 w 161"/>
                <a:gd name="T19" fmla="*/ 114 h 162"/>
                <a:gd name="T20" fmla="*/ 155 w 161"/>
                <a:gd name="T21" fmla="*/ 138 h 162"/>
                <a:gd name="T22" fmla="*/ 161 w 161"/>
                <a:gd name="T23" fmla="*/ 156 h 162"/>
                <a:gd name="T24" fmla="*/ 161 w 161"/>
                <a:gd name="T25" fmla="*/ 162 h 162"/>
                <a:gd name="T26" fmla="*/ 96 w 161"/>
                <a:gd name="T27" fmla="*/ 102 h 162"/>
                <a:gd name="T28" fmla="*/ 30 w 161"/>
                <a:gd name="T29" fmla="*/ 54 h 162"/>
                <a:gd name="T30" fmla="*/ 0 w 161"/>
                <a:gd name="T31" fmla="*/ 0 h 162"/>
                <a:gd name="T32" fmla="*/ 30 w 161"/>
                <a:gd name="T33" fmla="*/ 0 h 162"/>
                <a:gd name="T34" fmla="*/ 30 w 161"/>
                <a:gd name="T35" fmla="*/ 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1" h="162">
                  <a:moveTo>
                    <a:pt x="30" y="0"/>
                  </a:moveTo>
                  <a:lnTo>
                    <a:pt x="48" y="6"/>
                  </a:lnTo>
                  <a:lnTo>
                    <a:pt x="72" y="6"/>
                  </a:lnTo>
                  <a:lnTo>
                    <a:pt x="114" y="12"/>
                  </a:lnTo>
                  <a:lnTo>
                    <a:pt x="96" y="54"/>
                  </a:lnTo>
                  <a:lnTo>
                    <a:pt x="96" y="60"/>
                  </a:lnTo>
                  <a:lnTo>
                    <a:pt x="102" y="72"/>
                  </a:lnTo>
                  <a:lnTo>
                    <a:pt x="108" y="84"/>
                  </a:lnTo>
                  <a:lnTo>
                    <a:pt x="120" y="96"/>
                  </a:lnTo>
                  <a:lnTo>
                    <a:pt x="143" y="114"/>
                  </a:lnTo>
                  <a:lnTo>
                    <a:pt x="155" y="138"/>
                  </a:lnTo>
                  <a:lnTo>
                    <a:pt x="161" y="156"/>
                  </a:lnTo>
                  <a:lnTo>
                    <a:pt x="161" y="162"/>
                  </a:lnTo>
                  <a:lnTo>
                    <a:pt x="96" y="102"/>
                  </a:lnTo>
                  <a:lnTo>
                    <a:pt x="30" y="54"/>
                  </a:lnTo>
                  <a:lnTo>
                    <a:pt x="0" y="0"/>
                  </a:lnTo>
                  <a:lnTo>
                    <a:pt x="30" y="0"/>
                  </a:lnTo>
                  <a:lnTo>
                    <a:pt x="3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12" name="Freeform 20">
              <a:extLst>
                <a:ext uri="{FF2B5EF4-FFF2-40B4-BE49-F238E27FC236}">
                  <a16:creationId xmlns:a16="http://schemas.microsoft.com/office/drawing/2014/main" id="{C963474D-F6F0-8FFC-0923-5ECA86DFD75A}"/>
                </a:ext>
              </a:extLst>
            </p:cNvPr>
            <p:cNvSpPr>
              <a:spLocks/>
            </p:cNvSpPr>
            <p:nvPr/>
          </p:nvSpPr>
          <p:spPr bwMode="auto">
            <a:xfrm>
              <a:off x="706" y="3854"/>
              <a:ext cx="59" cy="61"/>
            </a:xfrm>
            <a:custGeom>
              <a:avLst/>
              <a:gdLst>
                <a:gd name="T0" fmla="*/ 59 w 59"/>
                <a:gd name="T1" fmla="*/ 6 h 60"/>
                <a:gd name="T2" fmla="*/ 41 w 59"/>
                <a:gd name="T3" fmla="*/ 30 h 60"/>
                <a:gd name="T4" fmla="*/ 41 w 59"/>
                <a:gd name="T5" fmla="*/ 36 h 60"/>
                <a:gd name="T6" fmla="*/ 47 w 59"/>
                <a:gd name="T7" fmla="*/ 42 h 60"/>
                <a:gd name="T8" fmla="*/ 53 w 59"/>
                <a:gd name="T9" fmla="*/ 54 h 60"/>
                <a:gd name="T10" fmla="*/ 53 w 59"/>
                <a:gd name="T11" fmla="*/ 60 h 60"/>
                <a:gd name="T12" fmla="*/ 47 w 59"/>
                <a:gd name="T13" fmla="*/ 54 h 60"/>
                <a:gd name="T14" fmla="*/ 35 w 59"/>
                <a:gd name="T15" fmla="*/ 48 h 60"/>
                <a:gd name="T16" fmla="*/ 23 w 59"/>
                <a:gd name="T17" fmla="*/ 36 h 60"/>
                <a:gd name="T18" fmla="*/ 17 w 59"/>
                <a:gd name="T19" fmla="*/ 30 h 60"/>
                <a:gd name="T20" fmla="*/ 0 w 59"/>
                <a:gd name="T21" fmla="*/ 0 h 60"/>
                <a:gd name="T22" fmla="*/ 59 w 59"/>
                <a:gd name="T23" fmla="*/ 6 h 60"/>
                <a:gd name="T24" fmla="*/ 59 w 59"/>
                <a:gd name="T25" fmla="*/ 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60">
                  <a:moveTo>
                    <a:pt x="59" y="6"/>
                  </a:moveTo>
                  <a:lnTo>
                    <a:pt x="41" y="30"/>
                  </a:lnTo>
                  <a:lnTo>
                    <a:pt x="41" y="36"/>
                  </a:lnTo>
                  <a:lnTo>
                    <a:pt x="47" y="42"/>
                  </a:lnTo>
                  <a:lnTo>
                    <a:pt x="53" y="54"/>
                  </a:lnTo>
                  <a:lnTo>
                    <a:pt x="53" y="60"/>
                  </a:lnTo>
                  <a:lnTo>
                    <a:pt x="47" y="54"/>
                  </a:lnTo>
                  <a:lnTo>
                    <a:pt x="35" y="48"/>
                  </a:lnTo>
                  <a:lnTo>
                    <a:pt x="23" y="36"/>
                  </a:lnTo>
                  <a:lnTo>
                    <a:pt x="17" y="30"/>
                  </a:lnTo>
                  <a:lnTo>
                    <a:pt x="0" y="0"/>
                  </a:lnTo>
                  <a:lnTo>
                    <a:pt x="59" y="6"/>
                  </a:lnTo>
                  <a:lnTo>
                    <a:pt x="59" y="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13" name="Freeform 21">
              <a:extLst>
                <a:ext uri="{FF2B5EF4-FFF2-40B4-BE49-F238E27FC236}">
                  <a16:creationId xmlns:a16="http://schemas.microsoft.com/office/drawing/2014/main" id="{A9BC8AA9-9799-F54B-C180-E195B55E515C}"/>
                </a:ext>
              </a:extLst>
            </p:cNvPr>
            <p:cNvSpPr>
              <a:spLocks/>
            </p:cNvSpPr>
            <p:nvPr/>
          </p:nvSpPr>
          <p:spPr bwMode="auto">
            <a:xfrm>
              <a:off x="395" y="3811"/>
              <a:ext cx="245" cy="207"/>
            </a:xfrm>
            <a:custGeom>
              <a:avLst/>
              <a:gdLst>
                <a:gd name="T0" fmla="*/ 233 w 245"/>
                <a:gd name="T1" fmla="*/ 36 h 204"/>
                <a:gd name="T2" fmla="*/ 245 w 245"/>
                <a:gd name="T3" fmla="*/ 42 h 204"/>
                <a:gd name="T4" fmla="*/ 209 w 245"/>
                <a:gd name="T5" fmla="*/ 84 h 204"/>
                <a:gd name="T6" fmla="*/ 143 w 245"/>
                <a:gd name="T7" fmla="*/ 132 h 204"/>
                <a:gd name="T8" fmla="*/ 167 w 245"/>
                <a:gd name="T9" fmla="*/ 156 h 204"/>
                <a:gd name="T10" fmla="*/ 179 w 245"/>
                <a:gd name="T11" fmla="*/ 204 h 204"/>
                <a:gd name="T12" fmla="*/ 77 w 245"/>
                <a:gd name="T13" fmla="*/ 132 h 204"/>
                <a:gd name="T14" fmla="*/ 47 w 245"/>
                <a:gd name="T15" fmla="*/ 84 h 204"/>
                <a:gd name="T16" fmla="*/ 89 w 245"/>
                <a:gd name="T17" fmla="*/ 66 h 204"/>
                <a:gd name="T18" fmla="*/ 59 w 245"/>
                <a:gd name="T19" fmla="*/ 36 h 204"/>
                <a:gd name="T20" fmla="*/ 0 w 245"/>
                <a:gd name="T21" fmla="*/ 12 h 204"/>
                <a:gd name="T22" fmla="*/ 0 w 245"/>
                <a:gd name="T23" fmla="*/ 0 h 204"/>
                <a:gd name="T24" fmla="*/ 6 w 245"/>
                <a:gd name="T25" fmla="*/ 0 h 204"/>
                <a:gd name="T26" fmla="*/ 12 w 245"/>
                <a:gd name="T27" fmla="*/ 0 h 204"/>
                <a:gd name="T28" fmla="*/ 47 w 245"/>
                <a:gd name="T29" fmla="*/ 6 h 204"/>
                <a:gd name="T30" fmla="*/ 77 w 245"/>
                <a:gd name="T31" fmla="*/ 6 h 204"/>
                <a:gd name="T32" fmla="*/ 83 w 245"/>
                <a:gd name="T33" fmla="*/ 6 h 204"/>
                <a:gd name="T34" fmla="*/ 89 w 245"/>
                <a:gd name="T35" fmla="*/ 6 h 204"/>
                <a:gd name="T36" fmla="*/ 101 w 245"/>
                <a:gd name="T37" fmla="*/ 12 h 204"/>
                <a:gd name="T38" fmla="*/ 125 w 245"/>
                <a:gd name="T39" fmla="*/ 12 h 204"/>
                <a:gd name="T40" fmla="*/ 143 w 245"/>
                <a:gd name="T41" fmla="*/ 18 h 204"/>
                <a:gd name="T42" fmla="*/ 149 w 245"/>
                <a:gd name="T43" fmla="*/ 18 h 204"/>
                <a:gd name="T44" fmla="*/ 149 w 245"/>
                <a:gd name="T45" fmla="*/ 18 h 204"/>
                <a:gd name="T46" fmla="*/ 203 w 245"/>
                <a:gd name="T47" fmla="*/ 24 h 204"/>
                <a:gd name="T48" fmla="*/ 233 w 245"/>
                <a:gd name="T49" fmla="*/ 36 h 204"/>
                <a:gd name="T50" fmla="*/ 233 w 245"/>
                <a:gd name="T51" fmla="*/ 36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5" h="204">
                  <a:moveTo>
                    <a:pt x="233" y="36"/>
                  </a:moveTo>
                  <a:lnTo>
                    <a:pt x="245" y="42"/>
                  </a:lnTo>
                  <a:lnTo>
                    <a:pt x="209" y="84"/>
                  </a:lnTo>
                  <a:lnTo>
                    <a:pt x="143" y="132"/>
                  </a:lnTo>
                  <a:lnTo>
                    <a:pt x="167" y="156"/>
                  </a:lnTo>
                  <a:lnTo>
                    <a:pt x="179" y="204"/>
                  </a:lnTo>
                  <a:lnTo>
                    <a:pt x="77" y="132"/>
                  </a:lnTo>
                  <a:lnTo>
                    <a:pt x="47" y="84"/>
                  </a:lnTo>
                  <a:lnTo>
                    <a:pt x="89" y="66"/>
                  </a:lnTo>
                  <a:lnTo>
                    <a:pt x="59" y="36"/>
                  </a:lnTo>
                  <a:lnTo>
                    <a:pt x="0" y="12"/>
                  </a:lnTo>
                  <a:lnTo>
                    <a:pt x="0" y="0"/>
                  </a:lnTo>
                  <a:lnTo>
                    <a:pt x="6" y="0"/>
                  </a:lnTo>
                  <a:lnTo>
                    <a:pt x="12" y="0"/>
                  </a:lnTo>
                  <a:lnTo>
                    <a:pt x="47" y="6"/>
                  </a:lnTo>
                  <a:lnTo>
                    <a:pt x="77" y="6"/>
                  </a:lnTo>
                  <a:lnTo>
                    <a:pt x="83" y="6"/>
                  </a:lnTo>
                  <a:lnTo>
                    <a:pt x="89" y="6"/>
                  </a:lnTo>
                  <a:lnTo>
                    <a:pt x="101" y="12"/>
                  </a:lnTo>
                  <a:lnTo>
                    <a:pt x="125" y="12"/>
                  </a:lnTo>
                  <a:lnTo>
                    <a:pt x="143" y="18"/>
                  </a:lnTo>
                  <a:lnTo>
                    <a:pt x="149" y="18"/>
                  </a:lnTo>
                  <a:lnTo>
                    <a:pt x="149" y="18"/>
                  </a:lnTo>
                  <a:lnTo>
                    <a:pt x="203" y="24"/>
                  </a:lnTo>
                  <a:lnTo>
                    <a:pt x="233" y="36"/>
                  </a:lnTo>
                  <a:lnTo>
                    <a:pt x="233" y="3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64214" name="Rectangle 22">
            <a:extLst>
              <a:ext uri="{FF2B5EF4-FFF2-40B4-BE49-F238E27FC236}">
                <a16:creationId xmlns:a16="http://schemas.microsoft.com/office/drawing/2014/main" id="{6550C1AE-7059-C5C2-19A8-B74A9F1ABDDE}"/>
              </a:ext>
            </a:extLst>
          </p:cNvPr>
          <p:cNvSpPr>
            <a:spLocks noGrp="1" noChangeArrowheads="1"/>
          </p:cNvSpPr>
          <p:nvPr>
            <p:ph type="title"/>
          </p:nvPr>
        </p:nvSpPr>
        <p:spPr bwMode="auto">
          <a:xfrm>
            <a:off x="457200" y="228600"/>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64215" name="Rectangle 23">
            <a:extLst>
              <a:ext uri="{FF2B5EF4-FFF2-40B4-BE49-F238E27FC236}">
                <a16:creationId xmlns:a16="http://schemas.microsoft.com/office/drawing/2014/main" id="{E9503A42-DB6F-9691-359D-BFEDC8BABDF8}"/>
              </a:ext>
            </a:extLst>
          </p:cNvPr>
          <p:cNvSpPr>
            <a:spLocks noGrp="1" noChangeArrowheads="1"/>
          </p:cNvSpPr>
          <p:nvPr>
            <p:ph type="body" idx="1"/>
          </p:nvPr>
        </p:nvSpPr>
        <p:spPr bwMode="auto">
          <a:xfrm>
            <a:off x="457200" y="1600200"/>
            <a:ext cx="82296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64216" name="Rectangle 24">
            <a:extLst>
              <a:ext uri="{FF2B5EF4-FFF2-40B4-BE49-F238E27FC236}">
                <a16:creationId xmlns:a16="http://schemas.microsoft.com/office/drawing/2014/main" id="{6F548C9F-85EA-5E91-C2C1-9FCF4ECF5407}"/>
              </a:ext>
            </a:extLst>
          </p:cNvPr>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effectLst>
                  <a:outerShdw blurRad="38100" dist="38100" dir="2700000" algn="tl">
                    <a:srgbClr val="000000"/>
                  </a:outerShdw>
                </a:effectLst>
              </a:defRPr>
            </a:lvl1pPr>
          </a:lstStyle>
          <a:p>
            <a:r>
              <a:rPr lang="zh-CN" altLang="en-US"/>
              <a:t>讲义制作：李丽，陈志祥审</a:t>
            </a:r>
            <a:endParaRPr lang="en-US" altLang="zh-CN"/>
          </a:p>
        </p:txBody>
      </p:sp>
      <p:sp>
        <p:nvSpPr>
          <p:cNvPr id="264217" name="Rectangle 25">
            <a:extLst>
              <a:ext uri="{FF2B5EF4-FFF2-40B4-BE49-F238E27FC236}">
                <a16:creationId xmlns:a16="http://schemas.microsoft.com/office/drawing/2014/main" id="{4B24C9E2-414E-BDF1-9273-858108930645}"/>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200">
                <a:effectLst>
                  <a:outerShdw blurRad="38100" dist="38100" dir="2700000" algn="tl">
                    <a:srgbClr val="000000"/>
                  </a:outerShdw>
                </a:effectLst>
              </a:defRPr>
            </a:lvl1pPr>
          </a:lstStyle>
          <a:p>
            <a:endParaRPr lang="en-US" altLang="zh-CN"/>
          </a:p>
        </p:txBody>
      </p:sp>
      <p:sp>
        <p:nvSpPr>
          <p:cNvPr id="264218" name="Rectangle 26">
            <a:extLst>
              <a:ext uri="{FF2B5EF4-FFF2-40B4-BE49-F238E27FC236}">
                <a16:creationId xmlns:a16="http://schemas.microsoft.com/office/drawing/2014/main" id="{FF3DC08B-28F6-427A-92D9-E5D5A6680D06}"/>
              </a:ext>
            </a:extLst>
          </p:cNvPr>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effectLst>
                  <a:outerShdw blurRad="38100" dist="38100" dir="2700000" algn="tl">
                    <a:srgbClr val="000000"/>
                  </a:outerShdw>
                </a:effectLst>
              </a:defRPr>
            </a:lvl1pPr>
          </a:lstStyle>
          <a:p>
            <a:fld id="{4D261F25-1D73-45E8-A5DA-C45E103652CF}" type="slidenum">
              <a:rPr lang="en-US" altLang="zh-CN"/>
              <a:pPr/>
              <a:t>‹#›</a:t>
            </a:fld>
            <a:endParaRPr lang="en-US" altLang="zh-CN"/>
          </a:p>
        </p:txBody>
      </p:sp>
    </p:spTree>
  </p:cSld>
  <p:clrMap bg1="dk2" tx1="lt1" bg2="dk1"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Lst>
  <p:transition spd="slow">
    <p:strips dir="rd"/>
  </p:transition>
  <p:hf sldNum="0" hdr="0" ftr="0"/>
  <p:txStyles>
    <p:titleStyle>
      <a:lvl1pPr algn="ctr" rtl="0" fontAlgn="base">
        <a:spcBef>
          <a:spcPct val="0"/>
        </a:spcBef>
        <a:spcAft>
          <a:spcPct val="0"/>
        </a:spcAft>
        <a:defRPr sz="4400" kern="1200">
          <a:solidFill>
            <a:schemeClr val="tx2"/>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nsczx@mail.sysu.edu.c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2.emf"/><Relationship Id="rId1" Type="http://schemas.openxmlformats.org/officeDocument/2006/relationships/slideLayout" Target="../slideLayouts/slideLayout7.xml"/><Relationship Id="rId4" Type="http://schemas.openxmlformats.org/officeDocument/2006/relationships/image" Target="../media/image3.wmf"/></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3.bin"/><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4.bin"/><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5.bin"/><Relationship Id="rId1" Type="http://schemas.openxmlformats.org/officeDocument/2006/relationships/slideLayout" Target="../slideLayouts/slideLayout7.xml"/><Relationship Id="rId5" Type="http://schemas.openxmlformats.org/officeDocument/2006/relationships/oleObject" Target="../embeddings/oleObject7.bin"/><Relationship Id="rId4" Type="http://schemas.openxmlformats.org/officeDocument/2006/relationships/oleObject" Target="../embeddings/oleObject6.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F90B3DE9-AA32-216C-EB91-623AE2432E1A}"/>
              </a:ext>
            </a:extLst>
          </p:cNvPr>
          <p:cNvSpPr>
            <a:spLocks noGrp="1" noChangeArrowheads="1"/>
          </p:cNvSpPr>
          <p:nvPr>
            <p:ph type="ctrTitle"/>
          </p:nvPr>
        </p:nvSpPr>
        <p:spPr>
          <a:xfrm>
            <a:off x="971550" y="476250"/>
            <a:ext cx="7631113" cy="2376488"/>
          </a:xfrm>
          <a:noFill/>
          <a:ln/>
          <a:effectLst>
            <a:outerShdw dist="107763" dir="2700000" algn="ctr" rotWithShape="0">
              <a:schemeClr val="bg2">
                <a:alpha val="50000"/>
              </a:schemeClr>
            </a:outerShdw>
          </a:effectLst>
          <a:extLst>
            <a:ext uri="{91240B29-F687-4F45-9708-019B960494DF}">
              <a14:hiddenLine xmlns:a14="http://schemas.microsoft.com/office/drawing/2010/main" w="9525">
                <a:solidFill>
                  <a:schemeClr val="tx2"/>
                </a:solidFill>
                <a:miter lim="800000"/>
                <a:headEnd/>
                <a:tailEnd/>
              </a14:hiddenLine>
            </a:ext>
          </a:extLst>
        </p:spPr>
        <p:txBody>
          <a:bodyPr/>
          <a:lstStyle/>
          <a:p>
            <a:r>
              <a:rPr kumimoji="1" lang="en-US" altLang="zh-CN" sz="4400" b="1">
                <a:latin typeface="黑体" panose="02010609060101010101" pitchFamily="49" charset="-122"/>
                <a:ea typeface="黑体" panose="02010609060101010101" pitchFamily="49" charset="-122"/>
              </a:rPr>
              <a:t>《</a:t>
            </a:r>
            <a:r>
              <a:rPr kumimoji="1" lang="zh-CN" altLang="en-US" sz="4400" b="1">
                <a:latin typeface="黑体" panose="02010609060101010101" pitchFamily="49" charset="-122"/>
                <a:ea typeface="黑体" panose="02010609060101010101" pitchFamily="49" charset="-122"/>
              </a:rPr>
              <a:t>生产与运作管理</a:t>
            </a:r>
            <a:r>
              <a:rPr kumimoji="1" lang="en-US" altLang="zh-CN" sz="4400" b="1">
                <a:latin typeface="黑体" panose="02010609060101010101" pitchFamily="49" charset="-122"/>
                <a:ea typeface="黑体" panose="02010609060101010101" pitchFamily="49" charset="-122"/>
              </a:rPr>
              <a:t>》</a:t>
            </a:r>
            <a:r>
              <a:rPr kumimoji="1" lang="zh-CN" altLang="en-US" sz="4400" b="1">
                <a:latin typeface="黑体" panose="02010609060101010101" pitchFamily="49" charset="-122"/>
                <a:ea typeface="黑体" panose="02010609060101010101" pitchFamily="49" charset="-122"/>
              </a:rPr>
              <a:t>教辅材料参考讲义</a:t>
            </a:r>
          </a:p>
        </p:txBody>
      </p:sp>
      <p:sp>
        <p:nvSpPr>
          <p:cNvPr id="2052" name="Text Box 4">
            <a:extLst>
              <a:ext uri="{FF2B5EF4-FFF2-40B4-BE49-F238E27FC236}">
                <a16:creationId xmlns:a16="http://schemas.microsoft.com/office/drawing/2014/main" id="{4EDA0F5A-BD63-C6FE-1118-18D22B695630}"/>
              </a:ext>
            </a:extLst>
          </p:cNvPr>
          <p:cNvSpPr txBox="1">
            <a:spLocks noChangeArrowheads="1"/>
          </p:cNvSpPr>
          <p:nvPr/>
        </p:nvSpPr>
        <p:spPr bwMode="auto">
          <a:xfrm>
            <a:off x="1403350" y="2636838"/>
            <a:ext cx="6840538" cy="160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b="1"/>
              <a:t>出版社：北京：机械工业出版社，</a:t>
            </a:r>
            <a:r>
              <a:rPr lang="en-US" altLang="zh-CN" b="1"/>
              <a:t>2009</a:t>
            </a:r>
            <a:r>
              <a:rPr lang="zh-CN" altLang="en-US" b="1"/>
              <a:t>年</a:t>
            </a:r>
            <a:r>
              <a:rPr lang="en-US" altLang="zh-CN" b="1"/>
              <a:t>7</a:t>
            </a:r>
            <a:r>
              <a:rPr lang="zh-CN" altLang="en-US" b="1"/>
              <a:t>月</a:t>
            </a:r>
          </a:p>
          <a:p>
            <a:pPr algn="ctr">
              <a:spcBef>
                <a:spcPct val="50000"/>
              </a:spcBef>
            </a:pPr>
            <a:r>
              <a:rPr lang="zh-CN" altLang="en-US" b="1"/>
              <a:t>编著者：陈志祥，李丽</a:t>
            </a:r>
          </a:p>
          <a:p>
            <a:pPr algn="ctr">
              <a:spcBef>
                <a:spcPct val="50000"/>
              </a:spcBef>
            </a:pPr>
            <a:r>
              <a:rPr lang="zh-CN" altLang="en-US" b="1"/>
              <a:t>本讲义由李丽老师制作，陈志祥教授审校</a:t>
            </a:r>
          </a:p>
          <a:p>
            <a:pPr algn="ctr">
              <a:spcBef>
                <a:spcPct val="50000"/>
              </a:spcBef>
            </a:pPr>
            <a:r>
              <a:rPr lang="en-US" altLang="zh-CN" b="1">
                <a:hlinkClick r:id="rId2"/>
              </a:rPr>
              <a:t>mnsczx@mail.sysu.edu.cn</a:t>
            </a:r>
            <a:r>
              <a:rPr lang="en-US" altLang="zh-CN" b="1"/>
              <a:t> </a:t>
            </a:r>
          </a:p>
        </p:txBody>
      </p:sp>
      <p:sp>
        <p:nvSpPr>
          <p:cNvPr id="2053" name="Rectangle 5">
            <a:extLst>
              <a:ext uri="{FF2B5EF4-FFF2-40B4-BE49-F238E27FC236}">
                <a16:creationId xmlns:a16="http://schemas.microsoft.com/office/drawing/2014/main" id="{7EBBAF92-AA23-7E12-AE53-ED894DAF70CA}"/>
              </a:ext>
            </a:extLst>
          </p:cNvPr>
          <p:cNvSpPr>
            <a:spLocks noGrp="1" noChangeArrowheads="1"/>
          </p:cNvSpPr>
          <p:nvPr>
            <p:ph type="subTitle" idx="1"/>
          </p:nvPr>
        </p:nvSpPr>
        <p:spPr>
          <a:xfrm>
            <a:off x="1476375" y="4508500"/>
            <a:ext cx="6400800" cy="1536700"/>
          </a:xfrm>
          <a:ln>
            <a:solidFill>
              <a:schemeClr val="tx1"/>
            </a:solidFill>
            <a:miter lim="800000"/>
            <a:headEnd/>
            <a:tailEnd/>
          </a:ln>
        </p:spPr>
        <p:txBody>
          <a:bodyPr/>
          <a:lstStyle/>
          <a:p>
            <a:r>
              <a:rPr lang="zh-CN" altLang="en-US" sz="2800"/>
              <a:t>声明：本讲义只提供给购买与使用本教材的教师作为教学使用，未经允许不得转发给其他任何人</a:t>
            </a:r>
          </a:p>
        </p:txBody>
      </p:sp>
    </p:spTree>
  </p:cSld>
  <p:clrMapOvr>
    <a:masterClrMapping/>
  </p:clrMapOvr>
  <p:transition spd="slow">
    <p:strips dir="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18A775A3-7D18-F37F-E824-FFFF86AA076D}"/>
              </a:ext>
            </a:extLst>
          </p:cNvPr>
          <p:cNvSpPr>
            <a:spLocks noGrp="1"/>
          </p:cNvSpPr>
          <p:nvPr>
            <p:ph type="dt" sz="half" idx="10"/>
          </p:nvPr>
        </p:nvSpPr>
        <p:spPr/>
        <p:txBody>
          <a:bodyPr/>
          <a:lstStyle/>
          <a:p>
            <a:r>
              <a:rPr lang="zh-CN" altLang="en-US"/>
              <a:t>讲义制作：李丽，陈志祥审</a:t>
            </a:r>
            <a:endParaRPr lang="en-US" altLang="zh-CN"/>
          </a:p>
        </p:txBody>
      </p:sp>
      <p:sp>
        <p:nvSpPr>
          <p:cNvPr id="7170" name="Rectangle 2">
            <a:extLst>
              <a:ext uri="{FF2B5EF4-FFF2-40B4-BE49-F238E27FC236}">
                <a16:creationId xmlns:a16="http://schemas.microsoft.com/office/drawing/2014/main" id="{73C6928C-CD5B-EA1B-771F-7A4FFCECA1CC}"/>
              </a:ext>
            </a:extLst>
          </p:cNvPr>
          <p:cNvSpPr>
            <a:spLocks noGrp="1" noChangeArrowheads="1"/>
          </p:cNvSpPr>
          <p:nvPr>
            <p:ph type="title"/>
          </p:nvPr>
        </p:nvSpPr>
        <p:spPr/>
        <p:txBody>
          <a:bodyPr/>
          <a:lstStyle/>
          <a:p>
            <a:r>
              <a:rPr lang="zh-CN" altLang="en-US" b="1"/>
              <a:t>第</a:t>
            </a:r>
            <a:r>
              <a:rPr lang="en-US" altLang="zh-CN" b="1"/>
              <a:t>10</a:t>
            </a:r>
            <a:r>
              <a:rPr lang="zh-CN" altLang="en-US" b="1"/>
              <a:t>章：生产维护与设备管理</a:t>
            </a:r>
          </a:p>
        </p:txBody>
      </p:sp>
      <p:sp>
        <p:nvSpPr>
          <p:cNvPr id="7171" name="Rectangle 3">
            <a:extLst>
              <a:ext uri="{FF2B5EF4-FFF2-40B4-BE49-F238E27FC236}">
                <a16:creationId xmlns:a16="http://schemas.microsoft.com/office/drawing/2014/main" id="{6FC6171F-0A18-9D5F-1E85-0A8D69F89100}"/>
              </a:ext>
            </a:extLst>
          </p:cNvPr>
          <p:cNvSpPr>
            <a:spLocks noGrp="1" noChangeArrowheads="1"/>
          </p:cNvSpPr>
          <p:nvPr>
            <p:ph type="body" idx="1"/>
          </p:nvPr>
        </p:nvSpPr>
        <p:spPr/>
        <p:txBody>
          <a:bodyPr/>
          <a:lstStyle/>
          <a:p>
            <a:pPr>
              <a:lnSpc>
                <a:spcPct val="80000"/>
              </a:lnSpc>
              <a:buFontTx/>
              <a:buNone/>
            </a:pPr>
            <a:r>
              <a:rPr lang="zh-CN" altLang="en-US" sz="2800" b="1">
                <a:effectLst>
                  <a:outerShdw blurRad="38100" dist="38100" dir="2700000" algn="tl">
                    <a:srgbClr val="000000"/>
                  </a:outerShdw>
                </a:effectLst>
              </a:rPr>
              <a:t>一、学习目标</a:t>
            </a:r>
          </a:p>
          <a:p>
            <a:pPr>
              <a:lnSpc>
                <a:spcPct val="80000"/>
              </a:lnSpc>
              <a:buFontTx/>
              <a:buNone/>
            </a:pPr>
            <a:r>
              <a:rPr lang="zh-CN" altLang="en-US" sz="2800" b="1">
                <a:effectLst>
                  <a:outerShdw blurRad="38100" dist="38100" dir="2700000" algn="tl">
                    <a:srgbClr val="000000"/>
                  </a:outerShdw>
                </a:effectLst>
              </a:rPr>
              <a:t>   </a:t>
            </a:r>
            <a:r>
              <a:rPr lang="en-US" altLang="zh-CN" sz="2800" b="1">
                <a:effectLst>
                  <a:outerShdw blurRad="38100" dist="38100" dir="2700000" algn="tl">
                    <a:srgbClr val="000000"/>
                  </a:outerShdw>
                </a:effectLst>
              </a:rPr>
              <a:t>1</a:t>
            </a:r>
            <a:r>
              <a:rPr lang="zh-CN" altLang="en-US" sz="2800" b="1">
                <a:effectLst>
                  <a:outerShdw blurRad="38100" dist="38100" dir="2700000" algn="tl">
                    <a:srgbClr val="000000"/>
                  </a:outerShdw>
                </a:effectLst>
              </a:rPr>
              <a:t>、掌握系统可靠性的衡量</a:t>
            </a:r>
          </a:p>
          <a:p>
            <a:pPr>
              <a:lnSpc>
                <a:spcPct val="80000"/>
              </a:lnSpc>
              <a:buFontTx/>
              <a:buNone/>
            </a:pPr>
            <a:r>
              <a:rPr lang="zh-CN" altLang="en-US" sz="2800" b="1">
                <a:effectLst>
                  <a:outerShdw blurRad="38100" dist="38100" dir="2700000" algn="tl">
                    <a:srgbClr val="000000"/>
                  </a:outerShdw>
                </a:effectLst>
              </a:rPr>
              <a:t>   </a:t>
            </a:r>
            <a:r>
              <a:rPr lang="en-US" altLang="zh-CN" sz="2800" b="1">
                <a:effectLst>
                  <a:outerShdw blurRad="38100" dist="38100" dir="2700000" algn="tl">
                    <a:srgbClr val="000000"/>
                  </a:outerShdw>
                </a:effectLst>
              </a:rPr>
              <a:t>2</a:t>
            </a:r>
            <a:r>
              <a:rPr lang="zh-CN" altLang="en-US" sz="2800" b="1">
                <a:effectLst>
                  <a:outerShdw blurRad="38100" dist="38100" dir="2700000" algn="tl">
                    <a:srgbClr val="000000"/>
                  </a:outerShdw>
                </a:effectLst>
              </a:rPr>
              <a:t>、掌握设备维护改进策略</a:t>
            </a:r>
          </a:p>
          <a:p>
            <a:pPr>
              <a:lnSpc>
                <a:spcPct val="80000"/>
              </a:lnSpc>
              <a:buFontTx/>
              <a:buNone/>
            </a:pPr>
            <a:r>
              <a:rPr lang="zh-CN" altLang="en-US" sz="2800" b="1">
                <a:effectLst>
                  <a:outerShdw blurRad="38100" dist="38100" dir="2700000" algn="tl">
                    <a:srgbClr val="000000"/>
                  </a:outerShdw>
                </a:effectLst>
              </a:rPr>
              <a:t>   </a:t>
            </a:r>
            <a:r>
              <a:rPr lang="en-US" altLang="zh-CN" sz="2800" b="1">
                <a:effectLst>
                  <a:outerShdw blurRad="38100" dist="38100" dir="2700000" algn="tl">
                    <a:srgbClr val="000000"/>
                  </a:outerShdw>
                </a:effectLst>
              </a:rPr>
              <a:t>3</a:t>
            </a:r>
            <a:r>
              <a:rPr lang="zh-CN" altLang="en-US" sz="2800" b="1">
                <a:effectLst>
                  <a:outerShdw blurRad="38100" dist="38100" dir="2700000" algn="tl">
                    <a:srgbClr val="000000"/>
                  </a:outerShdw>
                </a:effectLst>
              </a:rPr>
              <a:t>、了解全员生产维护</a:t>
            </a:r>
          </a:p>
          <a:p>
            <a:pPr>
              <a:lnSpc>
                <a:spcPct val="80000"/>
              </a:lnSpc>
              <a:buFontTx/>
              <a:buNone/>
            </a:pPr>
            <a:r>
              <a:rPr lang="zh-CN" altLang="en-US" sz="2800" b="1">
                <a:effectLst>
                  <a:outerShdw blurRad="38100" dist="38100" dir="2700000" algn="tl">
                    <a:srgbClr val="000000"/>
                  </a:outerShdw>
                </a:effectLst>
              </a:rPr>
              <a:t>二、内容提要</a:t>
            </a:r>
          </a:p>
          <a:p>
            <a:pPr>
              <a:lnSpc>
                <a:spcPct val="80000"/>
              </a:lnSpc>
              <a:buFontTx/>
              <a:buNone/>
            </a:pPr>
            <a:r>
              <a:rPr lang="zh-CN" altLang="en-US" sz="2800" b="1">
                <a:effectLst>
                  <a:outerShdw blurRad="38100" dist="38100" dir="2700000" algn="tl">
                    <a:srgbClr val="000000"/>
                  </a:outerShdw>
                </a:effectLst>
              </a:rPr>
              <a:t>   </a:t>
            </a:r>
            <a:r>
              <a:rPr lang="en-US" altLang="zh-CN" sz="2800" b="1">
                <a:effectLst>
                  <a:outerShdw blurRad="38100" dist="38100" dir="2700000" algn="tl">
                    <a:srgbClr val="000000"/>
                  </a:outerShdw>
                </a:effectLst>
              </a:rPr>
              <a:t>1</a:t>
            </a:r>
            <a:r>
              <a:rPr lang="zh-CN" altLang="en-US" sz="2800" b="1">
                <a:effectLst>
                  <a:outerShdw blurRad="38100" dist="38100" dir="2700000" algn="tl">
                    <a:srgbClr val="000000"/>
                  </a:outerShdw>
                </a:effectLst>
              </a:rPr>
              <a:t>、设备可靠性原理</a:t>
            </a:r>
          </a:p>
          <a:p>
            <a:pPr>
              <a:lnSpc>
                <a:spcPct val="80000"/>
              </a:lnSpc>
              <a:buFontTx/>
              <a:buNone/>
            </a:pPr>
            <a:r>
              <a:rPr lang="zh-CN" altLang="en-US" sz="2800" b="1">
                <a:effectLst>
                  <a:outerShdw blurRad="38100" dist="38100" dir="2700000" algn="tl">
                    <a:srgbClr val="000000"/>
                  </a:outerShdw>
                </a:effectLst>
              </a:rPr>
              <a:t>   </a:t>
            </a:r>
            <a:r>
              <a:rPr lang="en-US" altLang="zh-CN" sz="2800" b="1">
                <a:effectLst>
                  <a:outerShdw blurRad="38100" dist="38100" dir="2700000" algn="tl">
                    <a:srgbClr val="000000"/>
                  </a:outerShdw>
                </a:effectLst>
              </a:rPr>
              <a:t>2</a:t>
            </a:r>
            <a:r>
              <a:rPr lang="zh-CN" altLang="en-US" sz="2800" b="1">
                <a:effectLst>
                  <a:outerShdw blurRad="38100" dist="38100" dir="2700000" algn="tl">
                    <a:srgbClr val="000000"/>
                  </a:outerShdw>
                </a:effectLst>
              </a:rPr>
              <a:t>、零件磨损与设备故障规律</a:t>
            </a:r>
          </a:p>
          <a:p>
            <a:pPr>
              <a:lnSpc>
                <a:spcPct val="80000"/>
              </a:lnSpc>
              <a:buFontTx/>
              <a:buNone/>
            </a:pPr>
            <a:r>
              <a:rPr lang="zh-CN" altLang="en-US" sz="2800" b="1">
                <a:effectLst>
                  <a:outerShdw blurRad="38100" dist="38100" dir="2700000" algn="tl">
                    <a:srgbClr val="000000"/>
                  </a:outerShdw>
                </a:effectLst>
              </a:rPr>
              <a:t>   </a:t>
            </a:r>
            <a:r>
              <a:rPr lang="en-US" altLang="zh-CN" sz="2800" b="1">
                <a:effectLst>
                  <a:outerShdw blurRad="38100" dist="38100" dir="2700000" algn="tl">
                    <a:srgbClr val="000000"/>
                  </a:outerShdw>
                </a:effectLst>
              </a:rPr>
              <a:t>3</a:t>
            </a:r>
            <a:r>
              <a:rPr lang="zh-CN" altLang="en-US" sz="2800" b="1">
                <a:effectLst>
                  <a:outerShdw blurRad="38100" dist="38100" dir="2700000" algn="tl">
                    <a:srgbClr val="000000"/>
                  </a:outerShdw>
                </a:effectLst>
              </a:rPr>
              <a:t>、基本设备维护决策</a:t>
            </a:r>
          </a:p>
          <a:p>
            <a:pPr>
              <a:lnSpc>
                <a:spcPct val="80000"/>
              </a:lnSpc>
              <a:buFontTx/>
              <a:buNone/>
            </a:pPr>
            <a:r>
              <a:rPr lang="zh-CN" altLang="en-US" sz="2800" b="1">
                <a:effectLst>
                  <a:outerShdw blurRad="38100" dist="38100" dir="2700000" algn="tl">
                    <a:srgbClr val="000000"/>
                  </a:outerShdw>
                </a:effectLst>
              </a:rPr>
              <a:t>   </a:t>
            </a:r>
            <a:r>
              <a:rPr lang="en-US" altLang="zh-CN" sz="2800" b="1">
                <a:effectLst>
                  <a:outerShdw blurRad="38100" dist="38100" dir="2700000" algn="tl">
                    <a:srgbClr val="000000"/>
                  </a:outerShdw>
                </a:effectLst>
              </a:rPr>
              <a:t>4</a:t>
            </a:r>
            <a:r>
              <a:rPr lang="zh-CN" altLang="en-US" sz="2800" b="1">
                <a:effectLst>
                  <a:outerShdw blurRad="38100" dist="38100" dir="2700000" algn="tl">
                    <a:srgbClr val="000000"/>
                  </a:outerShdw>
                </a:effectLst>
              </a:rPr>
              <a:t>、设备维修制度</a:t>
            </a:r>
          </a:p>
          <a:p>
            <a:pPr>
              <a:lnSpc>
                <a:spcPct val="80000"/>
              </a:lnSpc>
              <a:buFontTx/>
              <a:buNone/>
            </a:pPr>
            <a:r>
              <a:rPr lang="zh-CN" altLang="en-US" sz="2800" b="1">
                <a:effectLst>
                  <a:outerShdw blurRad="38100" dist="38100" dir="2700000" algn="tl">
                    <a:srgbClr val="000000"/>
                  </a:outerShdw>
                </a:effectLst>
              </a:rPr>
              <a:t>   </a:t>
            </a:r>
          </a:p>
        </p:txBody>
      </p:sp>
    </p:spTree>
  </p:cSld>
  <p:clrMapOvr>
    <a:masterClrMapping/>
  </p:clrMapOvr>
  <p:transition spd="slow">
    <p:strips dir="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5CE26A16-27CA-86F6-CDC2-65E1C5242EAC}"/>
              </a:ext>
            </a:extLst>
          </p:cNvPr>
          <p:cNvSpPr>
            <a:spLocks noGrp="1"/>
          </p:cNvSpPr>
          <p:nvPr>
            <p:ph type="dt" sz="half" idx="10"/>
          </p:nvPr>
        </p:nvSpPr>
        <p:spPr/>
        <p:txBody>
          <a:bodyPr/>
          <a:lstStyle/>
          <a:p>
            <a:r>
              <a:rPr lang="zh-CN" altLang="en-US"/>
              <a:t>讲义制作：李丽，陈志祥审</a:t>
            </a:r>
            <a:endParaRPr lang="en-US" altLang="zh-CN"/>
          </a:p>
        </p:txBody>
      </p:sp>
      <p:sp>
        <p:nvSpPr>
          <p:cNvPr id="281602" name="Rectangle 2">
            <a:extLst>
              <a:ext uri="{FF2B5EF4-FFF2-40B4-BE49-F238E27FC236}">
                <a16:creationId xmlns:a16="http://schemas.microsoft.com/office/drawing/2014/main" id="{7B372591-879E-C162-D27D-6A6FC4489075}"/>
              </a:ext>
            </a:extLst>
          </p:cNvPr>
          <p:cNvSpPr>
            <a:spLocks noGrp="1" noChangeArrowheads="1"/>
          </p:cNvSpPr>
          <p:nvPr>
            <p:ph type="title"/>
          </p:nvPr>
        </p:nvSpPr>
        <p:spPr/>
        <p:txBody>
          <a:bodyPr/>
          <a:lstStyle/>
          <a:p>
            <a:r>
              <a:rPr lang="zh-CN" altLang="en-US" sz="3200"/>
              <a:t>引导案例：</a:t>
            </a:r>
            <a:r>
              <a:rPr lang="zh-CN" altLang="en-US" sz="3200" b="1"/>
              <a:t>武钢加强设备管理提升产品质量</a:t>
            </a:r>
          </a:p>
        </p:txBody>
      </p:sp>
      <p:sp>
        <p:nvSpPr>
          <p:cNvPr id="281603" name="Rectangle 3">
            <a:extLst>
              <a:ext uri="{FF2B5EF4-FFF2-40B4-BE49-F238E27FC236}">
                <a16:creationId xmlns:a16="http://schemas.microsoft.com/office/drawing/2014/main" id="{E1E2E511-9D6E-F641-5C24-170E8A233C69}"/>
              </a:ext>
            </a:extLst>
          </p:cNvPr>
          <p:cNvSpPr>
            <a:spLocks noGrp="1" noChangeArrowheads="1"/>
          </p:cNvSpPr>
          <p:nvPr>
            <p:ph type="body" idx="1"/>
          </p:nvPr>
        </p:nvSpPr>
        <p:spPr>
          <a:xfrm>
            <a:off x="323850" y="1700213"/>
            <a:ext cx="8229600" cy="4781550"/>
          </a:xfrm>
        </p:spPr>
        <p:txBody>
          <a:bodyPr/>
          <a:lstStyle/>
          <a:p>
            <a:pPr>
              <a:lnSpc>
                <a:spcPct val="80000"/>
              </a:lnSpc>
            </a:pPr>
            <a:endParaRPr lang="en-US" altLang="zh-CN" sz="2000"/>
          </a:p>
          <a:p>
            <a:pPr>
              <a:lnSpc>
                <a:spcPct val="80000"/>
              </a:lnSpc>
              <a:buFontTx/>
              <a:buNone/>
            </a:pPr>
            <a:r>
              <a:rPr lang="en-US" altLang="zh-CN" sz="2000">
                <a:latin typeface="楷体_GB2312" pitchFamily="49" charset="-122"/>
                <a:ea typeface="楷体_GB2312" pitchFamily="49" charset="-122"/>
              </a:rPr>
              <a:t>        </a:t>
            </a:r>
            <a:r>
              <a:rPr lang="zh-CN" altLang="en-US" sz="2000">
                <a:latin typeface="楷体_GB2312" pitchFamily="49" charset="-122"/>
                <a:ea typeface="楷体_GB2312" pitchFamily="49" charset="-122"/>
              </a:rPr>
              <a:t>面对当前金融危机的严峻形势，武汉钢铁（集团）公司（以下简称武钢）对硅钢质量提出了更高要求。武钢虽然是国内唯一生产冷轧取向硅钢的厂家，但产量比例较小。为达到产能要求，该厂把挖掘设备潜能、向管理要效益作为提升产品质量的重要手段。首先，他们针对硅钢生产线的设备维护状况不同，把设备管理按体系分为</a:t>
            </a:r>
            <a:r>
              <a:rPr lang="en-US" altLang="zh-CN" sz="2000">
                <a:latin typeface="楷体_GB2312" pitchFamily="49" charset="-122"/>
                <a:ea typeface="楷体_GB2312" pitchFamily="49" charset="-122"/>
              </a:rPr>
              <a:t>A</a:t>
            </a:r>
            <a:r>
              <a:rPr lang="zh-CN" altLang="en-US" sz="2000">
                <a:latin typeface="楷体_GB2312" pitchFamily="49" charset="-122"/>
                <a:ea typeface="楷体_GB2312" pitchFamily="49" charset="-122"/>
              </a:rPr>
              <a:t>、</a:t>
            </a:r>
            <a:r>
              <a:rPr lang="en-US" altLang="zh-CN" sz="2000">
                <a:latin typeface="楷体_GB2312" pitchFamily="49" charset="-122"/>
                <a:ea typeface="楷体_GB2312" pitchFamily="49" charset="-122"/>
              </a:rPr>
              <a:t>B</a:t>
            </a:r>
            <a:r>
              <a:rPr lang="zh-CN" altLang="en-US" sz="2000">
                <a:latin typeface="楷体_GB2312" pitchFamily="49" charset="-122"/>
                <a:ea typeface="楷体_GB2312" pitchFamily="49" charset="-122"/>
              </a:rPr>
              <a:t>、</a:t>
            </a:r>
            <a:r>
              <a:rPr lang="en-US" altLang="zh-CN" sz="2000">
                <a:latin typeface="楷体_GB2312" pitchFamily="49" charset="-122"/>
                <a:ea typeface="楷体_GB2312" pitchFamily="49" charset="-122"/>
              </a:rPr>
              <a:t>C</a:t>
            </a:r>
            <a:r>
              <a:rPr lang="zh-CN" altLang="en-US" sz="2000">
                <a:latin typeface="楷体_GB2312" pitchFamily="49" charset="-122"/>
                <a:ea typeface="楷体_GB2312" pitchFamily="49" charset="-122"/>
              </a:rPr>
              <a:t>三大类；并且修订完善了设备管理体系</a:t>
            </a:r>
            <a:r>
              <a:rPr lang="en-US" altLang="zh-CN" sz="2000">
                <a:latin typeface="楷体_GB2312" pitchFamily="49" charset="-122"/>
                <a:ea typeface="楷体_GB2312" pitchFamily="49" charset="-122"/>
              </a:rPr>
              <a:t>A</a:t>
            </a:r>
            <a:r>
              <a:rPr lang="zh-CN" altLang="en-US" sz="2000">
                <a:latin typeface="楷体_GB2312" pitchFamily="49" charset="-122"/>
                <a:ea typeface="楷体_GB2312" pitchFamily="49" charset="-122"/>
              </a:rPr>
              <a:t>类</a:t>
            </a:r>
            <a:r>
              <a:rPr lang="en-US" altLang="zh-CN" sz="2000">
                <a:latin typeface="楷体_GB2312" pitchFamily="49" charset="-122"/>
                <a:ea typeface="楷体_GB2312" pitchFamily="49" charset="-122"/>
              </a:rPr>
              <a:t>257</a:t>
            </a:r>
            <a:r>
              <a:rPr lang="zh-CN" altLang="en-US" sz="2000">
                <a:latin typeface="楷体_GB2312" pitchFamily="49" charset="-122"/>
                <a:ea typeface="楷体_GB2312" pitchFamily="49" charset="-122"/>
              </a:rPr>
              <a:t>个受控点、</a:t>
            </a:r>
            <a:r>
              <a:rPr lang="en-US" altLang="zh-CN" sz="2000">
                <a:latin typeface="楷体_GB2312" pitchFamily="49" charset="-122"/>
                <a:ea typeface="楷体_GB2312" pitchFamily="49" charset="-122"/>
              </a:rPr>
              <a:t>B</a:t>
            </a:r>
            <a:r>
              <a:rPr lang="zh-CN" altLang="en-US" sz="2000">
                <a:latin typeface="楷体_GB2312" pitchFamily="49" charset="-122"/>
                <a:ea typeface="楷体_GB2312" pitchFamily="49" charset="-122"/>
              </a:rPr>
              <a:t>类和</a:t>
            </a:r>
            <a:r>
              <a:rPr lang="en-US" altLang="zh-CN" sz="2000">
                <a:latin typeface="楷体_GB2312" pitchFamily="49" charset="-122"/>
                <a:ea typeface="楷体_GB2312" pitchFamily="49" charset="-122"/>
              </a:rPr>
              <a:t>C</a:t>
            </a:r>
            <a:r>
              <a:rPr lang="zh-CN" altLang="en-US" sz="2000">
                <a:latin typeface="楷体_GB2312" pitchFamily="49" charset="-122"/>
                <a:ea typeface="楷体_GB2312" pitchFamily="49" charset="-122"/>
              </a:rPr>
              <a:t>类</a:t>
            </a:r>
            <a:r>
              <a:rPr lang="en-US" altLang="zh-CN" sz="2000">
                <a:latin typeface="楷体_GB2312" pitchFamily="49" charset="-122"/>
                <a:ea typeface="楷体_GB2312" pitchFamily="49" charset="-122"/>
              </a:rPr>
              <a:t>425</a:t>
            </a:r>
            <a:r>
              <a:rPr lang="zh-CN" altLang="en-US" sz="2000">
                <a:latin typeface="楷体_GB2312" pitchFamily="49" charset="-122"/>
                <a:ea typeface="楷体_GB2312" pitchFamily="49" charset="-122"/>
              </a:rPr>
              <a:t>个受控点的标准。其次，他们将专业技术培训工作积极向外延伸，把外部委托的维检人员纳入厂内统一管理、统一培训的范畴。两年来，由该厂设备部牵头组织设备专业人员、维保人员、操作人员参加的各类专业培训</a:t>
            </a:r>
            <a:r>
              <a:rPr lang="en-US" altLang="zh-CN" sz="2000">
                <a:latin typeface="楷体_GB2312" pitchFamily="49" charset="-122"/>
                <a:ea typeface="楷体_GB2312" pitchFamily="49" charset="-122"/>
              </a:rPr>
              <a:t>40</a:t>
            </a:r>
            <a:r>
              <a:rPr lang="zh-CN" altLang="en-US" sz="2000">
                <a:latin typeface="楷体_GB2312" pitchFamily="49" charset="-122"/>
                <a:ea typeface="楷体_GB2312" pitchFamily="49" charset="-122"/>
              </a:rPr>
              <a:t>余期，培训人员超过</a:t>
            </a:r>
            <a:r>
              <a:rPr lang="en-US" altLang="zh-CN" sz="2000">
                <a:latin typeface="楷体_GB2312" pitchFamily="49" charset="-122"/>
                <a:ea typeface="楷体_GB2312" pitchFamily="49" charset="-122"/>
              </a:rPr>
              <a:t>300</a:t>
            </a:r>
            <a:r>
              <a:rPr lang="zh-CN" altLang="en-US" sz="2000">
                <a:latin typeface="楷体_GB2312" pitchFamily="49" charset="-122"/>
                <a:ea typeface="楷体_GB2312" pitchFamily="49" charset="-122"/>
              </a:rPr>
              <a:t>人次。再次，将管理职责的重心下放到维保单位，明确维保单位责任和目标，将新标准、新设备维护技能及时传达给操作和维检人员，大大提高了设备使用效率，降低了设备故障。据不完全统计，两年来，该公司的设备管理取得了</a:t>
            </a:r>
            <a:r>
              <a:rPr lang="en-US" altLang="zh-CN" sz="2000">
                <a:latin typeface="楷体_GB2312" pitchFamily="49" charset="-122"/>
                <a:ea typeface="楷体_GB2312" pitchFamily="49" charset="-122"/>
              </a:rPr>
              <a:t>8</a:t>
            </a:r>
            <a:r>
              <a:rPr lang="zh-CN" altLang="en-US" sz="2000">
                <a:latin typeface="楷体_GB2312" pitchFamily="49" charset="-122"/>
                <a:ea typeface="楷体_GB2312" pitchFamily="49" charset="-122"/>
              </a:rPr>
              <a:t>项丰硕成果；硅钢生产的设备故障率比目标值明显下降，节约了大量资金。</a:t>
            </a:r>
          </a:p>
          <a:p>
            <a:pPr>
              <a:lnSpc>
                <a:spcPct val="80000"/>
              </a:lnSpc>
            </a:pPr>
            <a:endParaRPr lang="en-US" altLang="zh-CN" sz="2000">
              <a:latin typeface="楷体_GB2312" pitchFamily="49" charset="-122"/>
              <a:ea typeface="楷体_GB2312" pitchFamily="49" charset="-122"/>
            </a:endParaRPr>
          </a:p>
        </p:txBody>
      </p:sp>
    </p:spTree>
  </p:cSld>
  <p:clrMapOvr>
    <a:masterClrMapping/>
  </p:clrMapOvr>
  <p:transition spd="slow">
    <p:strips dir="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841BEC7-09B3-A0C9-85EA-1E69EC66C021}"/>
              </a:ext>
            </a:extLst>
          </p:cNvPr>
          <p:cNvSpPr>
            <a:spLocks noGrp="1"/>
          </p:cNvSpPr>
          <p:nvPr>
            <p:ph type="dt" sz="half" idx="10"/>
          </p:nvPr>
        </p:nvSpPr>
        <p:spPr/>
        <p:txBody>
          <a:bodyPr/>
          <a:lstStyle/>
          <a:p>
            <a:r>
              <a:rPr lang="zh-CN" altLang="en-US"/>
              <a:t>讲义制作：李丽，陈志祥审</a:t>
            </a:r>
            <a:endParaRPr lang="en-US" altLang="zh-CN"/>
          </a:p>
        </p:txBody>
      </p:sp>
      <p:sp>
        <p:nvSpPr>
          <p:cNvPr id="305154" name="标题 1">
            <a:extLst>
              <a:ext uri="{FF2B5EF4-FFF2-40B4-BE49-F238E27FC236}">
                <a16:creationId xmlns:a16="http://schemas.microsoft.com/office/drawing/2014/main" id="{A959C90A-5A76-7F06-4F62-7883CAE3936E}"/>
              </a:ext>
            </a:extLst>
          </p:cNvPr>
          <p:cNvSpPr>
            <a:spLocks noGrp="1"/>
          </p:cNvSpPr>
          <p:nvPr>
            <p:ph type="title" idx="4294967295"/>
          </p:nvPr>
        </p:nvSpPr>
        <p:spPr/>
        <p:txBody>
          <a:bodyPr/>
          <a:lstStyle/>
          <a:p>
            <a:r>
              <a:rPr lang="zh-CN" altLang="en-US" b="1"/>
              <a:t>一、 设备可靠性原理</a:t>
            </a:r>
            <a:endParaRPr lang="zh-CN" altLang="en-US"/>
          </a:p>
        </p:txBody>
      </p:sp>
      <p:sp>
        <p:nvSpPr>
          <p:cNvPr id="3" name="内容占位符 2">
            <a:extLst>
              <a:ext uri="{FF2B5EF4-FFF2-40B4-BE49-F238E27FC236}">
                <a16:creationId xmlns:a16="http://schemas.microsoft.com/office/drawing/2014/main" id="{DF7645E7-F4C8-4DF6-095E-C5AAC9D5B9EE}"/>
              </a:ext>
            </a:extLst>
          </p:cNvPr>
          <p:cNvSpPr>
            <a:spLocks noGrp="1"/>
          </p:cNvSpPr>
          <p:nvPr>
            <p:ph idx="4294967295"/>
          </p:nvPr>
        </p:nvSpPr>
        <p:spPr/>
        <p:txBody>
          <a:bodyPr>
            <a:normAutofit/>
          </a:bodyPr>
          <a:lstStyle/>
          <a:p>
            <a:pPr>
              <a:lnSpc>
                <a:spcPct val="80000"/>
              </a:lnSpc>
              <a:buFontTx/>
              <a:buNone/>
            </a:pPr>
            <a:r>
              <a:rPr lang="en-US" altLang="zh-CN" sz="2500" b="1"/>
              <a:t>1.  </a:t>
            </a:r>
            <a:r>
              <a:rPr lang="zh-CN" altLang="en-US" sz="2500" b="1"/>
              <a:t>可靠性的定义 </a:t>
            </a:r>
            <a:endParaRPr lang="zh-CN" altLang="en-US" sz="2500"/>
          </a:p>
          <a:p>
            <a:pPr>
              <a:lnSpc>
                <a:spcPct val="80000"/>
              </a:lnSpc>
              <a:buFontTx/>
              <a:buNone/>
            </a:pPr>
            <a:r>
              <a:rPr lang="zh-CN" altLang="en-US" sz="2500"/>
              <a:t>              可靠性指在一定条件下设备或产品正常运行一定时间的概率，记为</a:t>
            </a:r>
            <a:r>
              <a:rPr lang="en-US" altLang="zh-CN" sz="2500"/>
              <a:t>R</a:t>
            </a:r>
            <a:r>
              <a:rPr lang="zh-CN" altLang="en-US" sz="2500"/>
              <a:t>（</a:t>
            </a:r>
            <a:r>
              <a:rPr lang="en-US" altLang="zh-CN" sz="2500"/>
              <a:t>%</a:t>
            </a:r>
            <a:r>
              <a:rPr lang="zh-CN" altLang="en-US" sz="2500"/>
              <a:t>）。可靠性测量的基本单位是产品故障率（</a:t>
            </a:r>
            <a:r>
              <a:rPr lang="en-US" altLang="zh-CN" sz="2500"/>
              <a:t>FR, product failure rate</a:t>
            </a:r>
            <a:r>
              <a:rPr lang="zh-CN" altLang="en-US" sz="2500"/>
              <a:t>）。故障率是指在所有测试的产品中出现故障的产品比率，记为</a:t>
            </a:r>
            <a:r>
              <a:rPr lang="en-US" altLang="zh-CN" sz="2500"/>
              <a:t>FR</a:t>
            </a:r>
            <a:r>
              <a:rPr lang="zh-CN" altLang="en-US" sz="2500"/>
              <a:t>（</a:t>
            </a:r>
            <a:r>
              <a:rPr lang="en-US" altLang="zh-CN" sz="2500"/>
              <a:t>%</a:t>
            </a:r>
            <a:r>
              <a:rPr lang="zh-CN" altLang="en-US" sz="2500"/>
              <a:t>）；或者说在一定时间内出现故障的次数，记为</a:t>
            </a:r>
            <a:r>
              <a:rPr lang="en-US" altLang="zh-CN" sz="2500"/>
              <a:t>FR</a:t>
            </a:r>
            <a:r>
              <a:rPr lang="zh-CN" altLang="en-US" sz="2500"/>
              <a:t>（</a:t>
            </a:r>
            <a:r>
              <a:rPr lang="en-US" altLang="zh-CN" sz="2500"/>
              <a:t>N</a:t>
            </a:r>
            <a:r>
              <a:rPr lang="zh-CN" altLang="en-US" sz="2500"/>
              <a:t>），如公式</a:t>
            </a:r>
            <a:r>
              <a:rPr lang="en-US" altLang="zh-CN" sz="2500"/>
              <a:t>10</a:t>
            </a:r>
            <a:r>
              <a:rPr lang="zh-CN" altLang="en-US" sz="2500"/>
              <a:t>－</a:t>
            </a:r>
            <a:r>
              <a:rPr lang="en-US" altLang="zh-CN" sz="2500"/>
              <a:t>1</a:t>
            </a:r>
            <a:r>
              <a:rPr lang="zh-CN" altLang="en-US" sz="2500"/>
              <a:t>和</a:t>
            </a:r>
            <a:r>
              <a:rPr lang="en-US" altLang="zh-CN" sz="2500"/>
              <a:t>10</a:t>
            </a:r>
            <a:r>
              <a:rPr lang="zh-CN" altLang="en-US" sz="2500"/>
              <a:t>－</a:t>
            </a:r>
            <a:r>
              <a:rPr lang="en-US" altLang="zh-CN" sz="2500"/>
              <a:t>2</a:t>
            </a:r>
            <a:r>
              <a:rPr lang="zh-CN" altLang="en-US" sz="2500"/>
              <a:t>所示。</a:t>
            </a:r>
          </a:p>
          <a:p>
            <a:pPr algn="r">
              <a:lnSpc>
                <a:spcPct val="80000"/>
              </a:lnSpc>
              <a:buFontTx/>
              <a:buNone/>
            </a:pPr>
            <a:r>
              <a:rPr lang="zh-CN" altLang="en-US" sz="2500"/>
              <a:t>                           </a:t>
            </a:r>
          </a:p>
          <a:p>
            <a:pPr algn="r">
              <a:lnSpc>
                <a:spcPct val="80000"/>
              </a:lnSpc>
              <a:buFontTx/>
              <a:buNone/>
            </a:pPr>
            <a:r>
              <a:rPr lang="zh-CN" altLang="en-US" sz="2500"/>
              <a:t>（</a:t>
            </a:r>
            <a:r>
              <a:rPr lang="en-US" altLang="zh-CN" sz="2500"/>
              <a:t>10</a:t>
            </a:r>
            <a:r>
              <a:rPr lang="zh-CN" altLang="en-US" sz="2500"/>
              <a:t>－</a:t>
            </a:r>
            <a:r>
              <a:rPr lang="en-US" altLang="zh-CN" sz="2500"/>
              <a:t>1</a:t>
            </a:r>
            <a:r>
              <a:rPr lang="zh-CN" altLang="en-US" sz="2500"/>
              <a:t>）</a:t>
            </a:r>
          </a:p>
          <a:p>
            <a:pPr>
              <a:lnSpc>
                <a:spcPct val="80000"/>
              </a:lnSpc>
              <a:buFontTx/>
              <a:buNone/>
            </a:pPr>
            <a:endParaRPr lang="zh-CN" altLang="en-US" sz="2500"/>
          </a:p>
          <a:p>
            <a:pPr>
              <a:lnSpc>
                <a:spcPct val="80000"/>
              </a:lnSpc>
              <a:buFontTx/>
              <a:buNone/>
            </a:pPr>
            <a:endParaRPr lang="zh-CN" altLang="en-US" sz="2500"/>
          </a:p>
          <a:p>
            <a:pPr algn="r">
              <a:lnSpc>
                <a:spcPct val="80000"/>
              </a:lnSpc>
              <a:buFontTx/>
              <a:buNone/>
            </a:pPr>
            <a:r>
              <a:rPr lang="zh-CN" altLang="en-US" sz="2500"/>
              <a:t>             （</a:t>
            </a:r>
            <a:r>
              <a:rPr lang="en-US" altLang="zh-CN" sz="2500"/>
              <a:t>10</a:t>
            </a:r>
            <a:r>
              <a:rPr lang="zh-CN" altLang="en-US" sz="2500"/>
              <a:t>－</a:t>
            </a:r>
            <a:r>
              <a:rPr lang="en-US" altLang="zh-CN" sz="2500"/>
              <a:t>2</a:t>
            </a:r>
            <a:r>
              <a:rPr lang="zh-CN" altLang="en-US" sz="2500"/>
              <a:t>）</a:t>
            </a:r>
          </a:p>
          <a:p>
            <a:pPr>
              <a:lnSpc>
                <a:spcPct val="80000"/>
              </a:lnSpc>
              <a:buFontTx/>
              <a:buNone/>
            </a:pPr>
            <a:endParaRPr lang="en-US" altLang="zh-CN" sz="2500"/>
          </a:p>
        </p:txBody>
      </p:sp>
      <p:pic>
        <p:nvPicPr>
          <p:cNvPr id="305156" name="Picture 3">
            <a:extLst>
              <a:ext uri="{FF2B5EF4-FFF2-40B4-BE49-F238E27FC236}">
                <a16:creationId xmlns:a16="http://schemas.microsoft.com/office/drawing/2014/main" id="{C2DD9867-DA46-27E1-A641-2EC542663C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4143375"/>
            <a:ext cx="5172075" cy="2071688"/>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strips dir="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6B78E2F-38C1-EB9C-88A1-55994F9D664B}"/>
              </a:ext>
            </a:extLst>
          </p:cNvPr>
          <p:cNvSpPr>
            <a:spLocks noGrp="1"/>
          </p:cNvSpPr>
          <p:nvPr>
            <p:ph type="dt" sz="half" idx="10"/>
          </p:nvPr>
        </p:nvSpPr>
        <p:spPr/>
        <p:txBody>
          <a:bodyPr/>
          <a:lstStyle/>
          <a:p>
            <a:r>
              <a:rPr lang="zh-CN" altLang="en-US"/>
              <a:t>讲义制作：李丽，陈志祥审</a:t>
            </a:r>
            <a:endParaRPr lang="en-US" altLang="zh-CN"/>
          </a:p>
        </p:txBody>
      </p:sp>
      <p:sp>
        <p:nvSpPr>
          <p:cNvPr id="306178" name="标题 1">
            <a:extLst>
              <a:ext uri="{FF2B5EF4-FFF2-40B4-BE49-F238E27FC236}">
                <a16:creationId xmlns:a16="http://schemas.microsoft.com/office/drawing/2014/main" id="{C6E1CB1D-CC48-F0EA-0B52-E178549593EF}"/>
              </a:ext>
            </a:extLst>
          </p:cNvPr>
          <p:cNvSpPr>
            <a:spLocks noGrp="1"/>
          </p:cNvSpPr>
          <p:nvPr>
            <p:ph type="title" idx="4294967295"/>
          </p:nvPr>
        </p:nvSpPr>
        <p:spPr/>
        <p:txBody>
          <a:bodyPr/>
          <a:lstStyle/>
          <a:p>
            <a:r>
              <a:rPr lang="en-US" altLang="zh-CN" sz="3800" b="1"/>
              <a:t>1.  </a:t>
            </a:r>
            <a:r>
              <a:rPr lang="zh-CN" altLang="en-US" sz="3800" b="1"/>
              <a:t>可靠性的定义</a:t>
            </a:r>
          </a:p>
        </p:txBody>
      </p:sp>
      <p:sp>
        <p:nvSpPr>
          <p:cNvPr id="306179" name="内容占位符 2">
            <a:extLst>
              <a:ext uri="{FF2B5EF4-FFF2-40B4-BE49-F238E27FC236}">
                <a16:creationId xmlns:a16="http://schemas.microsoft.com/office/drawing/2014/main" id="{103CF8EF-E170-C469-0953-238569EE10F8}"/>
              </a:ext>
            </a:extLst>
          </p:cNvPr>
          <p:cNvSpPr>
            <a:spLocks noGrp="1"/>
          </p:cNvSpPr>
          <p:nvPr>
            <p:ph idx="4294967295"/>
          </p:nvPr>
        </p:nvSpPr>
        <p:spPr>
          <a:xfrm>
            <a:off x="250825" y="1341438"/>
            <a:ext cx="8229600" cy="4495800"/>
          </a:xfrm>
        </p:spPr>
        <p:txBody>
          <a:bodyPr/>
          <a:lstStyle/>
          <a:p>
            <a:pPr>
              <a:buFontTx/>
              <a:buNone/>
            </a:pPr>
            <a:r>
              <a:rPr lang="en-US" altLang="zh-CN"/>
              <a:t>     </a:t>
            </a:r>
            <a:r>
              <a:rPr lang="zh-CN" altLang="en-US"/>
              <a:t>从</a:t>
            </a:r>
            <a:r>
              <a:rPr lang="en-US" altLang="zh-CN"/>
              <a:t>FR</a:t>
            </a:r>
            <a:r>
              <a:rPr lang="zh-CN" altLang="en-US"/>
              <a:t>（</a:t>
            </a:r>
            <a:r>
              <a:rPr lang="en-US" altLang="zh-CN"/>
              <a:t>%</a:t>
            </a:r>
            <a:r>
              <a:rPr lang="zh-CN" altLang="en-US"/>
              <a:t>）的计算公式可以容易地推出可靠性的计算公式，即</a:t>
            </a:r>
          </a:p>
          <a:p>
            <a:pPr>
              <a:buFontTx/>
              <a:buNone/>
            </a:pPr>
            <a:r>
              <a:rPr lang="zh-CN" altLang="en-US" sz="2500"/>
              <a:t>                                                                                                  </a:t>
            </a:r>
          </a:p>
          <a:p>
            <a:pPr>
              <a:buFontTx/>
              <a:buNone/>
            </a:pPr>
            <a:r>
              <a:rPr lang="zh-CN" altLang="en-US" sz="2500"/>
              <a:t>                                                                       （</a:t>
            </a:r>
            <a:r>
              <a:rPr lang="en-US" altLang="zh-CN" sz="2500"/>
              <a:t>10</a:t>
            </a:r>
            <a:r>
              <a:rPr lang="zh-CN" altLang="en-US" sz="2500"/>
              <a:t>－</a:t>
            </a:r>
            <a:r>
              <a:rPr lang="en-US" altLang="zh-CN" sz="2500"/>
              <a:t>3</a:t>
            </a:r>
            <a:r>
              <a:rPr lang="zh-CN" altLang="en-US" sz="2500"/>
              <a:t>）</a:t>
            </a:r>
            <a:endParaRPr lang="zh-CN" altLang="en-US"/>
          </a:p>
          <a:p>
            <a:pPr>
              <a:buFontTx/>
              <a:buNone/>
            </a:pPr>
            <a:r>
              <a:rPr lang="zh-CN" altLang="en-US"/>
              <a:t>         衡量设备可靠性应用最多的方法是计算平均故障间隔期（</a:t>
            </a:r>
            <a:r>
              <a:rPr lang="en-US" altLang="zh-CN"/>
              <a:t>MTBF</a:t>
            </a:r>
            <a:r>
              <a:rPr lang="zh-CN" altLang="en-US"/>
              <a:t>，</a:t>
            </a:r>
            <a:r>
              <a:rPr lang="en-US" altLang="zh-CN"/>
              <a:t>mean time between failures</a:t>
            </a:r>
            <a:r>
              <a:rPr lang="zh-CN" altLang="en-US"/>
              <a:t>），它是</a:t>
            </a:r>
            <a:r>
              <a:rPr lang="en-US" altLang="zh-CN"/>
              <a:t>FR</a:t>
            </a:r>
            <a:r>
              <a:rPr lang="zh-CN" altLang="en-US"/>
              <a:t>（</a:t>
            </a:r>
            <a:r>
              <a:rPr lang="en-US" altLang="zh-CN"/>
              <a:t>N</a:t>
            </a:r>
            <a:r>
              <a:rPr lang="zh-CN" altLang="en-US"/>
              <a:t>）的倒数，即</a:t>
            </a:r>
          </a:p>
          <a:p>
            <a:pPr>
              <a:buFontTx/>
              <a:buNone/>
            </a:pPr>
            <a:r>
              <a:rPr lang="zh-CN" altLang="en-US" sz="2500"/>
              <a:t>                                                                                               </a:t>
            </a:r>
          </a:p>
          <a:p>
            <a:pPr>
              <a:buFontTx/>
              <a:buNone/>
            </a:pPr>
            <a:r>
              <a:rPr lang="zh-CN" altLang="en-US" sz="2500"/>
              <a:t>                                                                        （</a:t>
            </a:r>
            <a:r>
              <a:rPr lang="en-US" altLang="zh-CN" sz="2500"/>
              <a:t>10</a:t>
            </a:r>
            <a:r>
              <a:rPr lang="zh-CN" altLang="en-US" sz="2500"/>
              <a:t>－</a:t>
            </a:r>
            <a:r>
              <a:rPr lang="en-US" altLang="zh-CN" sz="2500"/>
              <a:t>4</a:t>
            </a:r>
            <a:r>
              <a:rPr lang="zh-CN" altLang="en-US" sz="2500"/>
              <a:t>）</a:t>
            </a:r>
            <a:endParaRPr lang="zh-CN" altLang="en-US"/>
          </a:p>
          <a:p>
            <a:pPr>
              <a:buFontTx/>
              <a:buNone/>
            </a:pPr>
            <a:endParaRPr lang="en-US" altLang="zh-CN"/>
          </a:p>
        </p:txBody>
      </p:sp>
      <p:pic>
        <p:nvPicPr>
          <p:cNvPr id="306180" name="Picture 4">
            <a:extLst>
              <a:ext uri="{FF2B5EF4-FFF2-40B4-BE49-F238E27FC236}">
                <a16:creationId xmlns:a16="http://schemas.microsoft.com/office/drawing/2014/main" id="{C6C32623-01FB-06A7-45E7-F461326382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4438" y="2786063"/>
            <a:ext cx="3571875" cy="428625"/>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pic>
      <p:graphicFrame>
        <p:nvGraphicFramePr>
          <p:cNvPr id="306181" name="Object 5">
            <a:extLst>
              <a:ext uri="{FF2B5EF4-FFF2-40B4-BE49-F238E27FC236}">
                <a16:creationId xmlns:a16="http://schemas.microsoft.com/office/drawing/2014/main" id="{71069836-56AC-F877-1599-6D60A3FE436C}"/>
              </a:ext>
            </a:extLst>
          </p:cNvPr>
          <p:cNvGraphicFramePr>
            <a:graphicFrameLocks noChangeAspect="1"/>
          </p:cNvGraphicFramePr>
          <p:nvPr/>
        </p:nvGraphicFramePr>
        <p:xfrm>
          <a:off x="1571625" y="4929188"/>
          <a:ext cx="2722563" cy="928687"/>
        </p:xfrm>
        <a:graphic>
          <a:graphicData uri="http://schemas.openxmlformats.org/presentationml/2006/ole">
            <mc:AlternateContent xmlns:mc="http://schemas.openxmlformats.org/markup-compatibility/2006">
              <mc:Choice xmlns:v="urn:schemas-microsoft-com:vml" Requires="v">
                <p:oleObj name="公式" r:id="rId3" imgW="1168200" imgH="393480" progId="Equation.3">
                  <p:embed/>
                </p:oleObj>
              </mc:Choice>
              <mc:Fallback>
                <p:oleObj name="公式" r:id="rId3" imgW="1168200" imgH="39348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1625" y="4929188"/>
                        <a:ext cx="2722563" cy="928687"/>
                      </a:xfrm>
                      <a:prstGeom prst="rect">
                        <a:avLst/>
                      </a:prstGeom>
                      <a:solidFill>
                        <a:srgbClr val="FFCC00"/>
                      </a:solidFill>
                      <a:ln>
                        <a:noFill/>
                      </a:ln>
                      <a:effectLst/>
                      <a:extLst>
                        <a:ext uri="{91240B29-F687-4F45-9708-019B960494DF}">
                          <a14:hiddenLine xmlns:a14="http://schemas.microsoft.com/office/drawing/2010/main" w="9525">
                            <a:solidFill>
                              <a:srgbClr val="00264C"/>
                            </a:solidFill>
                            <a:miter lim="800000"/>
                            <a:headEnd/>
                            <a:tailEnd/>
                          </a14:hiddenLine>
                        </a:ext>
                        <a:ext uri="{AF507438-7753-43E0-B8FC-AC1667EBCBE1}">
                          <a14:hiddenEffects xmlns:a14="http://schemas.microsoft.com/office/drawing/2010/main">
                            <a:effectLst>
                              <a:outerShdw dist="35921" dir="2700000" algn="ctr" rotWithShape="0">
                                <a:srgbClr val="333333"/>
                              </a:outerShdw>
                            </a:effectLst>
                          </a14:hiddenEffects>
                        </a:ext>
                      </a:extLst>
                    </p:spPr>
                  </p:pic>
                </p:oleObj>
              </mc:Fallback>
            </mc:AlternateContent>
          </a:graphicData>
        </a:graphic>
      </p:graphicFrame>
    </p:spTree>
  </p:cSld>
  <p:clrMapOvr>
    <a:masterClrMapping/>
  </p:clrMapOvr>
  <p:transition spd="slow">
    <p:strips dir="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024712D7-E3E8-42B2-A826-29A441CB5395}"/>
              </a:ext>
            </a:extLst>
          </p:cNvPr>
          <p:cNvSpPr>
            <a:spLocks noGrp="1"/>
          </p:cNvSpPr>
          <p:nvPr>
            <p:ph type="dt" sz="half" idx="10"/>
          </p:nvPr>
        </p:nvSpPr>
        <p:spPr/>
        <p:txBody>
          <a:bodyPr/>
          <a:lstStyle/>
          <a:p>
            <a:r>
              <a:rPr lang="zh-CN" altLang="en-US"/>
              <a:t>讲义制作：李丽，陈志祥审</a:t>
            </a:r>
            <a:endParaRPr lang="en-US" altLang="zh-CN"/>
          </a:p>
        </p:txBody>
      </p:sp>
      <p:sp>
        <p:nvSpPr>
          <p:cNvPr id="307202" name="Rectangle 2">
            <a:extLst>
              <a:ext uri="{FF2B5EF4-FFF2-40B4-BE49-F238E27FC236}">
                <a16:creationId xmlns:a16="http://schemas.microsoft.com/office/drawing/2014/main" id="{8EEBA8C1-385A-6416-1386-B4A32A295DE2}"/>
              </a:ext>
            </a:extLst>
          </p:cNvPr>
          <p:cNvSpPr>
            <a:spLocks noGrp="1" noChangeArrowheads="1"/>
          </p:cNvSpPr>
          <p:nvPr>
            <p:ph type="title"/>
          </p:nvPr>
        </p:nvSpPr>
        <p:spPr/>
        <p:txBody>
          <a:bodyPr/>
          <a:lstStyle/>
          <a:p>
            <a:pPr algn="l"/>
            <a:r>
              <a:rPr lang="zh-CN" altLang="en-US" sz="2000" b="1"/>
              <a:t>应用范例</a:t>
            </a:r>
            <a:r>
              <a:rPr lang="en-US" altLang="zh-CN" sz="2000" b="1"/>
              <a:t>10</a:t>
            </a:r>
            <a:r>
              <a:rPr lang="zh-CN" altLang="en-US" sz="2000" b="1"/>
              <a:t>－</a:t>
            </a:r>
            <a:r>
              <a:rPr lang="en-US" altLang="zh-CN" sz="2000" b="1"/>
              <a:t>1</a:t>
            </a:r>
            <a:r>
              <a:rPr lang="zh-CN" altLang="en-US" sz="2000" b="1"/>
              <a:t>：</a:t>
            </a:r>
            <a:r>
              <a:rPr lang="zh-CN" altLang="en-US" sz="2000"/>
              <a:t>假设某设备的运行周期为</a:t>
            </a:r>
            <a:r>
              <a:rPr lang="en-US" altLang="zh-CN" sz="2000"/>
              <a:t>200</a:t>
            </a:r>
            <a:r>
              <a:rPr lang="zh-CN" altLang="en-US" sz="2000"/>
              <a:t>小时，在此期间，共发生了</a:t>
            </a:r>
            <a:r>
              <a:rPr lang="en-US" altLang="zh-CN" sz="2000"/>
              <a:t>5</a:t>
            </a:r>
            <a:r>
              <a:rPr lang="zh-CN" altLang="en-US" sz="2000"/>
              <a:t>次故障，如图</a:t>
            </a:r>
            <a:r>
              <a:rPr lang="en-US" altLang="zh-CN" sz="2000"/>
              <a:t>10</a:t>
            </a:r>
            <a:r>
              <a:rPr lang="zh-CN" altLang="en-US" sz="2000"/>
              <a:t>－</a:t>
            </a:r>
            <a:r>
              <a:rPr lang="en-US" altLang="zh-CN" sz="2000"/>
              <a:t>1</a:t>
            </a:r>
            <a:r>
              <a:rPr lang="zh-CN" altLang="en-US" sz="2000"/>
              <a:t>所示。设备的运行时间为</a:t>
            </a:r>
            <a:r>
              <a:rPr lang="en-US" altLang="zh-CN" sz="2000"/>
              <a:t>180</a:t>
            </a:r>
            <a:r>
              <a:rPr lang="zh-CN" altLang="en-US" sz="2000"/>
              <a:t>小时。求该设备的平均故障间隔期。</a:t>
            </a:r>
          </a:p>
        </p:txBody>
      </p:sp>
      <p:pic>
        <p:nvPicPr>
          <p:cNvPr id="307203" name="Picture 3">
            <a:extLst>
              <a:ext uri="{FF2B5EF4-FFF2-40B4-BE49-F238E27FC236}">
                <a16:creationId xmlns:a16="http://schemas.microsoft.com/office/drawing/2014/main" id="{CA886BD3-9182-DE80-8974-5277179345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2187" t="29771" r="37097" b="55603"/>
          <a:stretch>
            <a:fillRect/>
          </a:stretch>
        </p:blipFill>
        <p:spPr bwMode="auto">
          <a:xfrm>
            <a:off x="755650" y="1989138"/>
            <a:ext cx="7488238" cy="2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strips dir="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F1A6368F-7393-B663-88F2-1F046DE3F24C}"/>
              </a:ext>
            </a:extLst>
          </p:cNvPr>
          <p:cNvSpPr>
            <a:spLocks noGrp="1"/>
          </p:cNvSpPr>
          <p:nvPr>
            <p:ph type="dt" sz="half" idx="10"/>
          </p:nvPr>
        </p:nvSpPr>
        <p:spPr/>
        <p:txBody>
          <a:bodyPr/>
          <a:lstStyle/>
          <a:p>
            <a:r>
              <a:rPr lang="zh-CN" altLang="en-US"/>
              <a:t>讲义制作：李丽，陈志祥审</a:t>
            </a:r>
            <a:endParaRPr lang="en-US" altLang="zh-CN"/>
          </a:p>
        </p:txBody>
      </p:sp>
      <p:pic>
        <p:nvPicPr>
          <p:cNvPr id="308226" name="Picture 2">
            <a:extLst>
              <a:ext uri="{FF2B5EF4-FFF2-40B4-BE49-F238E27FC236}">
                <a16:creationId xmlns:a16="http://schemas.microsoft.com/office/drawing/2014/main" id="{2B7F5F91-54DA-36A6-A4DC-487AFF5199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5990" t="28275" r="23802" b="18541"/>
          <a:stretch>
            <a:fillRect/>
          </a:stretch>
        </p:blipFill>
        <p:spPr bwMode="auto">
          <a:xfrm>
            <a:off x="539750" y="692150"/>
            <a:ext cx="7993063" cy="529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strips dir="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1FDFC32-671B-9021-18D2-157C925878ED}"/>
              </a:ext>
            </a:extLst>
          </p:cNvPr>
          <p:cNvSpPr>
            <a:spLocks noGrp="1"/>
          </p:cNvSpPr>
          <p:nvPr>
            <p:ph type="dt" sz="half" idx="10"/>
          </p:nvPr>
        </p:nvSpPr>
        <p:spPr/>
        <p:txBody>
          <a:bodyPr/>
          <a:lstStyle/>
          <a:p>
            <a:r>
              <a:rPr lang="zh-CN" altLang="en-US"/>
              <a:t>讲义制作：李丽，陈志祥审</a:t>
            </a:r>
            <a:endParaRPr lang="en-US" altLang="zh-CN"/>
          </a:p>
        </p:txBody>
      </p:sp>
      <p:sp>
        <p:nvSpPr>
          <p:cNvPr id="309250" name="标题 1">
            <a:extLst>
              <a:ext uri="{FF2B5EF4-FFF2-40B4-BE49-F238E27FC236}">
                <a16:creationId xmlns:a16="http://schemas.microsoft.com/office/drawing/2014/main" id="{763B525F-3598-93D7-E344-5BF7BAB38A22}"/>
              </a:ext>
            </a:extLst>
          </p:cNvPr>
          <p:cNvSpPr>
            <a:spLocks noGrp="1"/>
          </p:cNvSpPr>
          <p:nvPr>
            <p:ph type="title" idx="4294967295"/>
          </p:nvPr>
        </p:nvSpPr>
        <p:spPr>
          <a:xfrm>
            <a:off x="468313" y="333375"/>
            <a:ext cx="8229600" cy="1143000"/>
          </a:xfrm>
        </p:spPr>
        <p:txBody>
          <a:bodyPr/>
          <a:lstStyle/>
          <a:p>
            <a:r>
              <a:rPr lang="en-US" altLang="zh-CN" sz="3600" b="1"/>
              <a:t>2. </a:t>
            </a:r>
            <a:r>
              <a:rPr lang="zh-CN" altLang="en-US" sz="3600" b="1"/>
              <a:t>串并联系统的可靠性</a:t>
            </a:r>
            <a:br>
              <a:rPr lang="zh-CN" altLang="en-US" sz="3600"/>
            </a:br>
            <a:endParaRPr lang="zh-CN" altLang="en-US" sz="3600"/>
          </a:p>
        </p:txBody>
      </p:sp>
      <p:sp>
        <p:nvSpPr>
          <p:cNvPr id="309251" name="内容占位符 2">
            <a:extLst>
              <a:ext uri="{FF2B5EF4-FFF2-40B4-BE49-F238E27FC236}">
                <a16:creationId xmlns:a16="http://schemas.microsoft.com/office/drawing/2014/main" id="{8D3C55C5-6531-ECE3-19B1-D5F83A201ABB}"/>
              </a:ext>
            </a:extLst>
          </p:cNvPr>
          <p:cNvSpPr>
            <a:spLocks noGrp="1"/>
          </p:cNvSpPr>
          <p:nvPr>
            <p:ph idx="4294967295"/>
          </p:nvPr>
        </p:nvSpPr>
        <p:spPr/>
        <p:txBody>
          <a:bodyPr/>
          <a:lstStyle/>
          <a:p>
            <a:pPr>
              <a:buFontTx/>
              <a:buNone/>
            </a:pPr>
            <a:r>
              <a:rPr lang="zh-CN" altLang="en-US" sz="2000" b="1"/>
              <a:t>（</a:t>
            </a:r>
            <a:r>
              <a:rPr lang="en-US" altLang="zh-CN" sz="2000" b="1"/>
              <a:t>1</a:t>
            </a:r>
            <a:r>
              <a:rPr lang="zh-CN" altLang="en-US" sz="2000" b="1"/>
              <a:t>）串联系统</a:t>
            </a:r>
          </a:p>
          <a:p>
            <a:pPr>
              <a:buFontTx/>
              <a:buNone/>
            </a:pPr>
            <a:r>
              <a:rPr lang="zh-CN" altLang="en-US" sz="2000"/>
              <a:t>     现在我们来看看串联机件故障对整个系统可靠性的影响。图</a:t>
            </a:r>
            <a:r>
              <a:rPr lang="en-US" altLang="zh-CN" sz="2000"/>
              <a:t>10</a:t>
            </a:r>
            <a:r>
              <a:rPr lang="zh-CN" altLang="en-US" sz="2000"/>
              <a:t>－</a:t>
            </a:r>
            <a:r>
              <a:rPr lang="en-US" altLang="zh-CN" sz="2000"/>
              <a:t>2</a:t>
            </a:r>
            <a:r>
              <a:rPr lang="zh-CN" altLang="en-US" sz="2000"/>
              <a:t>为</a:t>
            </a:r>
            <a:r>
              <a:rPr lang="en-US" altLang="zh-CN" sz="2000"/>
              <a:t>n</a:t>
            </a:r>
            <a:r>
              <a:rPr lang="zh-CN" altLang="en-US" sz="2000"/>
              <a:t>个机件串联配置图，此时测量系统可靠性（</a:t>
            </a:r>
            <a:r>
              <a:rPr lang="en-US" altLang="zh-CN" sz="2000"/>
              <a:t>R</a:t>
            </a:r>
            <a:r>
              <a:rPr lang="en-US" altLang="zh-CN" sz="2000" baseline="-25000"/>
              <a:t>s</a:t>
            </a:r>
            <a:r>
              <a:rPr lang="zh-CN" altLang="en-US" sz="2000"/>
              <a:t>）的方法比较简单，公式如下：</a:t>
            </a:r>
          </a:p>
          <a:p>
            <a:pPr algn="r">
              <a:buFontTx/>
              <a:buNone/>
            </a:pPr>
            <a:r>
              <a:rPr lang="zh-CN" altLang="en-US" sz="2000"/>
              <a:t>（</a:t>
            </a:r>
            <a:r>
              <a:rPr lang="en-US" altLang="zh-CN" sz="2000"/>
              <a:t>10</a:t>
            </a:r>
            <a:r>
              <a:rPr lang="zh-CN" altLang="en-US" sz="2000"/>
              <a:t>－</a:t>
            </a:r>
            <a:r>
              <a:rPr lang="en-US" altLang="zh-CN" sz="2000"/>
              <a:t>5</a:t>
            </a:r>
            <a:r>
              <a:rPr lang="zh-CN" altLang="en-US" sz="2000"/>
              <a:t>）</a:t>
            </a:r>
          </a:p>
          <a:p>
            <a:r>
              <a:rPr lang="zh-CN" altLang="en-US" sz="2000"/>
              <a:t>式中：</a:t>
            </a:r>
            <a:r>
              <a:rPr lang="en-US" altLang="zh-CN" sz="2000"/>
              <a:t>R</a:t>
            </a:r>
            <a:r>
              <a:rPr lang="en-US" altLang="zh-CN" sz="2000" baseline="-25000"/>
              <a:t>1</a:t>
            </a:r>
            <a:r>
              <a:rPr lang="zh-CN" altLang="en-US" sz="2000"/>
              <a:t>是机件</a:t>
            </a:r>
            <a:r>
              <a:rPr lang="en-US" altLang="zh-CN" sz="2000"/>
              <a:t>1</a:t>
            </a:r>
            <a:r>
              <a:rPr lang="zh-CN" altLang="en-US" sz="2000"/>
              <a:t>的可靠性；</a:t>
            </a:r>
          </a:p>
          <a:p>
            <a:r>
              <a:rPr lang="en-US" altLang="zh-CN" sz="2000"/>
              <a:t>R</a:t>
            </a:r>
            <a:r>
              <a:rPr lang="en-US" altLang="zh-CN" sz="2000" baseline="-25000"/>
              <a:t>2</a:t>
            </a:r>
            <a:r>
              <a:rPr lang="zh-CN" altLang="en-US" sz="2000"/>
              <a:t>是机件</a:t>
            </a:r>
            <a:r>
              <a:rPr lang="en-US" altLang="zh-CN" sz="2000"/>
              <a:t>2</a:t>
            </a:r>
            <a:r>
              <a:rPr lang="zh-CN" altLang="en-US" sz="2000"/>
              <a:t>的可靠性；</a:t>
            </a:r>
          </a:p>
          <a:p>
            <a:r>
              <a:rPr lang="zh-CN" altLang="en-US" sz="2000"/>
              <a:t>依此类推。</a:t>
            </a:r>
          </a:p>
          <a:p>
            <a:pPr>
              <a:buFontTx/>
              <a:buNone/>
            </a:pPr>
            <a:endParaRPr lang="zh-CN" altLang="en-US" sz="2000"/>
          </a:p>
          <a:p>
            <a:pPr>
              <a:buFontTx/>
              <a:buNone/>
            </a:pPr>
            <a:endParaRPr lang="en-US" altLang="zh-CN"/>
          </a:p>
        </p:txBody>
      </p:sp>
      <p:grpSp>
        <p:nvGrpSpPr>
          <p:cNvPr id="309252" name="Group 2">
            <a:extLst>
              <a:ext uri="{FF2B5EF4-FFF2-40B4-BE49-F238E27FC236}">
                <a16:creationId xmlns:a16="http://schemas.microsoft.com/office/drawing/2014/main" id="{FF7DD001-6386-D08F-D380-38DBC4C92F8E}"/>
              </a:ext>
            </a:extLst>
          </p:cNvPr>
          <p:cNvGrpSpPr>
            <a:grpSpLocks/>
          </p:cNvGrpSpPr>
          <p:nvPr/>
        </p:nvGrpSpPr>
        <p:grpSpPr bwMode="auto">
          <a:xfrm>
            <a:off x="2484438" y="4365625"/>
            <a:ext cx="6245225" cy="1633538"/>
            <a:chOff x="2600" y="3517"/>
            <a:chExt cx="6107" cy="1489"/>
          </a:xfrm>
        </p:grpSpPr>
        <p:grpSp>
          <p:nvGrpSpPr>
            <p:cNvPr id="309253" name="Group 3">
              <a:extLst>
                <a:ext uri="{FF2B5EF4-FFF2-40B4-BE49-F238E27FC236}">
                  <a16:creationId xmlns:a16="http://schemas.microsoft.com/office/drawing/2014/main" id="{C7A47564-2FC1-1F8C-1A47-FE7D06899E32}"/>
                </a:ext>
              </a:extLst>
            </p:cNvPr>
            <p:cNvGrpSpPr>
              <a:grpSpLocks/>
            </p:cNvGrpSpPr>
            <p:nvPr/>
          </p:nvGrpSpPr>
          <p:grpSpPr bwMode="auto">
            <a:xfrm>
              <a:off x="2600" y="3872"/>
              <a:ext cx="6107" cy="1134"/>
              <a:chOff x="2560" y="9708"/>
              <a:chExt cx="6107" cy="1134"/>
            </a:xfrm>
          </p:grpSpPr>
          <p:sp>
            <p:nvSpPr>
              <p:cNvPr id="309254" name="Line 4">
                <a:extLst>
                  <a:ext uri="{FF2B5EF4-FFF2-40B4-BE49-F238E27FC236}">
                    <a16:creationId xmlns:a16="http://schemas.microsoft.com/office/drawing/2014/main" id="{677AA363-0F63-7D0E-213C-DD817F4A079F}"/>
                  </a:ext>
                </a:extLst>
              </p:cNvPr>
              <p:cNvSpPr>
                <a:spLocks noChangeShapeType="1"/>
              </p:cNvSpPr>
              <p:nvPr/>
            </p:nvSpPr>
            <p:spPr bwMode="auto">
              <a:xfrm>
                <a:off x="3819" y="10488"/>
                <a:ext cx="321"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9255" name="Line 5">
                <a:extLst>
                  <a:ext uri="{FF2B5EF4-FFF2-40B4-BE49-F238E27FC236}">
                    <a16:creationId xmlns:a16="http://schemas.microsoft.com/office/drawing/2014/main" id="{CF8168EB-4603-F165-8EF8-17B0A3936F84}"/>
                  </a:ext>
                </a:extLst>
              </p:cNvPr>
              <p:cNvSpPr>
                <a:spLocks noChangeShapeType="1"/>
              </p:cNvSpPr>
              <p:nvPr/>
            </p:nvSpPr>
            <p:spPr bwMode="auto">
              <a:xfrm>
                <a:off x="4695" y="10488"/>
                <a:ext cx="321"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9256" name="Line 6">
                <a:extLst>
                  <a:ext uri="{FF2B5EF4-FFF2-40B4-BE49-F238E27FC236}">
                    <a16:creationId xmlns:a16="http://schemas.microsoft.com/office/drawing/2014/main" id="{FB193F72-6865-450D-0A82-50C77830FFC1}"/>
                  </a:ext>
                </a:extLst>
              </p:cNvPr>
              <p:cNvSpPr>
                <a:spLocks noChangeShapeType="1"/>
              </p:cNvSpPr>
              <p:nvPr/>
            </p:nvSpPr>
            <p:spPr bwMode="auto">
              <a:xfrm>
                <a:off x="5580" y="10488"/>
                <a:ext cx="567" cy="0"/>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9257" name="Line 7">
                <a:extLst>
                  <a:ext uri="{FF2B5EF4-FFF2-40B4-BE49-F238E27FC236}">
                    <a16:creationId xmlns:a16="http://schemas.microsoft.com/office/drawing/2014/main" id="{79FCF82C-5839-4CA9-78F4-599353AA55AF}"/>
                  </a:ext>
                </a:extLst>
              </p:cNvPr>
              <p:cNvSpPr>
                <a:spLocks noChangeShapeType="1"/>
              </p:cNvSpPr>
              <p:nvPr/>
            </p:nvSpPr>
            <p:spPr bwMode="auto">
              <a:xfrm>
                <a:off x="6699" y="10488"/>
                <a:ext cx="321"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9258" name="Line 8">
                <a:extLst>
                  <a:ext uri="{FF2B5EF4-FFF2-40B4-BE49-F238E27FC236}">
                    <a16:creationId xmlns:a16="http://schemas.microsoft.com/office/drawing/2014/main" id="{5F01676A-C8EE-6A03-928C-C97292A779F7}"/>
                  </a:ext>
                </a:extLst>
              </p:cNvPr>
              <p:cNvSpPr>
                <a:spLocks noChangeShapeType="1"/>
              </p:cNvSpPr>
              <p:nvPr/>
            </p:nvSpPr>
            <p:spPr bwMode="auto">
              <a:xfrm>
                <a:off x="7595" y="10488"/>
                <a:ext cx="56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9259" name="Text Box 9">
                <a:extLst>
                  <a:ext uri="{FF2B5EF4-FFF2-40B4-BE49-F238E27FC236}">
                    <a16:creationId xmlns:a16="http://schemas.microsoft.com/office/drawing/2014/main" id="{DF4F4F35-B982-4E98-DD14-12B135215661}"/>
                  </a:ext>
                </a:extLst>
              </p:cNvPr>
              <p:cNvSpPr txBox="1">
                <a:spLocks noChangeArrowheads="1"/>
              </p:cNvSpPr>
              <p:nvPr/>
            </p:nvSpPr>
            <p:spPr bwMode="auto">
              <a:xfrm>
                <a:off x="3240" y="10287"/>
                <a:ext cx="567" cy="39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a:p>
            </p:txBody>
          </p:sp>
          <p:sp>
            <p:nvSpPr>
              <p:cNvPr id="309260" name="Text Box 10">
                <a:extLst>
                  <a:ext uri="{FF2B5EF4-FFF2-40B4-BE49-F238E27FC236}">
                    <a16:creationId xmlns:a16="http://schemas.microsoft.com/office/drawing/2014/main" id="{1E53B3E0-4A18-B123-4F0B-73A668EB8CC4}"/>
                  </a:ext>
                </a:extLst>
              </p:cNvPr>
              <p:cNvSpPr txBox="1">
                <a:spLocks noChangeArrowheads="1"/>
              </p:cNvSpPr>
              <p:nvPr/>
            </p:nvSpPr>
            <p:spPr bwMode="auto">
              <a:xfrm>
                <a:off x="4140" y="10287"/>
                <a:ext cx="567" cy="39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a:p>
            </p:txBody>
          </p:sp>
          <p:sp>
            <p:nvSpPr>
              <p:cNvPr id="309261" name="Text Box 11">
                <a:extLst>
                  <a:ext uri="{FF2B5EF4-FFF2-40B4-BE49-F238E27FC236}">
                    <a16:creationId xmlns:a16="http://schemas.microsoft.com/office/drawing/2014/main" id="{96EEAD55-C87E-9FF2-87D7-4978802D0D7D}"/>
                  </a:ext>
                </a:extLst>
              </p:cNvPr>
              <p:cNvSpPr txBox="1">
                <a:spLocks noChangeArrowheads="1"/>
              </p:cNvSpPr>
              <p:nvPr/>
            </p:nvSpPr>
            <p:spPr bwMode="auto">
              <a:xfrm>
                <a:off x="5025" y="10281"/>
                <a:ext cx="567" cy="39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a:p>
            </p:txBody>
          </p:sp>
          <p:sp>
            <p:nvSpPr>
              <p:cNvPr id="309262" name="Text Box 12">
                <a:extLst>
                  <a:ext uri="{FF2B5EF4-FFF2-40B4-BE49-F238E27FC236}">
                    <a16:creationId xmlns:a16="http://schemas.microsoft.com/office/drawing/2014/main" id="{0A801E36-8F4D-4724-5F0B-10A1A9F8E8C3}"/>
                  </a:ext>
                </a:extLst>
              </p:cNvPr>
              <p:cNvSpPr txBox="1">
                <a:spLocks noChangeArrowheads="1"/>
              </p:cNvSpPr>
              <p:nvPr/>
            </p:nvSpPr>
            <p:spPr bwMode="auto">
              <a:xfrm>
                <a:off x="6120" y="10281"/>
                <a:ext cx="567" cy="39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a:p>
            </p:txBody>
          </p:sp>
          <p:sp>
            <p:nvSpPr>
              <p:cNvPr id="309263" name="Text Box 13">
                <a:extLst>
                  <a:ext uri="{FF2B5EF4-FFF2-40B4-BE49-F238E27FC236}">
                    <a16:creationId xmlns:a16="http://schemas.microsoft.com/office/drawing/2014/main" id="{470C0C00-F5B2-5348-BAF2-333E3166E113}"/>
                  </a:ext>
                </a:extLst>
              </p:cNvPr>
              <p:cNvSpPr txBox="1">
                <a:spLocks noChangeArrowheads="1"/>
              </p:cNvSpPr>
              <p:nvPr/>
            </p:nvSpPr>
            <p:spPr bwMode="auto">
              <a:xfrm>
                <a:off x="7020" y="10281"/>
                <a:ext cx="567" cy="39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a:p>
            </p:txBody>
          </p:sp>
          <p:sp>
            <p:nvSpPr>
              <p:cNvPr id="309264" name="Line 14">
                <a:extLst>
                  <a:ext uri="{FF2B5EF4-FFF2-40B4-BE49-F238E27FC236}">
                    <a16:creationId xmlns:a16="http://schemas.microsoft.com/office/drawing/2014/main" id="{242FA12A-9A5D-C81F-8122-A86C2D6826D6}"/>
                  </a:ext>
                </a:extLst>
              </p:cNvPr>
              <p:cNvSpPr>
                <a:spLocks noChangeShapeType="1"/>
              </p:cNvSpPr>
              <p:nvPr/>
            </p:nvSpPr>
            <p:spPr bwMode="auto">
              <a:xfrm>
                <a:off x="2560" y="10488"/>
                <a:ext cx="68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9265" name="Text Box 15">
                <a:extLst>
                  <a:ext uri="{FF2B5EF4-FFF2-40B4-BE49-F238E27FC236}">
                    <a16:creationId xmlns:a16="http://schemas.microsoft.com/office/drawing/2014/main" id="{2326D414-45E5-8C9C-B72C-0C3CB6E7DE43}"/>
                  </a:ext>
                </a:extLst>
              </p:cNvPr>
              <p:cNvSpPr txBox="1">
                <a:spLocks noChangeArrowheads="1"/>
              </p:cNvSpPr>
              <p:nvPr/>
            </p:nvSpPr>
            <p:spPr bwMode="auto">
              <a:xfrm>
                <a:off x="3243" y="9714"/>
                <a:ext cx="567"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200">
                    <a:latin typeface="Calibri" panose="020F0502020204030204" pitchFamily="34" charset="0"/>
                  </a:rPr>
                  <a:t>R</a:t>
                </a:r>
                <a:r>
                  <a:rPr lang="en-US" altLang="zh-CN" sz="1200" baseline="-25000">
                    <a:latin typeface="Calibri" panose="020F0502020204030204" pitchFamily="34" charset="0"/>
                  </a:rPr>
                  <a:t>1</a:t>
                </a:r>
                <a:endParaRPr lang="zh-CN" altLang="zh-CN" sz="1200"/>
              </a:p>
            </p:txBody>
          </p:sp>
          <p:sp>
            <p:nvSpPr>
              <p:cNvPr id="309266" name="Text Box 16">
                <a:extLst>
                  <a:ext uri="{FF2B5EF4-FFF2-40B4-BE49-F238E27FC236}">
                    <a16:creationId xmlns:a16="http://schemas.microsoft.com/office/drawing/2014/main" id="{D986D5D0-B3A1-F154-1C27-CC0CCBFC6527}"/>
                  </a:ext>
                </a:extLst>
              </p:cNvPr>
              <p:cNvSpPr txBox="1">
                <a:spLocks noChangeArrowheads="1"/>
              </p:cNvSpPr>
              <p:nvPr/>
            </p:nvSpPr>
            <p:spPr bwMode="auto">
              <a:xfrm>
                <a:off x="4143" y="9714"/>
                <a:ext cx="567"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200">
                    <a:latin typeface="Calibri" panose="020F0502020204030204" pitchFamily="34" charset="0"/>
                  </a:rPr>
                  <a:t>R</a:t>
                </a:r>
                <a:r>
                  <a:rPr lang="en-US" altLang="zh-CN" sz="1200" baseline="-25000">
                    <a:latin typeface="Calibri" panose="020F0502020204030204" pitchFamily="34" charset="0"/>
                  </a:rPr>
                  <a:t>2</a:t>
                </a:r>
                <a:endParaRPr lang="zh-CN" altLang="zh-CN" sz="1200"/>
              </a:p>
            </p:txBody>
          </p:sp>
          <p:sp>
            <p:nvSpPr>
              <p:cNvPr id="309267" name="Text Box 17">
                <a:extLst>
                  <a:ext uri="{FF2B5EF4-FFF2-40B4-BE49-F238E27FC236}">
                    <a16:creationId xmlns:a16="http://schemas.microsoft.com/office/drawing/2014/main" id="{27BD3DCA-3818-B024-E054-4C215066EAF4}"/>
                  </a:ext>
                </a:extLst>
              </p:cNvPr>
              <p:cNvSpPr txBox="1">
                <a:spLocks noChangeArrowheads="1"/>
              </p:cNvSpPr>
              <p:nvPr/>
            </p:nvSpPr>
            <p:spPr bwMode="auto">
              <a:xfrm>
                <a:off x="5028" y="9708"/>
                <a:ext cx="567"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200">
                    <a:latin typeface="Calibri" panose="020F0502020204030204" pitchFamily="34" charset="0"/>
                  </a:rPr>
                  <a:t>R</a:t>
                </a:r>
                <a:r>
                  <a:rPr lang="en-US" altLang="zh-CN" sz="1200" baseline="-25000">
                    <a:latin typeface="Calibri" panose="020F0502020204030204" pitchFamily="34" charset="0"/>
                  </a:rPr>
                  <a:t>3</a:t>
                </a:r>
                <a:endParaRPr lang="en-US" altLang="zh-CN" sz="1200">
                  <a:latin typeface="Times New Roman" panose="02020603050405020304" pitchFamily="18" charset="0"/>
                </a:endParaRPr>
              </a:p>
              <a:p>
                <a:endParaRPr lang="zh-CN" altLang="zh-CN" sz="1200"/>
              </a:p>
            </p:txBody>
          </p:sp>
          <p:sp>
            <p:nvSpPr>
              <p:cNvPr id="309268" name="Text Box 18">
                <a:extLst>
                  <a:ext uri="{FF2B5EF4-FFF2-40B4-BE49-F238E27FC236}">
                    <a16:creationId xmlns:a16="http://schemas.microsoft.com/office/drawing/2014/main" id="{35AB2084-D6E9-6741-2885-7ADBFC9FF63F}"/>
                  </a:ext>
                </a:extLst>
              </p:cNvPr>
              <p:cNvSpPr txBox="1">
                <a:spLocks noChangeArrowheads="1"/>
              </p:cNvSpPr>
              <p:nvPr/>
            </p:nvSpPr>
            <p:spPr bwMode="auto">
              <a:xfrm>
                <a:off x="5940" y="9708"/>
                <a:ext cx="750"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200">
                    <a:latin typeface="Calibri" panose="020F0502020204030204" pitchFamily="34" charset="0"/>
                  </a:rPr>
                  <a:t>R</a:t>
                </a:r>
                <a:r>
                  <a:rPr lang="en-US" altLang="zh-CN" sz="1200" baseline="-25000">
                    <a:latin typeface="Calibri" panose="020F0502020204030204" pitchFamily="34" charset="0"/>
                  </a:rPr>
                  <a:t>n-1</a:t>
                </a:r>
                <a:endParaRPr lang="en-US" altLang="zh-CN" sz="1200">
                  <a:latin typeface="Times New Roman" panose="02020603050405020304" pitchFamily="18" charset="0"/>
                </a:endParaRPr>
              </a:p>
              <a:p>
                <a:endParaRPr lang="zh-CN" altLang="zh-CN" sz="1200"/>
              </a:p>
            </p:txBody>
          </p:sp>
          <p:sp>
            <p:nvSpPr>
              <p:cNvPr id="309269" name="Text Box 19">
                <a:extLst>
                  <a:ext uri="{FF2B5EF4-FFF2-40B4-BE49-F238E27FC236}">
                    <a16:creationId xmlns:a16="http://schemas.microsoft.com/office/drawing/2014/main" id="{98D2B8E3-ADE8-852F-3628-3091A5756A57}"/>
                  </a:ext>
                </a:extLst>
              </p:cNvPr>
              <p:cNvSpPr txBox="1">
                <a:spLocks noChangeArrowheads="1"/>
              </p:cNvSpPr>
              <p:nvPr/>
            </p:nvSpPr>
            <p:spPr bwMode="auto">
              <a:xfrm>
                <a:off x="7023" y="9708"/>
                <a:ext cx="567"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200">
                    <a:latin typeface="Calibri" panose="020F0502020204030204" pitchFamily="34" charset="0"/>
                  </a:rPr>
                  <a:t>R</a:t>
                </a:r>
                <a:r>
                  <a:rPr lang="en-US" altLang="zh-CN" sz="1200" baseline="-25000">
                    <a:latin typeface="Calibri" panose="020F0502020204030204" pitchFamily="34" charset="0"/>
                  </a:rPr>
                  <a:t>n</a:t>
                </a:r>
                <a:endParaRPr lang="en-US" altLang="zh-CN" sz="1200">
                  <a:latin typeface="Times New Roman" panose="02020603050405020304" pitchFamily="18" charset="0"/>
                </a:endParaRPr>
              </a:p>
              <a:p>
                <a:endParaRPr lang="zh-CN" altLang="zh-CN" sz="1200"/>
              </a:p>
            </p:txBody>
          </p:sp>
          <p:sp>
            <p:nvSpPr>
              <p:cNvPr id="309270" name="Rectangle 20">
                <a:extLst>
                  <a:ext uri="{FF2B5EF4-FFF2-40B4-BE49-F238E27FC236}">
                    <a16:creationId xmlns:a16="http://schemas.microsoft.com/office/drawing/2014/main" id="{A757BB0A-DAED-B8D8-F0E8-E7D8AC7F9DBB}"/>
                  </a:ext>
                </a:extLst>
              </p:cNvPr>
              <p:cNvSpPr>
                <a:spLocks noChangeArrowheads="1"/>
              </p:cNvSpPr>
              <p:nvPr/>
            </p:nvSpPr>
            <p:spPr bwMode="auto">
              <a:xfrm>
                <a:off x="2921" y="9708"/>
                <a:ext cx="4819" cy="1134"/>
              </a:xfrm>
              <a:prstGeom prst="rect">
                <a:avLst/>
              </a:prstGeom>
              <a:noFill/>
              <a:ln w="9525">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a:latin typeface="Calibri" panose="020F0502020204030204" pitchFamily="34" charset="0"/>
                </a:endParaRPr>
              </a:p>
            </p:txBody>
          </p:sp>
          <p:sp>
            <p:nvSpPr>
              <p:cNvPr id="309271" name="Text Box 21">
                <a:extLst>
                  <a:ext uri="{FF2B5EF4-FFF2-40B4-BE49-F238E27FC236}">
                    <a16:creationId xmlns:a16="http://schemas.microsoft.com/office/drawing/2014/main" id="{AF8B5E56-5AB8-0096-4E0F-C5128AB37227}"/>
                  </a:ext>
                </a:extLst>
              </p:cNvPr>
              <p:cNvSpPr txBox="1">
                <a:spLocks noChangeArrowheads="1"/>
              </p:cNvSpPr>
              <p:nvPr/>
            </p:nvSpPr>
            <p:spPr bwMode="auto">
              <a:xfrm>
                <a:off x="8100" y="10247"/>
                <a:ext cx="567"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000">
                    <a:latin typeface="Calibri" panose="020F0502020204030204" pitchFamily="34" charset="0"/>
                  </a:rPr>
                  <a:t>R</a:t>
                </a:r>
                <a:r>
                  <a:rPr lang="en-US" altLang="zh-CN" sz="1000" baseline="-25000">
                    <a:latin typeface="Calibri" panose="020F0502020204030204" pitchFamily="34" charset="0"/>
                  </a:rPr>
                  <a:t>S</a:t>
                </a:r>
                <a:endParaRPr lang="en-US" altLang="zh-CN" sz="1000">
                  <a:latin typeface="Times New Roman" panose="02020603050405020304" pitchFamily="18" charset="0"/>
                </a:endParaRPr>
              </a:p>
              <a:p>
                <a:endParaRPr lang="zh-CN" altLang="zh-CN"/>
              </a:p>
            </p:txBody>
          </p:sp>
        </p:grpSp>
        <p:sp>
          <p:nvSpPr>
            <p:cNvPr id="309272" name="Text Box 22">
              <a:extLst>
                <a:ext uri="{FF2B5EF4-FFF2-40B4-BE49-F238E27FC236}">
                  <a16:creationId xmlns:a16="http://schemas.microsoft.com/office/drawing/2014/main" id="{C8F0A0D7-4A8F-D95F-F8B2-7CB9CC0B836C}"/>
                </a:ext>
              </a:extLst>
            </p:cNvPr>
            <p:cNvSpPr txBox="1">
              <a:spLocks noChangeArrowheads="1"/>
            </p:cNvSpPr>
            <p:nvPr/>
          </p:nvSpPr>
          <p:spPr bwMode="auto">
            <a:xfrm>
              <a:off x="4991" y="3517"/>
              <a:ext cx="747"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sz="1200">
                  <a:latin typeface="Calibri" panose="020F0502020204030204" pitchFamily="34" charset="0"/>
                </a:rPr>
                <a:t>系统</a:t>
              </a:r>
              <a:endParaRPr lang="zh-CN" altLang="en-US" sz="1200"/>
            </a:p>
          </p:txBody>
        </p:sp>
      </p:grpSp>
      <p:sp>
        <p:nvSpPr>
          <p:cNvPr id="309273" name="Rectangle 23">
            <a:extLst>
              <a:ext uri="{FF2B5EF4-FFF2-40B4-BE49-F238E27FC236}">
                <a16:creationId xmlns:a16="http://schemas.microsoft.com/office/drawing/2014/main" id="{4E15DCA8-D6CA-87ED-3936-5F8B3B1D8443}"/>
              </a:ext>
            </a:extLst>
          </p:cNvPr>
          <p:cNvSpPr>
            <a:spLocks noChangeArrowheads="1"/>
          </p:cNvSpPr>
          <p:nvPr/>
        </p:nvSpPr>
        <p:spPr bwMode="auto">
          <a:xfrm>
            <a:off x="3992563" y="6315075"/>
            <a:ext cx="23653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2000">
                <a:latin typeface="宋体" panose="02010600030101010101" pitchFamily="2" charset="-122"/>
                <a:cs typeface="Times New Roman" panose="02020603050405020304" pitchFamily="18" charset="0"/>
              </a:rPr>
              <a:t>图</a:t>
            </a:r>
            <a:r>
              <a:rPr lang="en-US" altLang="zh-CN" sz="2000">
                <a:latin typeface="宋体" panose="02010600030101010101" pitchFamily="2" charset="-122"/>
                <a:cs typeface="Times New Roman" panose="02020603050405020304" pitchFamily="18" charset="0"/>
              </a:rPr>
              <a:t>10</a:t>
            </a:r>
            <a:r>
              <a:rPr lang="zh-CN" altLang="en-US" sz="2000">
                <a:latin typeface="宋体" panose="02010600030101010101" pitchFamily="2" charset="-122"/>
                <a:cs typeface="Times New Roman" panose="02020603050405020304" pitchFamily="18" charset="0"/>
              </a:rPr>
              <a:t>－</a:t>
            </a:r>
            <a:r>
              <a:rPr lang="en-US" altLang="zh-CN" sz="2000">
                <a:latin typeface="宋体" panose="02010600030101010101" pitchFamily="2" charset="-122"/>
                <a:cs typeface="Times New Roman" panose="02020603050405020304" pitchFamily="18" charset="0"/>
              </a:rPr>
              <a:t>2</a:t>
            </a:r>
            <a:r>
              <a:rPr lang="zh-CN" altLang="en-US" sz="2000">
                <a:latin typeface="宋体" panose="02010600030101010101" pitchFamily="2" charset="-122"/>
                <a:cs typeface="Times New Roman" panose="02020603050405020304" pitchFamily="18" charset="0"/>
              </a:rPr>
              <a:t>　串联配置</a:t>
            </a:r>
            <a:endParaRPr lang="zh-CN" altLang="en-US" sz="2000"/>
          </a:p>
        </p:txBody>
      </p:sp>
      <p:graphicFrame>
        <p:nvGraphicFramePr>
          <p:cNvPr id="309274" name="Object 24">
            <a:extLst>
              <a:ext uri="{FF2B5EF4-FFF2-40B4-BE49-F238E27FC236}">
                <a16:creationId xmlns:a16="http://schemas.microsoft.com/office/drawing/2014/main" id="{0C1D19E9-BF86-AF16-3410-1BBD80242359}"/>
              </a:ext>
            </a:extLst>
          </p:cNvPr>
          <p:cNvGraphicFramePr>
            <a:graphicFrameLocks noChangeAspect="1"/>
          </p:cNvGraphicFramePr>
          <p:nvPr/>
        </p:nvGraphicFramePr>
        <p:xfrm>
          <a:off x="2357438" y="2852738"/>
          <a:ext cx="3222625" cy="428625"/>
        </p:xfrm>
        <a:graphic>
          <a:graphicData uri="http://schemas.openxmlformats.org/presentationml/2006/ole">
            <mc:AlternateContent xmlns:mc="http://schemas.openxmlformats.org/markup-compatibility/2006">
              <mc:Choice xmlns:v="urn:schemas-microsoft-com:vml" Requires="v">
                <p:oleObj name="公式" r:id="rId2" imgW="1739880" imgH="228600" progId="Equation.3">
                  <p:embed/>
                </p:oleObj>
              </mc:Choice>
              <mc:Fallback>
                <p:oleObj name="公式" r:id="rId2" imgW="1739880" imgH="228600" progId="Equation.3">
                  <p:embed/>
                  <p:pic>
                    <p:nvPicPr>
                      <p:cNvPr id="0" name="Object 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7438" y="2852738"/>
                        <a:ext cx="3222625" cy="428625"/>
                      </a:xfrm>
                      <a:prstGeom prst="rect">
                        <a:avLst/>
                      </a:prstGeom>
                      <a:solidFill>
                        <a:srgbClr val="FFCC00"/>
                      </a:solidFill>
                      <a:ln>
                        <a:noFill/>
                      </a:ln>
                      <a:effectLst/>
                      <a:extLst>
                        <a:ext uri="{91240B29-F687-4F45-9708-019B960494DF}">
                          <a14:hiddenLine xmlns:a14="http://schemas.microsoft.com/office/drawing/2010/main" w="9525">
                            <a:solidFill>
                              <a:srgbClr val="00264C"/>
                            </a:solidFill>
                            <a:miter lim="800000"/>
                            <a:headEnd/>
                            <a:tailEnd/>
                          </a14:hiddenLine>
                        </a:ext>
                        <a:ext uri="{AF507438-7753-43E0-B8FC-AC1667EBCBE1}">
                          <a14:hiddenEffects xmlns:a14="http://schemas.microsoft.com/office/drawing/2010/main">
                            <a:effectLst>
                              <a:outerShdw dist="35921" dir="2700000" algn="ctr" rotWithShape="0">
                                <a:srgbClr val="333333"/>
                              </a:outerShdw>
                            </a:effectLst>
                          </a14:hiddenEffects>
                        </a:ext>
                      </a:extLst>
                    </p:spPr>
                  </p:pic>
                </p:oleObj>
              </mc:Fallback>
            </mc:AlternateContent>
          </a:graphicData>
        </a:graphic>
      </p:graphicFrame>
    </p:spTree>
  </p:cSld>
  <p:clrMapOvr>
    <a:masterClrMapping/>
  </p:clrMapOvr>
  <p:transition spd="slow">
    <p:strips dir="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738B7D4E-0EFE-299E-C0FA-3AFA0591B054}"/>
              </a:ext>
            </a:extLst>
          </p:cNvPr>
          <p:cNvSpPr>
            <a:spLocks noGrp="1"/>
          </p:cNvSpPr>
          <p:nvPr>
            <p:ph type="dt" sz="half" idx="10"/>
          </p:nvPr>
        </p:nvSpPr>
        <p:spPr/>
        <p:txBody>
          <a:bodyPr/>
          <a:lstStyle/>
          <a:p>
            <a:r>
              <a:rPr lang="zh-CN" altLang="en-US"/>
              <a:t>讲义制作：李丽，陈志祥审</a:t>
            </a:r>
            <a:endParaRPr lang="en-US" altLang="zh-CN"/>
          </a:p>
        </p:txBody>
      </p:sp>
      <p:sp>
        <p:nvSpPr>
          <p:cNvPr id="310274" name="Rectangle 2">
            <a:extLst>
              <a:ext uri="{FF2B5EF4-FFF2-40B4-BE49-F238E27FC236}">
                <a16:creationId xmlns:a16="http://schemas.microsoft.com/office/drawing/2014/main" id="{B725D3C9-583A-088A-07DA-A68483EAA5A5}"/>
              </a:ext>
            </a:extLst>
          </p:cNvPr>
          <p:cNvSpPr>
            <a:spLocks noGrp="1" noChangeArrowheads="1"/>
          </p:cNvSpPr>
          <p:nvPr>
            <p:ph type="title"/>
          </p:nvPr>
        </p:nvSpPr>
        <p:spPr/>
        <p:txBody>
          <a:bodyPr/>
          <a:lstStyle/>
          <a:p>
            <a:endParaRPr lang="zh-CN" altLang="zh-CN"/>
          </a:p>
        </p:txBody>
      </p:sp>
      <p:pic>
        <p:nvPicPr>
          <p:cNvPr id="310275" name="Picture 3">
            <a:extLst>
              <a:ext uri="{FF2B5EF4-FFF2-40B4-BE49-F238E27FC236}">
                <a16:creationId xmlns:a16="http://schemas.microsoft.com/office/drawing/2014/main" id="{04F0CA2D-A88C-B742-C839-6979E19069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5990" t="27818" r="23802" b="57478"/>
          <a:stretch>
            <a:fillRect/>
          </a:stretch>
        </p:blipFill>
        <p:spPr bwMode="auto">
          <a:xfrm>
            <a:off x="250825" y="1989138"/>
            <a:ext cx="8532813" cy="156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strips dir="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7A62905-6789-828F-3909-3B7E069D18B8}"/>
              </a:ext>
            </a:extLst>
          </p:cNvPr>
          <p:cNvSpPr>
            <a:spLocks noGrp="1"/>
          </p:cNvSpPr>
          <p:nvPr>
            <p:ph type="dt" sz="half" idx="10"/>
          </p:nvPr>
        </p:nvSpPr>
        <p:spPr/>
        <p:txBody>
          <a:bodyPr/>
          <a:lstStyle/>
          <a:p>
            <a:r>
              <a:rPr lang="zh-CN" altLang="en-US"/>
              <a:t>讲义制作：李丽，陈志祥审</a:t>
            </a:r>
            <a:endParaRPr lang="en-US" altLang="zh-CN"/>
          </a:p>
        </p:txBody>
      </p:sp>
      <p:sp>
        <p:nvSpPr>
          <p:cNvPr id="311298" name="标题 1">
            <a:extLst>
              <a:ext uri="{FF2B5EF4-FFF2-40B4-BE49-F238E27FC236}">
                <a16:creationId xmlns:a16="http://schemas.microsoft.com/office/drawing/2014/main" id="{278452E8-3B3C-0A13-3F3D-D34B06B0684B}"/>
              </a:ext>
            </a:extLst>
          </p:cNvPr>
          <p:cNvSpPr>
            <a:spLocks noGrp="1"/>
          </p:cNvSpPr>
          <p:nvPr>
            <p:ph type="title" idx="4294967295"/>
          </p:nvPr>
        </p:nvSpPr>
        <p:spPr>
          <a:xfrm>
            <a:off x="468313" y="260350"/>
            <a:ext cx="8229600" cy="1143000"/>
          </a:xfrm>
        </p:spPr>
        <p:txBody>
          <a:bodyPr/>
          <a:lstStyle/>
          <a:p>
            <a:r>
              <a:rPr lang="en-US" altLang="zh-CN" sz="3600" b="1"/>
              <a:t>2. </a:t>
            </a:r>
            <a:r>
              <a:rPr lang="zh-CN" altLang="en-US" sz="3600" b="1"/>
              <a:t>串并联系统的可靠性</a:t>
            </a:r>
            <a:endParaRPr lang="zh-CN" altLang="en-US" sz="3600"/>
          </a:p>
        </p:txBody>
      </p:sp>
      <p:sp>
        <p:nvSpPr>
          <p:cNvPr id="311299" name="内容占位符 2">
            <a:extLst>
              <a:ext uri="{FF2B5EF4-FFF2-40B4-BE49-F238E27FC236}">
                <a16:creationId xmlns:a16="http://schemas.microsoft.com/office/drawing/2014/main" id="{9B173797-098D-F6E6-AF4F-4A2EE2D412EF}"/>
              </a:ext>
            </a:extLst>
          </p:cNvPr>
          <p:cNvSpPr>
            <a:spLocks noGrp="1"/>
          </p:cNvSpPr>
          <p:nvPr>
            <p:ph idx="4294967295"/>
          </p:nvPr>
        </p:nvSpPr>
        <p:spPr>
          <a:xfrm>
            <a:off x="395288" y="1341438"/>
            <a:ext cx="8229600" cy="1439862"/>
          </a:xfrm>
        </p:spPr>
        <p:txBody>
          <a:bodyPr/>
          <a:lstStyle/>
          <a:p>
            <a:pPr>
              <a:buFontTx/>
              <a:buNone/>
            </a:pPr>
            <a:r>
              <a:rPr lang="zh-CN" altLang="en-US" sz="2000" b="1"/>
              <a:t>（</a:t>
            </a:r>
            <a:r>
              <a:rPr lang="en-US" altLang="zh-CN" sz="2000" b="1"/>
              <a:t>2</a:t>
            </a:r>
            <a:r>
              <a:rPr lang="zh-CN" altLang="en-US" sz="2000" b="1"/>
              <a:t>）并联系统</a:t>
            </a:r>
          </a:p>
          <a:p>
            <a:pPr>
              <a:buFontTx/>
              <a:buNone/>
            </a:pPr>
            <a:r>
              <a:rPr lang="zh-CN" altLang="en-US" sz="2000"/>
              <a:t>              要提高系统可靠性，就要增加冗余（</a:t>
            </a:r>
            <a:r>
              <a:rPr lang="en-US" altLang="zh-CN" sz="2000"/>
              <a:t>redundancy</a:t>
            </a:r>
            <a:r>
              <a:rPr lang="zh-CN" altLang="en-US" sz="2000"/>
              <a:t>）。这种方法就是为系统的机件备份，是一种标准的运作管理策略。图</a:t>
            </a:r>
            <a:r>
              <a:rPr lang="en-US" altLang="zh-CN" sz="2000"/>
              <a:t>10</a:t>
            </a:r>
            <a:r>
              <a:rPr lang="zh-CN" altLang="en-US" sz="2000"/>
              <a:t>－</a:t>
            </a:r>
            <a:r>
              <a:rPr lang="en-US" altLang="zh-CN" sz="2000"/>
              <a:t>3</a:t>
            </a:r>
            <a:r>
              <a:rPr lang="zh-CN" altLang="en-US" sz="2000"/>
              <a:t>是</a:t>
            </a:r>
            <a:r>
              <a:rPr lang="en-US" altLang="zh-CN" sz="2000"/>
              <a:t>n</a:t>
            </a:r>
            <a:r>
              <a:rPr lang="zh-CN" altLang="en-US" sz="2000"/>
              <a:t>个机件关联配置图，此系统的可靠性为</a:t>
            </a:r>
          </a:p>
          <a:p>
            <a:pPr algn="r">
              <a:buFontTx/>
              <a:buNone/>
            </a:pPr>
            <a:r>
              <a:rPr lang="zh-CN" altLang="en-US" sz="2000"/>
              <a:t>（</a:t>
            </a:r>
            <a:r>
              <a:rPr lang="en-US" altLang="zh-CN" sz="2000"/>
              <a:t>10</a:t>
            </a:r>
            <a:r>
              <a:rPr lang="zh-CN" altLang="en-US" sz="2000"/>
              <a:t>－</a:t>
            </a:r>
            <a:r>
              <a:rPr lang="en-US" altLang="zh-CN" sz="2000"/>
              <a:t>6</a:t>
            </a:r>
            <a:r>
              <a:rPr lang="zh-CN" altLang="en-US" sz="2000"/>
              <a:t>）</a:t>
            </a:r>
          </a:p>
          <a:p>
            <a:pPr>
              <a:buFontTx/>
              <a:buNone/>
            </a:pPr>
            <a:endParaRPr lang="zh-CN" altLang="en-US" sz="2000"/>
          </a:p>
          <a:p>
            <a:pPr>
              <a:buFontTx/>
              <a:buNone/>
            </a:pPr>
            <a:endParaRPr lang="zh-CN" altLang="en-US" sz="2000"/>
          </a:p>
          <a:p>
            <a:pPr>
              <a:buFontTx/>
              <a:buNone/>
            </a:pPr>
            <a:endParaRPr lang="en-US" altLang="zh-CN" sz="2000"/>
          </a:p>
        </p:txBody>
      </p:sp>
      <p:graphicFrame>
        <p:nvGraphicFramePr>
          <p:cNvPr id="311300" name="Object 1">
            <a:extLst>
              <a:ext uri="{FF2B5EF4-FFF2-40B4-BE49-F238E27FC236}">
                <a16:creationId xmlns:a16="http://schemas.microsoft.com/office/drawing/2014/main" id="{C8A8D5BC-EC28-C66D-F0B1-8F00F596FD33}"/>
              </a:ext>
            </a:extLst>
          </p:cNvPr>
          <p:cNvGraphicFramePr>
            <a:graphicFrameLocks noChangeAspect="1"/>
          </p:cNvGraphicFramePr>
          <p:nvPr/>
        </p:nvGraphicFramePr>
        <p:xfrm>
          <a:off x="1116013" y="2781300"/>
          <a:ext cx="5688012" cy="425450"/>
        </p:xfrm>
        <a:graphic>
          <a:graphicData uri="http://schemas.openxmlformats.org/presentationml/2006/ole">
            <mc:AlternateContent xmlns:mc="http://schemas.openxmlformats.org/markup-compatibility/2006">
              <mc:Choice xmlns:v="urn:schemas-microsoft-com:vml" Requires="v">
                <p:oleObj name="公式" r:id="rId2" imgW="3085920" imgH="228600" progId="Equation.3">
                  <p:embed/>
                </p:oleObj>
              </mc:Choice>
              <mc:Fallback>
                <p:oleObj name="公式" r:id="rId2" imgW="3085920" imgH="228600" progId="Equation.3">
                  <p:embed/>
                  <p:pic>
                    <p:nvPicPr>
                      <p:cNvPr id="0" name="Object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6013" y="2781300"/>
                        <a:ext cx="5688012" cy="425450"/>
                      </a:xfrm>
                      <a:prstGeom prst="rect">
                        <a:avLst/>
                      </a:prstGeom>
                      <a:solidFill>
                        <a:srgbClr val="FFCC00"/>
                      </a:solidFill>
                      <a:ln>
                        <a:noFill/>
                      </a:ln>
                      <a:effectLst/>
                      <a:extLst>
                        <a:ext uri="{91240B29-F687-4F45-9708-019B960494DF}">
                          <a14:hiddenLine xmlns:a14="http://schemas.microsoft.com/office/drawing/2010/main" w="9525">
                            <a:solidFill>
                              <a:srgbClr val="00264C"/>
                            </a:solidFill>
                            <a:miter lim="800000"/>
                            <a:headEnd/>
                            <a:tailEnd/>
                          </a14:hiddenLine>
                        </a:ext>
                        <a:ext uri="{AF507438-7753-43E0-B8FC-AC1667EBCBE1}">
                          <a14:hiddenEffects xmlns:a14="http://schemas.microsoft.com/office/drawing/2010/main">
                            <a:effectLst>
                              <a:outerShdw dist="35921" dir="2700000" algn="ctr" rotWithShape="0">
                                <a:srgbClr val="333333"/>
                              </a:outerShdw>
                            </a:effectLst>
                          </a14:hiddenEffects>
                        </a:ext>
                      </a:extLst>
                    </p:spPr>
                  </p:pic>
                </p:oleObj>
              </mc:Fallback>
            </mc:AlternateContent>
          </a:graphicData>
        </a:graphic>
      </p:graphicFrame>
      <p:grpSp>
        <p:nvGrpSpPr>
          <p:cNvPr id="311301" name="Group 2">
            <a:extLst>
              <a:ext uri="{FF2B5EF4-FFF2-40B4-BE49-F238E27FC236}">
                <a16:creationId xmlns:a16="http://schemas.microsoft.com/office/drawing/2014/main" id="{85B8FE86-A13A-F5EF-5FB0-ED1404789914}"/>
              </a:ext>
            </a:extLst>
          </p:cNvPr>
          <p:cNvGrpSpPr>
            <a:grpSpLocks/>
          </p:cNvGrpSpPr>
          <p:nvPr/>
        </p:nvGrpSpPr>
        <p:grpSpPr bwMode="auto">
          <a:xfrm>
            <a:off x="2225675" y="3165475"/>
            <a:ext cx="3786188" cy="3143250"/>
            <a:chOff x="5050" y="11495"/>
            <a:chExt cx="4040" cy="3500"/>
          </a:xfrm>
        </p:grpSpPr>
        <p:sp>
          <p:nvSpPr>
            <p:cNvPr id="311302" name="Line 3">
              <a:extLst>
                <a:ext uri="{FF2B5EF4-FFF2-40B4-BE49-F238E27FC236}">
                  <a16:creationId xmlns:a16="http://schemas.microsoft.com/office/drawing/2014/main" id="{E8C21C15-5C2F-D751-6AB6-6506F6205B01}"/>
                </a:ext>
              </a:extLst>
            </p:cNvPr>
            <p:cNvSpPr>
              <a:spLocks noChangeShapeType="1"/>
            </p:cNvSpPr>
            <p:nvPr/>
          </p:nvSpPr>
          <p:spPr bwMode="auto">
            <a:xfrm>
              <a:off x="8018" y="13360"/>
              <a:ext cx="56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1303" name="Line 4">
              <a:extLst>
                <a:ext uri="{FF2B5EF4-FFF2-40B4-BE49-F238E27FC236}">
                  <a16:creationId xmlns:a16="http://schemas.microsoft.com/office/drawing/2014/main" id="{3535CA9F-DD73-D6AD-A97F-C1E015E205A9}"/>
                </a:ext>
              </a:extLst>
            </p:cNvPr>
            <p:cNvSpPr>
              <a:spLocks noChangeShapeType="1"/>
            </p:cNvSpPr>
            <p:nvPr/>
          </p:nvSpPr>
          <p:spPr bwMode="auto">
            <a:xfrm>
              <a:off x="5050" y="13377"/>
              <a:ext cx="68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1304" name="Text Box 5">
              <a:extLst>
                <a:ext uri="{FF2B5EF4-FFF2-40B4-BE49-F238E27FC236}">
                  <a16:creationId xmlns:a16="http://schemas.microsoft.com/office/drawing/2014/main" id="{073E984F-D75B-20D2-322D-D71F5E3B8296}"/>
                </a:ext>
              </a:extLst>
            </p:cNvPr>
            <p:cNvSpPr txBox="1">
              <a:spLocks noChangeArrowheads="1"/>
            </p:cNvSpPr>
            <p:nvPr/>
          </p:nvSpPr>
          <p:spPr bwMode="auto">
            <a:xfrm>
              <a:off x="7095" y="11892"/>
              <a:ext cx="567"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000">
                  <a:latin typeface="Calibri" panose="020F0502020204030204" pitchFamily="34" charset="0"/>
                </a:rPr>
                <a:t>R</a:t>
              </a:r>
              <a:r>
                <a:rPr lang="en-US" altLang="zh-CN" sz="1000" baseline="-25000">
                  <a:latin typeface="Calibri" panose="020F0502020204030204" pitchFamily="34" charset="0"/>
                </a:rPr>
                <a:t>1</a:t>
              </a:r>
              <a:endParaRPr lang="zh-CN" altLang="zh-CN"/>
            </a:p>
          </p:txBody>
        </p:sp>
        <p:sp>
          <p:nvSpPr>
            <p:cNvPr id="311305" name="Text Box 6">
              <a:extLst>
                <a:ext uri="{FF2B5EF4-FFF2-40B4-BE49-F238E27FC236}">
                  <a16:creationId xmlns:a16="http://schemas.microsoft.com/office/drawing/2014/main" id="{C49AF2FA-83AE-400F-3615-E353E70AAA75}"/>
                </a:ext>
              </a:extLst>
            </p:cNvPr>
            <p:cNvSpPr txBox="1">
              <a:spLocks noChangeArrowheads="1"/>
            </p:cNvSpPr>
            <p:nvPr/>
          </p:nvSpPr>
          <p:spPr bwMode="auto">
            <a:xfrm>
              <a:off x="7095" y="12441"/>
              <a:ext cx="567"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000">
                  <a:latin typeface="Calibri" panose="020F0502020204030204" pitchFamily="34" charset="0"/>
                </a:rPr>
                <a:t>R</a:t>
              </a:r>
              <a:r>
                <a:rPr lang="en-US" altLang="zh-CN" sz="1000" baseline="-25000">
                  <a:latin typeface="Calibri" panose="020F0502020204030204" pitchFamily="34" charset="0"/>
                </a:rPr>
                <a:t>2</a:t>
              </a:r>
              <a:endParaRPr lang="zh-CN" altLang="zh-CN"/>
            </a:p>
          </p:txBody>
        </p:sp>
        <p:sp>
          <p:nvSpPr>
            <p:cNvPr id="311306" name="Text Box 7">
              <a:extLst>
                <a:ext uri="{FF2B5EF4-FFF2-40B4-BE49-F238E27FC236}">
                  <a16:creationId xmlns:a16="http://schemas.microsoft.com/office/drawing/2014/main" id="{2649B62D-BFA4-AA08-93C0-B1819E9DE195}"/>
                </a:ext>
              </a:extLst>
            </p:cNvPr>
            <p:cNvSpPr txBox="1">
              <a:spLocks noChangeArrowheads="1"/>
            </p:cNvSpPr>
            <p:nvPr/>
          </p:nvSpPr>
          <p:spPr bwMode="auto">
            <a:xfrm>
              <a:off x="7095" y="13005"/>
              <a:ext cx="567"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000">
                  <a:latin typeface="Calibri" panose="020F0502020204030204" pitchFamily="34" charset="0"/>
                </a:rPr>
                <a:t>R</a:t>
              </a:r>
              <a:r>
                <a:rPr lang="en-US" altLang="zh-CN" sz="1000" baseline="-25000">
                  <a:latin typeface="Calibri" panose="020F0502020204030204" pitchFamily="34" charset="0"/>
                </a:rPr>
                <a:t>3</a:t>
              </a:r>
              <a:endParaRPr lang="en-US" altLang="zh-CN" sz="1000">
                <a:latin typeface="Times New Roman" panose="02020603050405020304" pitchFamily="18" charset="0"/>
              </a:endParaRPr>
            </a:p>
            <a:p>
              <a:endParaRPr lang="zh-CN" altLang="zh-CN"/>
            </a:p>
          </p:txBody>
        </p:sp>
        <p:sp>
          <p:nvSpPr>
            <p:cNvPr id="311307" name="Text Box 8">
              <a:extLst>
                <a:ext uri="{FF2B5EF4-FFF2-40B4-BE49-F238E27FC236}">
                  <a16:creationId xmlns:a16="http://schemas.microsoft.com/office/drawing/2014/main" id="{CBEE2801-9497-18F3-EA3C-4787A7E42E66}"/>
                </a:ext>
              </a:extLst>
            </p:cNvPr>
            <p:cNvSpPr txBox="1">
              <a:spLocks noChangeArrowheads="1"/>
            </p:cNvSpPr>
            <p:nvPr/>
          </p:nvSpPr>
          <p:spPr bwMode="auto">
            <a:xfrm>
              <a:off x="7095" y="14238"/>
              <a:ext cx="567"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000">
                  <a:latin typeface="Calibri" panose="020F0502020204030204" pitchFamily="34" charset="0"/>
                </a:rPr>
                <a:t>R</a:t>
              </a:r>
              <a:r>
                <a:rPr lang="en-US" altLang="zh-CN" sz="1000" baseline="-25000">
                  <a:latin typeface="Calibri" panose="020F0502020204030204" pitchFamily="34" charset="0"/>
                </a:rPr>
                <a:t>n</a:t>
              </a:r>
              <a:endParaRPr lang="en-US" altLang="zh-CN" sz="1000">
                <a:latin typeface="Times New Roman" panose="02020603050405020304" pitchFamily="18" charset="0"/>
              </a:endParaRPr>
            </a:p>
            <a:p>
              <a:endParaRPr lang="zh-CN" altLang="zh-CN"/>
            </a:p>
          </p:txBody>
        </p:sp>
        <p:sp>
          <p:nvSpPr>
            <p:cNvPr id="311308" name="Rectangle 9">
              <a:extLst>
                <a:ext uri="{FF2B5EF4-FFF2-40B4-BE49-F238E27FC236}">
                  <a16:creationId xmlns:a16="http://schemas.microsoft.com/office/drawing/2014/main" id="{59732F62-27AD-5C58-E8A4-F5E7EAEA5621}"/>
                </a:ext>
              </a:extLst>
            </p:cNvPr>
            <p:cNvSpPr>
              <a:spLocks noChangeArrowheads="1"/>
            </p:cNvSpPr>
            <p:nvPr/>
          </p:nvSpPr>
          <p:spPr bwMode="auto">
            <a:xfrm>
              <a:off x="5460" y="11877"/>
              <a:ext cx="2835" cy="3118"/>
            </a:xfrm>
            <a:prstGeom prst="rect">
              <a:avLst/>
            </a:prstGeom>
            <a:noFill/>
            <a:ln w="9525">
              <a:solidFill>
                <a:srgbClr val="000000"/>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a:latin typeface="Calibri" panose="020F0502020204030204" pitchFamily="34" charset="0"/>
              </a:endParaRPr>
            </a:p>
          </p:txBody>
        </p:sp>
        <p:sp>
          <p:nvSpPr>
            <p:cNvPr id="311309" name="Text Box 10">
              <a:extLst>
                <a:ext uri="{FF2B5EF4-FFF2-40B4-BE49-F238E27FC236}">
                  <a16:creationId xmlns:a16="http://schemas.microsoft.com/office/drawing/2014/main" id="{6BAFD3E8-29F8-CADF-BA46-1D0BF38AC98C}"/>
                </a:ext>
              </a:extLst>
            </p:cNvPr>
            <p:cNvSpPr txBox="1">
              <a:spLocks noChangeArrowheads="1"/>
            </p:cNvSpPr>
            <p:nvPr/>
          </p:nvSpPr>
          <p:spPr bwMode="auto">
            <a:xfrm>
              <a:off x="8523" y="13119"/>
              <a:ext cx="567"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000">
                  <a:latin typeface="Calibri" panose="020F0502020204030204" pitchFamily="34" charset="0"/>
                </a:rPr>
                <a:t>R</a:t>
              </a:r>
              <a:r>
                <a:rPr lang="en-US" altLang="zh-CN" sz="1000" baseline="-25000">
                  <a:latin typeface="Calibri" panose="020F0502020204030204" pitchFamily="34" charset="0"/>
                </a:rPr>
                <a:t>S</a:t>
              </a:r>
              <a:endParaRPr lang="en-US" altLang="zh-CN" sz="1000">
                <a:latin typeface="Times New Roman" panose="02020603050405020304" pitchFamily="18" charset="0"/>
              </a:endParaRPr>
            </a:p>
            <a:p>
              <a:endParaRPr lang="zh-CN" altLang="zh-CN"/>
            </a:p>
          </p:txBody>
        </p:sp>
        <p:sp>
          <p:nvSpPr>
            <p:cNvPr id="311310" name="Line 11">
              <a:extLst>
                <a:ext uri="{FF2B5EF4-FFF2-40B4-BE49-F238E27FC236}">
                  <a16:creationId xmlns:a16="http://schemas.microsoft.com/office/drawing/2014/main" id="{FEBCC713-E999-FC3D-3A57-7D5A31B34546}"/>
                </a:ext>
              </a:extLst>
            </p:cNvPr>
            <p:cNvSpPr>
              <a:spLocks noChangeShapeType="1"/>
            </p:cNvSpPr>
            <p:nvPr/>
          </p:nvSpPr>
          <p:spPr bwMode="auto">
            <a:xfrm>
              <a:off x="5740" y="12267"/>
              <a:ext cx="0" cy="23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11" name="Line 12">
              <a:extLst>
                <a:ext uri="{FF2B5EF4-FFF2-40B4-BE49-F238E27FC236}">
                  <a16:creationId xmlns:a16="http://schemas.microsoft.com/office/drawing/2014/main" id="{4C93B66A-4458-D378-7FBE-3119EEC4B752}"/>
                </a:ext>
              </a:extLst>
            </p:cNvPr>
            <p:cNvSpPr>
              <a:spLocks noChangeShapeType="1"/>
            </p:cNvSpPr>
            <p:nvPr/>
          </p:nvSpPr>
          <p:spPr bwMode="auto">
            <a:xfrm>
              <a:off x="5730" y="12264"/>
              <a:ext cx="226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12" name="Line 13">
              <a:extLst>
                <a:ext uri="{FF2B5EF4-FFF2-40B4-BE49-F238E27FC236}">
                  <a16:creationId xmlns:a16="http://schemas.microsoft.com/office/drawing/2014/main" id="{ACDC2CB9-5526-1274-57AF-D3AC71EC3DD0}"/>
                </a:ext>
              </a:extLst>
            </p:cNvPr>
            <p:cNvSpPr>
              <a:spLocks noChangeShapeType="1"/>
            </p:cNvSpPr>
            <p:nvPr/>
          </p:nvSpPr>
          <p:spPr bwMode="auto">
            <a:xfrm>
              <a:off x="5742" y="12789"/>
              <a:ext cx="226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13" name="Line 14">
              <a:extLst>
                <a:ext uri="{FF2B5EF4-FFF2-40B4-BE49-F238E27FC236}">
                  <a16:creationId xmlns:a16="http://schemas.microsoft.com/office/drawing/2014/main" id="{DEBA9B9A-9563-B01E-7474-FDEC865B0C12}"/>
                </a:ext>
              </a:extLst>
            </p:cNvPr>
            <p:cNvSpPr>
              <a:spLocks noChangeShapeType="1"/>
            </p:cNvSpPr>
            <p:nvPr/>
          </p:nvSpPr>
          <p:spPr bwMode="auto">
            <a:xfrm>
              <a:off x="5742" y="13353"/>
              <a:ext cx="226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14" name="Line 15">
              <a:extLst>
                <a:ext uri="{FF2B5EF4-FFF2-40B4-BE49-F238E27FC236}">
                  <a16:creationId xmlns:a16="http://schemas.microsoft.com/office/drawing/2014/main" id="{71EE6531-8911-2D50-225C-8EB1FF47F572}"/>
                </a:ext>
              </a:extLst>
            </p:cNvPr>
            <p:cNvSpPr>
              <a:spLocks noChangeShapeType="1"/>
            </p:cNvSpPr>
            <p:nvPr/>
          </p:nvSpPr>
          <p:spPr bwMode="auto">
            <a:xfrm>
              <a:off x="5745" y="14604"/>
              <a:ext cx="226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15" name="Line 16">
              <a:extLst>
                <a:ext uri="{FF2B5EF4-FFF2-40B4-BE49-F238E27FC236}">
                  <a16:creationId xmlns:a16="http://schemas.microsoft.com/office/drawing/2014/main" id="{8BA81AD6-EF34-61C9-779E-48FEC3644446}"/>
                </a:ext>
              </a:extLst>
            </p:cNvPr>
            <p:cNvSpPr>
              <a:spLocks noChangeShapeType="1"/>
            </p:cNvSpPr>
            <p:nvPr/>
          </p:nvSpPr>
          <p:spPr bwMode="auto">
            <a:xfrm>
              <a:off x="8010" y="12264"/>
              <a:ext cx="0" cy="23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1316" name="Text Box 17">
              <a:extLst>
                <a:ext uri="{FF2B5EF4-FFF2-40B4-BE49-F238E27FC236}">
                  <a16:creationId xmlns:a16="http://schemas.microsoft.com/office/drawing/2014/main" id="{3320A0AF-F907-0A84-30B9-EDB8157EDD7E}"/>
                </a:ext>
              </a:extLst>
            </p:cNvPr>
            <p:cNvSpPr txBox="1">
              <a:spLocks noChangeArrowheads="1"/>
            </p:cNvSpPr>
            <p:nvPr/>
          </p:nvSpPr>
          <p:spPr bwMode="auto">
            <a:xfrm>
              <a:off x="6345" y="12063"/>
              <a:ext cx="567" cy="397"/>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a:p>
          </p:txBody>
        </p:sp>
        <p:sp>
          <p:nvSpPr>
            <p:cNvPr id="311317" name="Text Box 18">
              <a:extLst>
                <a:ext uri="{FF2B5EF4-FFF2-40B4-BE49-F238E27FC236}">
                  <a16:creationId xmlns:a16="http://schemas.microsoft.com/office/drawing/2014/main" id="{26E680CB-BEC1-FD6D-1B40-F5275EFFBE79}"/>
                </a:ext>
              </a:extLst>
            </p:cNvPr>
            <p:cNvSpPr txBox="1">
              <a:spLocks noChangeArrowheads="1"/>
            </p:cNvSpPr>
            <p:nvPr/>
          </p:nvSpPr>
          <p:spPr bwMode="auto">
            <a:xfrm>
              <a:off x="6360" y="12588"/>
              <a:ext cx="567" cy="397"/>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a:p>
          </p:txBody>
        </p:sp>
        <p:sp>
          <p:nvSpPr>
            <p:cNvPr id="311318" name="Text Box 19">
              <a:extLst>
                <a:ext uri="{FF2B5EF4-FFF2-40B4-BE49-F238E27FC236}">
                  <a16:creationId xmlns:a16="http://schemas.microsoft.com/office/drawing/2014/main" id="{F4E952B2-0370-B7AC-0C75-67E286E9BB2A}"/>
                </a:ext>
              </a:extLst>
            </p:cNvPr>
            <p:cNvSpPr txBox="1">
              <a:spLocks noChangeArrowheads="1"/>
            </p:cNvSpPr>
            <p:nvPr/>
          </p:nvSpPr>
          <p:spPr bwMode="auto">
            <a:xfrm>
              <a:off x="6360" y="13146"/>
              <a:ext cx="567" cy="397"/>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a:p>
          </p:txBody>
        </p:sp>
        <p:sp>
          <p:nvSpPr>
            <p:cNvPr id="311319" name="Text Box 20">
              <a:extLst>
                <a:ext uri="{FF2B5EF4-FFF2-40B4-BE49-F238E27FC236}">
                  <a16:creationId xmlns:a16="http://schemas.microsoft.com/office/drawing/2014/main" id="{4E0400AA-B950-801E-8984-7D6B699B66AA}"/>
                </a:ext>
              </a:extLst>
            </p:cNvPr>
            <p:cNvSpPr txBox="1">
              <a:spLocks noChangeArrowheads="1"/>
            </p:cNvSpPr>
            <p:nvPr/>
          </p:nvSpPr>
          <p:spPr bwMode="auto">
            <a:xfrm>
              <a:off x="6345" y="14403"/>
              <a:ext cx="567" cy="397"/>
            </a:xfrm>
            <a:prstGeom prst="rect">
              <a:avLst/>
            </a:prstGeom>
            <a:solidFill>
              <a:srgbClr val="FFFFFF"/>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a:p>
          </p:txBody>
        </p:sp>
        <p:sp>
          <p:nvSpPr>
            <p:cNvPr id="311320" name="Text Box 21">
              <a:extLst>
                <a:ext uri="{FF2B5EF4-FFF2-40B4-BE49-F238E27FC236}">
                  <a16:creationId xmlns:a16="http://schemas.microsoft.com/office/drawing/2014/main" id="{2F440CC9-52D8-020D-71C9-782EB96E7D81}"/>
                </a:ext>
              </a:extLst>
            </p:cNvPr>
            <p:cNvSpPr txBox="1">
              <a:spLocks noChangeArrowheads="1"/>
            </p:cNvSpPr>
            <p:nvPr/>
          </p:nvSpPr>
          <p:spPr bwMode="auto">
            <a:xfrm>
              <a:off x="6300" y="11495"/>
              <a:ext cx="900" cy="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sz="900">
                  <a:latin typeface="Calibri" panose="020F0502020204030204" pitchFamily="34" charset="0"/>
                </a:rPr>
                <a:t>系统</a:t>
              </a:r>
              <a:endParaRPr lang="zh-CN" altLang="en-US"/>
            </a:p>
          </p:txBody>
        </p:sp>
      </p:grpSp>
      <p:sp>
        <p:nvSpPr>
          <p:cNvPr id="311321" name="矩形 23">
            <a:extLst>
              <a:ext uri="{FF2B5EF4-FFF2-40B4-BE49-F238E27FC236}">
                <a16:creationId xmlns:a16="http://schemas.microsoft.com/office/drawing/2014/main" id="{56F48268-626B-60F3-ABD4-10F6F49D4D3E}"/>
              </a:ext>
            </a:extLst>
          </p:cNvPr>
          <p:cNvSpPr>
            <a:spLocks noChangeArrowheads="1"/>
          </p:cNvSpPr>
          <p:nvPr/>
        </p:nvSpPr>
        <p:spPr bwMode="auto">
          <a:xfrm>
            <a:off x="3059113" y="6308725"/>
            <a:ext cx="213201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latin typeface="Calibri" panose="020F0502020204030204" pitchFamily="34" charset="0"/>
              </a:rPr>
              <a:t>图</a:t>
            </a:r>
            <a:r>
              <a:rPr lang="en-US" altLang="zh-CN">
                <a:latin typeface="Calibri" panose="020F0502020204030204" pitchFamily="34" charset="0"/>
              </a:rPr>
              <a:t>10</a:t>
            </a:r>
            <a:r>
              <a:rPr lang="zh-CN" altLang="en-US">
                <a:latin typeface="Calibri" panose="020F0502020204030204" pitchFamily="34" charset="0"/>
              </a:rPr>
              <a:t>－</a:t>
            </a:r>
            <a:r>
              <a:rPr lang="en-US" altLang="zh-CN">
                <a:latin typeface="Calibri" panose="020F0502020204030204" pitchFamily="34" charset="0"/>
              </a:rPr>
              <a:t>3</a:t>
            </a:r>
            <a:r>
              <a:rPr lang="zh-CN" altLang="en-US">
                <a:latin typeface="Calibri" panose="020F0502020204030204" pitchFamily="34" charset="0"/>
              </a:rPr>
              <a:t>　并联配置</a:t>
            </a:r>
          </a:p>
        </p:txBody>
      </p:sp>
    </p:spTree>
  </p:cSld>
  <p:clrMapOvr>
    <a:masterClrMapping/>
  </p:clrMapOvr>
  <p:transition spd="slow">
    <p:strips dir="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8F5F7100-3A2F-FEE9-4BE5-5C77C38B88F9}"/>
              </a:ext>
            </a:extLst>
          </p:cNvPr>
          <p:cNvSpPr>
            <a:spLocks noGrp="1"/>
          </p:cNvSpPr>
          <p:nvPr>
            <p:ph type="dt" sz="half" idx="10"/>
          </p:nvPr>
        </p:nvSpPr>
        <p:spPr/>
        <p:txBody>
          <a:bodyPr/>
          <a:lstStyle/>
          <a:p>
            <a:r>
              <a:rPr lang="zh-CN" altLang="en-US"/>
              <a:t>讲义制作：李丽，陈志祥审</a:t>
            </a:r>
            <a:endParaRPr lang="en-US" altLang="zh-CN"/>
          </a:p>
        </p:txBody>
      </p:sp>
      <p:sp>
        <p:nvSpPr>
          <p:cNvPr id="331778" name="Rectangle 2">
            <a:extLst>
              <a:ext uri="{FF2B5EF4-FFF2-40B4-BE49-F238E27FC236}">
                <a16:creationId xmlns:a16="http://schemas.microsoft.com/office/drawing/2014/main" id="{C9A17D86-D506-1B00-BAE4-E3D7E66A4132}"/>
              </a:ext>
            </a:extLst>
          </p:cNvPr>
          <p:cNvSpPr>
            <a:spLocks noGrp="1" noChangeArrowheads="1"/>
          </p:cNvSpPr>
          <p:nvPr>
            <p:ph type="title"/>
          </p:nvPr>
        </p:nvSpPr>
        <p:spPr/>
        <p:txBody>
          <a:bodyPr/>
          <a:lstStyle/>
          <a:p>
            <a:endParaRPr lang="zh-CN" altLang="zh-CN"/>
          </a:p>
        </p:txBody>
      </p:sp>
      <p:pic>
        <p:nvPicPr>
          <p:cNvPr id="331779" name="Picture 3">
            <a:extLst>
              <a:ext uri="{FF2B5EF4-FFF2-40B4-BE49-F238E27FC236}">
                <a16:creationId xmlns:a16="http://schemas.microsoft.com/office/drawing/2014/main" id="{BC70FED1-F5BE-6C65-571E-D640DE87EF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722" t="35095" r="32071" b="46896"/>
          <a:stretch>
            <a:fillRect/>
          </a:stretch>
        </p:blipFill>
        <p:spPr bwMode="auto">
          <a:xfrm>
            <a:off x="179388" y="1989138"/>
            <a:ext cx="8532812" cy="1912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strips dir="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12698A-F3DF-6403-1179-511DE8925531}"/>
              </a:ext>
            </a:extLst>
          </p:cNvPr>
          <p:cNvSpPr>
            <a:spLocks noGrp="1"/>
          </p:cNvSpPr>
          <p:nvPr>
            <p:ph type="dt" sz="half" idx="10"/>
          </p:nvPr>
        </p:nvSpPr>
        <p:spPr/>
        <p:txBody>
          <a:bodyPr/>
          <a:lstStyle/>
          <a:p>
            <a:r>
              <a:rPr lang="zh-CN" altLang="en-US"/>
              <a:t>讲义制作：李丽，陈志祥审</a:t>
            </a:r>
            <a:endParaRPr lang="en-US" altLang="zh-CN"/>
          </a:p>
        </p:txBody>
      </p:sp>
      <p:sp>
        <p:nvSpPr>
          <p:cNvPr id="314370" name="标题 1">
            <a:extLst>
              <a:ext uri="{FF2B5EF4-FFF2-40B4-BE49-F238E27FC236}">
                <a16:creationId xmlns:a16="http://schemas.microsoft.com/office/drawing/2014/main" id="{FB16F281-2682-A1AC-6C1C-F373D859B4A9}"/>
              </a:ext>
            </a:extLst>
          </p:cNvPr>
          <p:cNvSpPr>
            <a:spLocks noGrp="1"/>
          </p:cNvSpPr>
          <p:nvPr>
            <p:ph type="title" idx="4294967295"/>
          </p:nvPr>
        </p:nvSpPr>
        <p:spPr>
          <a:xfrm>
            <a:off x="323850" y="188913"/>
            <a:ext cx="8229600" cy="1143000"/>
          </a:xfrm>
        </p:spPr>
        <p:txBody>
          <a:bodyPr/>
          <a:lstStyle/>
          <a:p>
            <a:r>
              <a:rPr lang="en-US" altLang="zh-CN" sz="3600" b="1"/>
              <a:t>2. </a:t>
            </a:r>
            <a:r>
              <a:rPr lang="zh-CN" altLang="en-US" sz="3600" b="1"/>
              <a:t>串并联系统的可靠性</a:t>
            </a:r>
          </a:p>
        </p:txBody>
      </p:sp>
      <p:sp>
        <p:nvSpPr>
          <p:cNvPr id="314371" name="内容占位符 2">
            <a:extLst>
              <a:ext uri="{FF2B5EF4-FFF2-40B4-BE49-F238E27FC236}">
                <a16:creationId xmlns:a16="http://schemas.microsoft.com/office/drawing/2014/main" id="{20400F38-3289-021D-EE8A-B2AA05BACE58}"/>
              </a:ext>
            </a:extLst>
          </p:cNvPr>
          <p:cNvSpPr>
            <a:spLocks noGrp="1"/>
          </p:cNvSpPr>
          <p:nvPr>
            <p:ph idx="4294967295"/>
          </p:nvPr>
        </p:nvSpPr>
        <p:spPr/>
        <p:txBody>
          <a:bodyPr/>
          <a:lstStyle/>
          <a:p>
            <a:pPr>
              <a:buFontTx/>
              <a:buNone/>
            </a:pPr>
            <a:r>
              <a:rPr lang="zh-CN" altLang="en-US" sz="2000" b="1"/>
              <a:t>（</a:t>
            </a:r>
            <a:r>
              <a:rPr lang="en-US" altLang="zh-CN" sz="2000" b="1"/>
              <a:t>3</a:t>
            </a:r>
            <a:r>
              <a:rPr lang="zh-CN" altLang="en-US" sz="2000" b="1"/>
              <a:t>）串并联综合系统</a:t>
            </a:r>
            <a:endParaRPr lang="zh-CN" altLang="en-US" sz="2000"/>
          </a:p>
          <a:p>
            <a:pPr>
              <a:buFontTx/>
              <a:buNone/>
            </a:pPr>
            <a:r>
              <a:rPr lang="zh-CN" altLang="en-US" sz="2000"/>
              <a:t>          如果系统中同时存在串联和并联的机件，如图</a:t>
            </a:r>
            <a:r>
              <a:rPr lang="en-US" altLang="zh-CN" sz="2000"/>
              <a:t>10</a:t>
            </a:r>
            <a:r>
              <a:rPr lang="zh-CN" altLang="en-US" sz="2000"/>
              <a:t>－</a:t>
            </a:r>
            <a:r>
              <a:rPr lang="en-US" altLang="zh-CN" sz="2000"/>
              <a:t>4</a:t>
            </a:r>
            <a:r>
              <a:rPr lang="zh-CN" altLang="en-US" sz="2000"/>
              <a:t>所示，那么该系统的可靠性是指组成系统的每一级中至少还有一个机件能工作的概率，计算公式如下：</a:t>
            </a:r>
          </a:p>
          <a:p>
            <a:pPr algn="r">
              <a:buFontTx/>
              <a:buNone/>
            </a:pPr>
            <a:r>
              <a:rPr lang="zh-CN" altLang="en-US" sz="2000"/>
              <a:t>（</a:t>
            </a:r>
            <a:r>
              <a:rPr lang="en-US" altLang="zh-CN" sz="2000"/>
              <a:t>10</a:t>
            </a:r>
            <a:r>
              <a:rPr lang="zh-CN" altLang="en-US" sz="2000"/>
              <a:t>－</a:t>
            </a:r>
            <a:r>
              <a:rPr lang="en-US" altLang="zh-CN" sz="2000"/>
              <a:t>7</a:t>
            </a:r>
            <a:r>
              <a:rPr lang="zh-CN" altLang="en-US" sz="2000"/>
              <a:t>）</a:t>
            </a:r>
          </a:p>
          <a:p>
            <a:pPr>
              <a:buFontTx/>
              <a:buNone/>
            </a:pPr>
            <a:endParaRPr lang="zh-CN" altLang="en-US" sz="2000"/>
          </a:p>
          <a:p>
            <a:pPr>
              <a:buFontTx/>
              <a:buNone/>
            </a:pPr>
            <a:endParaRPr lang="en-US" altLang="zh-CN"/>
          </a:p>
        </p:txBody>
      </p:sp>
      <p:grpSp>
        <p:nvGrpSpPr>
          <p:cNvPr id="314372" name="Group 2">
            <a:extLst>
              <a:ext uri="{FF2B5EF4-FFF2-40B4-BE49-F238E27FC236}">
                <a16:creationId xmlns:a16="http://schemas.microsoft.com/office/drawing/2014/main" id="{776D5B37-8E20-EFDD-918C-483FCA6D2CB4}"/>
              </a:ext>
            </a:extLst>
          </p:cNvPr>
          <p:cNvGrpSpPr>
            <a:grpSpLocks/>
          </p:cNvGrpSpPr>
          <p:nvPr/>
        </p:nvGrpSpPr>
        <p:grpSpPr bwMode="auto">
          <a:xfrm>
            <a:off x="971550" y="3357563"/>
            <a:ext cx="6357938" cy="2928937"/>
            <a:chOff x="2520" y="10956"/>
            <a:chExt cx="7410" cy="4128"/>
          </a:xfrm>
        </p:grpSpPr>
        <p:sp>
          <p:nvSpPr>
            <p:cNvPr id="314373" name="Text Box 3">
              <a:extLst>
                <a:ext uri="{FF2B5EF4-FFF2-40B4-BE49-F238E27FC236}">
                  <a16:creationId xmlns:a16="http://schemas.microsoft.com/office/drawing/2014/main" id="{A2897B9D-58C4-6CF5-45FA-5210A6D83D62}"/>
                </a:ext>
              </a:extLst>
            </p:cNvPr>
            <p:cNvSpPr txBox="1">
              <a:spLocks noChangeArrowheads="1"/>
            </p:cNvSpPr>
            <p:nvPr/>
          </p:nvSpPr>
          <p:spPr bwMode="auto">
            <a:xfrm>
              <a:off x="9363" y="12672"/>
              <a:ext cx="567" cy="427"/>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000" b="1">
                  <a:latin typeface="Calibri" panose="020F0502020204030204" pitchFamily="34" charset="0"/>
                </a:rPr>
                <a:t>R</a:t>
              </a:r>
              <a:r>
                <a:rPr lang="en-US" altLang="zh-CN" sz="1000" b="1" baseline="-25000">
                  <a:latin typeface="Calibri" panose="020F0502020204030204" pitchFamily="34" charset="0"/>
                </a:rPr>
                <a:t>S</a:t>
              </a:r>
              <a:endParaRPr lang="en-US" altLang="zh-CN" sz="1000" b="1">
                <a:latin typeface="Times New Roman" panose="02020603050405020304" pitchFamily="18" charset="0"/>
              </a:endParaRPr>
            </a:p>
            <a:p>
              <a:endParaRPr lang="zh-CN" altLang="zh-CN" b="1"/>
            </a:p>
          </p:txBody>
        </p:sp>
        <p:grpSp>
          <p:nvGrpSpPr>
            <p:cNvPr id="314374" name="Group 4">
              <a:extLst>
                <a:ext uri="{FF2B5EF4-FFF2-40B4-BE49-F238E27FC236}">
                  <a16:creationId xmlns:a16="http://schemas.microsoft.com/office/drawing/2014/main" id="{1539230B-594A-4698-FD22-0FA97FE971EF}"/>
                </a:ext>
              </a:extLst>
            </p:cNvPr>
            <p:cNvGrpSpPr>
              <a:grpSpLocks/>
            </p:cNvGrpSpPr>
            <p:nvPr/>
          </p:nvGrpSpPr>
          <p:grpSpPr bwMode="auto">
            <a:xfrm>
              <a:off x="2520" y="10956"/>
              <a:ext cx="6970" cy="4128"/>
              <a:chOff x="2520" y="10956"/>
              <a:chExt cx="6970" cy="4128"/>
            </a:xfrm>
          </p:grpSpPr>
          <p:sp>
            <p:nvSpPr>
              <p:cNvPr id="314375" name="Text Box 5">
                <a:extLst>
                  <a:ext uri="{FF2B5EF4-FFF2-40B4-BE49-F238E27FC236}">
                    <a16:creationId xmlns:a16="http://schemas.microsoft.com/office/drawing/2014/main" id="{0EB03241-53AD-A9C9-BD14-A9A6DCF33212}"/>
                  </a:ext>
                </a:extLst>
              </p:cNvPr>
              <p:cNvSpPr txBox="1">
                <a:spLocks noChangeArrowheads="1"/>
              </p:cNvSpPr>
              <p:nvPr/>
            </p:nvSpPr>
            <p:spPr bwMode="auto">
              <a:xfrm>
                <a:off x="5580" y="10956"/>
                <a:ext cx="900" cy="397"/>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sz="1200" b="1">
                    <a:latin typeface="Calibri" panose="020F0502020204030204" pitchFamily="34" charset="0"/>
                  </a:rPr>
                  <a:t>系统</a:t>
                </a:r>
                <a:endParaRPr lang="zh-CN" altLang="en-US" sz="1200" b="1"/>
              </a:p>
            </p:txBody>
          </p:sp>
          <p:sp>
            <p:nvSpPr>
              <p:cNvPr id="314376" name="Line 6">
                <a:extLst>
                  <a:ext uri="{FF2B5EF4-FFF2-40B4-BE49-F238E27FC236}">
                    <a16:creationId xmlns:a16="http://schemas.microsoft.com/office/drawing/2014/main" id="{D865985B-C5DB-62DB-CBDC-45A947DB09EF}"/>
                  </a:ext>
                </a:extLst>
              </p:cNvPr>
              <p:cNvSpPr>
                <a:spLocks noChangeShapeType="1"/>
              </p:cNvSpPr>
              <p:nvPr/>
            </p:nvSpPr>
            <p:spPr bwMode="auto">
              <a:xfrm>
                <a:off x="4650" y="12963"/>
                <a:ext cx="321"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4377" name="Line 7">
                <a:extLst>
                  <a:ext uri="{FF2B5EF4-FFF2-40B4-BE49-F238E27FC236}">
                    <a16:creationId xmlns:a16="http://schemas.microsoft.com/office/drawing/2014/main" id="{D2CE43A2-FFBD-CC29-74CA-B409386D7651}"/>
                  </a:ext>
                </a:extLst>
              </p:cNvPr>
              <p:cNvSpPr>
                <a:spLocks noChangeShapeType="1"/>
              </p:cNvSpPr>
              <p:nvPr/>
            </p:nvSpPr>
            <p:spPr bwMode="auto">
              <a:xfrm>
                <a:off x="6408" y="12969"/>
                <a:ext cx="850" cy="0"/>
              </a:xfrm>
              <a:prstGeom prst="line">
                <a:avLst/>
              </a:prstGeom>
              <a:noFill/>
              <a:ln w="9525">
                <a:solidFill>
                  <a:srgbClr val="000000"/>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4378" name="Text Box 8">
                <a:extLst>
                  <a:ext uri="{FF2B5EF4-FFF2-40B4-BE49-F238E27FC236}">
                    <a16:creationId xmlns:a16="http://schemas.microsoft.com/office/drawing/2014/main" id="{DA63B8F5-6EA3-9B2D-F282-CC312C3E36FC}"/>
                  </a:ext>
                </a:extLst>
              </p:cNvPr>
              <p:cNvSpPr txBox="1">
                <a:spLocks noChangeArrowheads="1"/>
              </p:cNvSpPr>
              <p:nvPr/>
            </p:nvSpPr>
            <p:spPr bwMode="auto">
              <a:xfrm>
                <a:off x="3240" y="14544"/>
                <a:ext cx="1440" cy="397"/>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900" b="1">
                    <a:latin typeface="Calibri" panose="020F0502020204030204" pitchFamily="34" charset="0"/>
                  </a:rPr>
                  <a:t>第</a:t>
                </a:r>
                <a:r>
                  <a:rPr lang="en-US" altLang="zh-CN" sz="900" b="1">
                    <a:latin typeface="Calibri" panose="020F0502020204030204" pitchFamily="34" charset="0"/>
                  </a:rPr>
                  <a:t>1</a:t>
                </a:r>
                <a:r>
                  <a:rPr lang="zh-CN" altLang="en-US" sz="900" b="1">
                    <a:latin typeface="Calibri" panose="020F0502020204030204" pitchFamily="34" charset="0"/>
                  </a:rPr>
                  <a:t>阶段</a:t>
                </a:r>
                <a:endParaRPr lang="zh-CN" altLang="en-US" b="1"/>
              </a:p>
            </p:txBody>
          </p:sp>
          <p:sp>
            <p:nvSpPr>
              <p:cNvPr id="314379" name="Line 9">
                <a:extLst>
                  <a:ext uri="{FF2B5EF4-FFF2-40B4-BE49-F238E27FC236}">
                    <a16:creationId xmlns:a16="http://schemas.microsoft.com/office/drawing/2014/main" id="{C62D2778-C1AA-9F34-F97D-C755806F3330}"/>
                  </a:ext>
                </a:extLst>
              </p:cNvPr>
              <p:cNvSpPr>
                <a:spLocks noChangeShapeType="1"/>
              </p:cNvSpPr>
              <p:nvPr/>
            </p:nvSpPr>
            <p:spPr bwMode="auto">
              <a:xfrm>
                <a:off x="8640" y="12947"/>
                <a:ext cx="85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4380" name="Line 10">
                <a:extLst>
                  <a:ext uri="{FF2B5EF4-FFF2-40B4-BE49-F238E27FC236}">
                    <a16:creationId xmlns:a16="http://schemas.microsoft.com/office/drawing/2014/main" id="{55B3D94F-A4EF-BA67-4940-EB897C02F6F3}"/>
                  </a:ext>
                </a:extLst>
              </p:cNvPr>
              <p:cNvSpPr>
                <a:spLocks noChangeShapeType="1"/>
              </p:cNvSpPr>
              <p:nvPr/>
            </p:nvSpPr>
            <p:spPr bwMode="auto">
              <a:xfrm>
                <a:off x="2520" y="12964"/>
                <a:ext cx="68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4381" name="Text Box 11">
                <a:extLst>
                  <a:ext uri="{FF2B5EF4-FFF2-40B4-BE49-F238E27FC236}">
                    <a16:creationId xmlns:a16="http://schemas.microsoft.com/office/drawing/2014/main" id="{4E4A461A-79D9-B91D-F144-C0D5240DE12D}"/>
                  </a:ext>
                </a:extLst>
              </p:cNvPr>
              <p:cNvSpPr txBox="1">
                <a:spLocks noChangeArrowheads="1"/>
              </p:cNvSpPr>
              <p:nvPr/>
            </p:nvSpPr>
            <p:spPr bwMode="auto">
              <a:xfrm>
                <a:off x="3960" y="11509"/>
                <a:ext cx="720" cy="397"/>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000" b="1">
                    <a:latin typeface="Calibri" panose="020F0502020204030204" pitchFamily="34" charset="0"/>
                  </a:rPr>
                  <a:t>R</a:t>
                </a:r>
                <a:r>
                  <a:rPr lang="en-US" altLang="zh-CN" sz="1000" b="1" baseline="-25000">
                    <a:latin typeface="Calibri" panose="020F0502020204030204" pitchFamily="34" charset="0"/>
                  </a:rPr>
                  <a:t>1,1</a:t>
                </a:r>
                <a:endParaRPr lang="zh-CN" altLang="zh-CN" b="1"/>
              </a:p>
            </p:txBody>
          </p:sp>
          <p:sp>
            <p:nvSpPr>
              <p:cNvPr id="314382" name="Text Box 12">
                <a:extLst>
                  <a:ext uri="{FF2B5EF4-FFF2-40B4-BE49-F238E27FC236}">
                    <a16:creationId xmlns:a16="http://schemas.microsoft.com/office/drawing/2014/main" id="{D3C1961D-8747-8E49-F0DD-CE3CA2C7FF68}"/>
                  </a:ext>
                </a:extLst>
              </p:cNvPr>
              <p:cNvSpPr txBox="1">
                <a:spLocks noChangeArrowheads="1"/>
              </p:cNvSpPr>
              <p:nvPr/>
            </p:nvSpPr>
            <p:spPr bwMode="auto">
              <a:xfrm>
                <a:off x="3960" y="12048"/>
                <a:ext cx="720" cy="397"/>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000" b="1">
                    <a:latin typeface="Calibri" panose="020F0502020204030204" pitchFamily="34" charset="0"/>
                  </a:rPr>
                  <a:t>R</a:t>
                </a:r>
                <a:r>
                  <a:rPr lang="en-US" altLang="zh-CN" sz="1000" b="1" baseline="-25000">
                    <a:latin typeface="Calibri" panose="020F0502020204030204" pitchFamily="34" charset="0"/>
                  </a:rPr>
                  <a:t>1,2</a:t>
                </a:r>
                <a:endParaRPr lang="zh-CN" altLang="zh-CN" b="1"/>
              </a:p>
            </p:txBody>
          </p:sp>
          <p:sp>
            <p:nvSpPr>
              <p:cNvPr id="314383" name="Text Box 13">
                <a:extLst>
                  <a:ext uri="{FF2B5EF4-FFF2-40B4-BE49-F238E27FC236}">
                    <a16:creationId xmlns:a16="http://schemas.microsoft.com/office/drawing/2014/main" id="{2A1DCBFE-C228-4084-79D4-A3C017440AEC}"/>
                  </a:ext>
                </a:extLst>
              </p:cNvPr>
              <p:cNvSpPr txBox="1">
                <a:spLocks noChangeArrowheads="1"/>
              </p:cNvSpPr>
              <p:nvPr/>
            </p:nvSpPr>
            <p:spPr bwMode="auto">
              <a:xfrm>
                <a:off x="3900" y="12622"/>
                <a:ext cx="900" cy="397"/>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000" b="1">
                    <a:latin typeface="Calibri" panose="020F0502020204030204" pitchFamily="34" charset="0"/>
                  </a:rPr>
                  <a:t>R</a:t>
                </a:r>
                <a:r>
                  <a:rPr lang="en-US" altLang="zh-CN" sz="1000" b="1" baseline="-25000">
                    <a:latin typeface="Calibri" panose="020F0502020204030204" pitchFamily="34" charset="0"/>
                  </a:rPr>
                  <a:t>1,3</a:t>
                </a:r>
                <a:endParaRPr lang="en-US" altLang="zh-CN" sz="1000" b="1">
                  <a:latin typeface="Times New Roman" panose="02020603050405020304" pitchFamily="18" charset="0"/>
                </a:endParaRPr>
              </a:p>
              <a:p>
                <a:endParaRPr lang="zh-CN" altLang="zh-CN" b="1"/>
              </a:p>
            </p:txBody>
          </p:sp>
          <p:sp>
            <p:nvSpPr>
              <p:cNvPr id="314384" name="Text Box 14">
                <a:extLst>
                  <a:ext uri="{FF2B5EF4-FFF2-40B4-BE49-F238E27FC236}">
                    <a16:creationId xmlns:a16="http://schemas.microsoft.com/office/drawing/2014/main" id="{656E8438-24D2-E555-9282-F543864279F3}"/>
                  </a:ext>
                </a:extLst>
              </p:cNvPr>
              <p:cNvSpPr txBox="1">
                <a:spLocks noChangeArrowheads="1"/>
              </p:cNvSpPr>
              <p:nvPr/>
            </p:nvSpPr>
            <p:spPr bwMode="auto">
              <a:xfrm>
                <a:off x="3990" y="13855"/>
                <a:ext cx="720" cy="397"/>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000" b="1">
                    <a:latin typeface="Calibri" panose="020F0502020204030204" pitchFamily="34" charset="0"/>
                  </a:rPr>
                  <a:t>R</a:t>
                </a:r>
                <a:r>
                  <a:rPr lang="en-US" altLang="zh-CN" sz="1000" b="1" baseline="-25000">
                    <a:latin typeface="Calibri" panose="020F0502020204030204" pitchFamily="34" charset="0"/>
                  </a:rPr>
                  <a:t>1,n</a:t>
                </a:r>
                <a:endParaRPr lang="en-US" altLang="zh-CN" sz="1000" b="1">
                  <a:latin typeface="Times New Roman" panose="02020603050405020304" pitchFamily="18" charset="0"/>
                </a:endParaRPr>
              </a:p>
              <a:p>
                <a:endParaRPr lang="zh-CN" altLang="zh-CN" b="1"/>
              </a:p>
            </p:txBody>
          </p:sp>
          <p:sp>
            <p:nvSpPr>
              <p:cNvPr id="314385" name="Rectangle 15">
                <a:extLst>
                  <a:ext uri="{FF2B5EF4-FFF2-40B4-BE49-F238E27FC236}">
                    <a16:creationId xmlns:a16="http://schemas.microsoft.com/office/drawing/2014/main" id="{59288DC2-3772-B26B-ABBE-2A71F1F56686}"/>
                  </a:ext>
                </a:extLst>
              </p:cNvPr>
              <p:cNvSpPr>
                <a:spLocks noChangeArrowheads="1"/>
              </p:cNvSpPr>
              <p:nvPr/>
            </p:nvSpPr>
            <p:spPr bwMode="auto">
              <a:xfrm>
                <a:off x="2931" y="11399"/>
                <a:ext cx="6009" cy="3685"/>
              </a:xfrm>
              <a:prstGeom prst="rect">
                <a:avLst/>
              </a:prstGeom>
              <a:solidFill>
                <a:srgbClr val="FF9900"/>
              </a:solidFill>
              <a:ln w="9525">
                <a:solidFill>
                  <a:srgbClr val="000000"/>
                </a:solidFill>
                <a:prstDash val="dash"/>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b="1">
                  <a:latin typeface="Calibri" panose="020F0502020204030204" pitchFamily="34" charset="0"/>
                </a:endParaRPr>
              </a:p>
            </p:txBody>
          </p:sp>
          <p:sp>
            <p:nvSpPr>
              <p:cNvPr id="314386" name="Line 16">
                <a:extLst>
                  <a:ext uri="{FF2B5EF4-FFF2-40B4-BE49-F238E27FC236}">
                    <a16:creationId xmlns:a16="http://schemas.microsoft.com/office/drawing/2014/main" id="{4DEA3A26-3732-AC0E-0589-3916A9E405D3}"/>
                  </a:ext>
                </a:extLst>
              </p:cNvPr>
              <p:cNvSpPr>
                <a:spLocks noChangeShapeType="1"/>
              </p:cNvSpPr>
              <p:nvPr/>
            </p:nvSpPr>
            <p:spPr bwMode="auto">
              <a:xfrm>
                <a:off x="3210" y="11884"/>
                <a:ext cx="0" cy="23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4387" name="Line 17">
                <a:extLst>
                  <a:ext uri="{FF2B5EF4-FFF2-40B4-BE49-F238E27FC236}">
                    <a16:creationId xmlns:a16="http://schemas.microsoft.com/office/drawing/2014/main" id="{B99BDC64-22F0-9E04-BA07-450B9C546680}"/>
                  </a:ext>
                </a:extLst>
              </p:cNvPr>
              <p:cNvSpPr>
                <a:spLocks noChangeShapeType="1"/>
              </p:cNvSpPr>
              <p:nvPr/>
            </p:nvSpPr>
            <p:spPr bwMode="auto">
              <a:xfrm>
                <a:off x="3215" y="11881"/>
                <a:ext cx="141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4388" name="Line 18">
                <a:extLst>
                  <a:ext uri="{FF2B5EF4-FFF2-40B4-BE49-F238E27FC236}">
                    <a16:creationId xmlns:a16="http://schemas.microsoft.com/office/drawing/2014/main" id="{824A3DA5-AB08-7EA6-9E89-98675A7533C8}"/>
                  </a:ext>
                </a:extLst>
              </p:cNvPr>
              <p:cNvSpPr>
                <a:spLocks noChangeShapeType="1"/>
              </p:cNvSpPr>
              <p:nvPr/>
            </p:nvSpPr>
            <p:spPr bwMode="auto">
              <a:xfrm>
                <a:off x="3224" y="12406"/>
                <a:ext cx="141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4389" name="Line 19">
                <a:extLst>
                  <a:ext uri="{FF2B5EF4-FFF2-40B4-BE49-F238E27FC236}">
                    <a16:creationId xmlns:a16="http://schemas.microsoft.com/office/drawing/2014/main" id="{6939A535-BC5F-71DE-2F47-81279EE83AB2}"/>
                  </a:ext>
                </a:extLst>
              </p:cNvPr>
              <p:cNvSpPr>
                <a:spLocks noChangeShapeType="1"/>
              </p:cNvSpPr>
              <p:nvPr/>
            </p:nvSpPr>
            <p:spPr bwMode="auto">
              <a:xfrm>
                <a:off x="3224" y="12970"/>
                <a:ext cx="141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4390" name="Line 20">
                <a:extLst>
                  <a:ext uri="{FF2B5EF4-FFF2-40B4-BE49-F238E27FC236}">
                    <a16:creationId xmlns:a16="http://schemas.microsoft.com/office/drawing/2014/main" id="{92BFC611-6D74-B969-3411-805421AE1621}"/>
                  </a:ext>
                </a:extLst>
              </p:cNvPr>
              <p:cNvSpPr>
                <a:spLocks noChangeShapeType="1"/>
              </p:cNvSpPr>
              <p:nvPr/>
            </p:nvSpPr>
            <p:spPr bwMode="auto">
              <a:xfrm>
                <a:off x="3230" y="14221"/>
                <a:ext cx="141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4391" name="Line 21">
                <a:extLst>
                  <a:ext uri="{FF2B5EF4-FFF2-40B4-BE49-F238E27FC236}">
                    <a16:creationId xmlns:a16="http://schemas.microsoft.com/office/drawing/2014/main" id="{BC87E0B1-0016-40F8-5460-7FD08AC48CD2}"/>
                  </a:ext>
                </a:extLst>
              </p:cNvPr>
              <p:cNvSpPr>
                <a:spLocks noChangeShapeType="1"/>
              </p:cNvSpPr>
              <p:nvPr/>
            </p:nvSpPr>
            <p:spPr bwMode="auto">
              <a:xfrm>
                <a:off x="4640" y="11881"/>
                <a:ext cx="0" cy="23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4392" name="Text Box 22">
                <a:extLst>
                  <a:ext uri="{FF2B5EF4-FFF2-40B4-BE49-F238E27FC236}">
                    <a16:creationId xmlns:a16="http://schemas.microsoft.com/office/drawing/2014/main" id="{DDCCC30E-9CE6-FAF5-2AF6-953FD5F12790}"/>
                  </a:ext>
                </a:extLst>
              </p:cNvPr>
              <p:cNvSpPr txBox="1">
                <a:spLocks noChangeArrowheads="1"/>
              </p:cNvSpPr>
              <p:nvPr/>
            </p:nvSpPr>
            <p:spPr bwMode="auto">
              <a:xfrm>
                <a:off x="3543" y="11680"/>
                <a:ext cx="567" cy="397"/>
              </a:xfrm>
              <a:prstGeom prst="rect">
                <a:avLst/>
              </a:prstGeom>
              <a:solidFill>
                <a:srgbClr val="FF9900"/>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b="1"/>
              </a:p>
            </p:txBody>
          </p:sp>
          <p:sp>
            <p:nvSpPr>
              <p:cNvPr id="314393" name="Text Box 23">
                <a:extLst>
                  <a:ext uri="{FF2B5EF4-FFF2-40B4-BE49-F238E27FC236}">
                    <a16:creationId xmlns:a16="http://schemas.microsoft.com/office/drawing/2014/main" id="{DF9713B3-E4FF-1404-8339-5930FA63784E}"/>
                  </a:ext>
                </a:extLst>
              </p:cNvPr>
              <p:cNvSpPr txBox="1">
                <a:spLocks noChangeArrowheads="1"/>
              </p:cNvSpPr>
              <p:nvPr/>
            </p:nvSpPr>
            <p:spPr bwMode="auto">
              <a:xfrm>
                <a:off x="3558" y="12205"/>
                <a:ext cx="567" cy="397"/>
              </a:xfrm>
              <a:prstGeom prst="rect">
                <a:avLst/>
              </a:prstGeom>
              <a:solidFill>
                <a:srgbClr val="FF9900"/>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b="1"/>
              </a:p>
            </p:txBody>
          </p:sp>
          <p:sp>
            <p:nvSpPr>
              <p:cNvPr id="314394" name="Text Box 24">
                <a:extLst>
                  <a:ext uri="{FF2B5EF4-FFF2-40B4-BE49-F238E27FC236}">
                    <a16:creationId xmlns:a16="http://schemas.microsoft.com/office/drawing/2014/main" id="{8E40A209-3648-5D56-3D56-4957BD76A6EA}"/>
                  </a:ext>
                </a:extLst>
              </p:cNvPr>
              <p:cNvSpPr txBox="1">
                <a:spLocks noChangeArrowheads="1"/>
              </p:cNvSpPr>
              <p:nvPr/>
            </p:nvSpPr>
            <p:spPr bwMode="auto">
              <a:xfrm>
                <a:off x="3558" y="12763"/>
                <a:ext cx="567" cy="397"/>
              </a:xfrm>
              <a:prstGeom prst="rect">
                <a:avLst/>
              </a:prstGeom>
              <a:solidFill>
                <a:srgbClr val="FF9900"/>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b="1"/>
              </a:p>
            </p:txBody>
          </p:sp>
          <p:sp>
            <p:nvSpPr>
              <p:cNvPr id="314395" name="Text Box 25">
                <a:extLst>
                  <a:ext uri="{FF2B5EF4-FFF2-40B4-BE49-F238E27FC236}">
                    <a16:creationId xmlns:a16="http://schemas.microsoft.com/office/drawing/2014/main" id="{39B91AA1-ABD3-D6B7-9DF6-E47405925330}"/>
                  </a:ext>
                </a:extLst>
              </p:cNvPr>
              <p:cNvSpPr txBox="1">
                <a:spLocks noChangeArrowheads="1"/>
              </p:cNvSpPr>
              <p:nvPr/>
            </p:nvSpPr>
            <p:spPr bwMode="auto">
              <a:xfrm>
                <a:off x="3543" y="14020"/>
                <a:ext cx="567" cy="397"/>
              </a:xfrm>
              <a:prstGeom prst="rect">
                <a:avLst/>
              </a:prstGeom>
              <a:solidFill>
                <a:srgbClr val="FF9900"/>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b="1"/>
              </a:p>
            </p:txBody>
          </p:sp>
          <p:sp>
            <p:nvSpPr>
              <p:cNvPr id="314396" name="Text Box 26">
                <a:extLst>
                  <a:ext uri="{FF2B5EF4-FFF2-40B4-BE49-F238E27FC236}">
                    <a16:creationId xmlns:a16="http://schemas.microsoft.com/office/drawing/2014/main" id="{CFA8F822-244A-B1C7-1D39-441C0A97BD86}"/>
                  </a:ext>
                </a:extLst>
              </p:cNvPr>
              <p:cNvSpPr txBox="1">
                <a:spLocks noChangeArrowheads="1"/>
              </p:cNvSpPr>
              <p:nvPr/>
            </p:nvSpPr>
            <p:spPr bwMode="auto">
              <a:xfrm>
                <a:off x="5700" y="12038"/>
                <a:ext cx="720" cy="397"/>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000" b="1">
                    <a:latin typeface="Calibri" panose="020F0502020204030204" pitchFamily="34" charset="0"/>
                  </a:rPr>
                  <a:t>R</a:t>
                </a:r>
                <a:r>
                  <a:rPr lang="en-US" altLang="zh-CN" sz="1000" b="1" baseline="-25000">
                    <a:latin typeface="Calibri" panose="020F0502020204030204" pitchFamily="34" charset="0"/>
                  </a:rPr>
                  <a:t>2,2</a:t>
                </a:r>
                <a:endParaRPr lang="zh-CN" altLang="zh-CN" b="1"/>
              </a:p>
            </p:txBody>
          </p:sp>
          <p:sp>
            <p:nvSpPr>
              <p:cNvPr id="314397" name="Text Box 27">
                <a:extLst>
                  <a:ext uri="{FF2B5EF4-FFF2-40B4-BE49-F238E27FC236}">
                    <a16:creationId xmlns:a16="http://schemas.microsoft.com/office/drawing/2014/main" id="{E60F2641-9D1F-E5D0-ACCC-4A188124A250}"/>
                  </a:ext>
                </a:extLst>
              </p:cNvPr>
              <p:cNvSpPr txBox="1">
                <a:spLocks noChangeArrowheads="1"/>
              </p:cNvSpPr>
              <p:nvPr/>
            </p:nvSpPr>
            <p:spPr bwMode="auto">
              <a:xfrm>
                <a:off x="5640" y="12612"/>
                <a:ext cx="900" cy="397"/>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000" b="1">
                    <a:latin typeface="Calibri" panose="020F0502020204030204" pitchFamily="34" charset="0"/>
                  </a:rPr>
                  <a:t>R</a:t>
                </a:r>
                <a:r>
                  <a:rPr lang="en-US" altLang="zh-CN" sz="1000" b="1" baseline="-25000">
                    <a:latin typeface="Calibri" panose="020F0502020204030204" pitchFamily="34" charset="0"/>
                  </a:rPr>
                  <a:t>2,3</a:t>
                </a:r>
                <a:endParaRPr lang="en-US" altLang="zh-CN" sz="1000" b="1">
                  <a:latin typeface="Times New Roman" panose="02020603050405020304" pitchFamily="18" charset="0"/>
                </a:endParaRPr>
              </a:p>
              <a:p>
                <a:endParaRPr lang="zh-CN" altLang="zh-CN" b="1"/>
              </a:p>
            </p:txBody>
          </p:sp>
          <p:sp>
            <p:nvSpPr>
              <p:cNvPr id="314398" name="Text Box 28">
                <a:extLst>
                  <a:ext uri="{FF2B5EF4-FFF2-40B4-BE49-F238E27FC236}">
                    <a16:creationId xmlns:a16="http://schemas.microsoft.com/office/drawing/2014/main" id="{00034AAC-31A7-D9F0-3879-E4BD189A340F}"/>
                  </a:ext>
                </a:extLst>
              </p:cNvPr>
              <p:cNvSpPr txBox="1">
                <a:spLocks noChangeArrowheads="1"/>
              </p:cNvSpPr>
              <p:nvPr/>
            </p:nvSpPr>
            <p:spPr bwMode="auto">
              <a:xfrm>
                <a:off x="5730" y="13845"/>
                <a:ext cx="720" cy="397"/>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000" b="1">
                    <a:latin typeface="Calibri" panose="020F0502020204030204" pitchFamily="34" charset="0"/>
                  </a:rPr>
                  <a:t>R</a:t>
                </a:r>
                <a:r>
                  <a:rPr lang="en-US" altLang="zh-CN" sz="1000" b="1" baseline="-25000">
                    <a:latin typeface="Calibri" panose="020F0502020204030204" pitchFamily="34" charset="0"/>
                  </a:rPr>
                  <a:t>2,n</a:t>
                </a:r>
                <a:endParaRPr lang="en-US" altLang="zh-CN" sz="1000" b="1">
                  <a:latin typeface="Times New Roman" panose="02020603050405020304" pitchFamily="18" charset="0"/>
                </a:endParaRPr>
              </a:p>
              <a:p>
                <a:endParaRPr lang="zh-CN" altLang="zh-CN" b="1"/>
              </a:p>
            </p:txBody>
          </p:sp>
          <p:sp>
            <p:nvSpPr>
              <p:cNvPr id="314399" name="Line 29">
                <a:extLst>
                  <a:ext uri="{FF2B5EF4-FFF2-40B4-BE49-F238E27FC236}">
                    <a16:creationId xmlns:a16="http://schemas.microsoft.com/office/drawing/2014/main" id="{63DCC16C-2C43-6F76-AA6C-0030F07DC15D}"/>
                  </a:ext>
                </a:extLst>
              </p:cNvPr>
              <p:cNvSpPr>
                <a:spLocks noChangeShapeType="1"/>
              </p:cNvSpPr>
              <p:nvPr/>
            </p:nvSpPr>
            <p:spPr bwMode="auto">
              <a:xfrm>
                <a:off x="4950" y="11874"/>
                <a:ext cx="0" cy="23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4400" name="Line 30">
                <a:extLst>
                  <a:ext uri="{FF2B5EF4-FFF2-40B4-BE49-F238E27FC236}">
                    <a16:creationId xmlns:a16="http://schemas.microsoft.com/office/drawing/2014/main" id="{B96D52CA-98B2-963C-654F-92CAD0EEDD61}"/>
                  </a:ext>
                </a:extLst>
              </p:cNvPr>
              <p:cNvSpPr>
                <a:spLocks noChangeShapeType="1"/>
              </p:cNvSpPr>
              <p:nvPr/>
            </p:nvSpPr>
            <p:spPr bwMode="auto">
              <a:xfrm>
                <a:off x="4955" y="11871"/>
                <a:ext cx="141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4401" name="Line 31">
                <a:extLst>
                  <a:ext uri="{FF2B5EF4-FFF2-40B4-BE49-F238E27FC236}">
                    <a16:creationId xmlns:a16="http://schemas.microsoft.com/office/drawing/2014/main" id="{5E5EA861-7044-E43E-FBFA-56F7FD00FCB2}"/>
                  </a:ext>
                </a:extLst>
              </p:cNvPr>
              <p:cNvSpPr>
                <a:spLocks noChangeShapeType="1"/>
              </p:cNvSpPr>
              <p:nvPr/>
            </p:nvSpPr>
            <p:spPr bwMode="auto">
              <a:xfrm>
                <a:off x="4964" y="12396"/>
                <a:ext cx="141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4402" name="Line 32">
                <a:extLst>
                  <a:ext uri="{FF2B5EF4-FFF2-40B4-BE49-F238E27FC236}">
                    <a16:creationId xmlns:a16="http://schemas.microsoft.com/office/drawing/2014/main" id="{A2EDF99E-C100-0491-0E5A-927E273D092B}"/>
                  </a:ext>
                </a:extLst>
              </p:cNvPr>
              <p:cNvSpPr>
                <a:spLocks noChangeShapeType="1"/>
              </p:cNvSpPr>
              <p:nvPr/>
            </p:nvSpPr>
            <p:spPr bwMode="auto">
              <a:xfrm>
                <a:off x="4964" y="12960"/>
                <a:ext cx="141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4403" name="Line 33">
                <a:extLst>
                  <a:ext uri="{FF2B5EF4-FFF2-40B4-BE49-F238E27FC236}">
                    <a16:creationId xmlns:a16="http://schemas.microsoft.com/office/drawing/2014/main" id="{67DCFE8C-713A-524F-2AC8-37FE31BB87B0}"/>
                  </a:ext>
                </a:extLst>
              </p:cNvPr>
              <p:cNvSpPr>
                <a:spLocks noChangeShapeType="1"/>
              </p:cNvSpPr>
              <p:nvPr/>
            </p:nvSpPr>
            <p:spPr bwMode="auto">
              <a:xfrm>
                <a:off x="4970" y="14211"/>
                <a:ext cx="141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4404" name="Line 34">
                <a:extLst>
                  <a:ext uri="{FF2B5EF4-FFF2-40B4-BE49-F238E27FC236}">
                    <a16:creationId xmlns:a16="http://schemas.microsoft.com/office/drawing/2014/main" id="{F3A5DDDF-5406-0FCA-510B-92B23C001962}"/>
                  </a:ext>
                </a:extLst>
              </p:cNvPr>
              <p:cNvSpPr>
                <a:spLocks noChangeShapeType="1"/>
              </p:cNvSpPr>
              <p:nvPr/>
            </p:nvSpPr>
            <p:spPr bwMode="auto">
              <a:xfrm>
                <a:off x="6380" y="11871"/>
                <a:ext cx="0" cy="23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4405" name="Text Box 35">
                <a:extLst>
                  <a:ext uri="{FF2B5EF4-FFF2-40B4-BE49-F238E27FC236}">
                    <a16:creationId xmlns:a16="http://schemas.microsoft.com/office/drawing/2014/main" id="{397B20BF-E35F-785E-6B84-92BBFEC8EA4E}"/>
                  </a:ext>
                </a:extLst>
              </p:cNvPr>
              <p:cNvSpPr txBox="1">
                <a:spLocks noChangeArrowheads="1"/>
              </p:cNvSpPr>
              <p:nvPr/>
            </p:nvSpPr>
            <p:spPr bwMode="auto">
              <a:xfrm>
                <a:off x="5283" y="11670"/>
                <a:ext cx="567" cy="397"/>
              </a:xfrm>
              <a:prstGeom prst="rect">
                <a:avLst/>
              </a:prstGeom>
              <a:solidFill>
                <a:srgbClr val="FF9900"/>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b="1"/>
              </a:p>
            </p:txBody>
          </p:sp>
          <p:sp>
            <p:nvSpPr>
              <p:cNvPr id="314406" name="Text Box 36">
                <a:extLst>
                  <a:ext uri="{FF2B5EF4-FFF2-40B4-BE49-F238E27FC236}">
                    <a16:creationId xmlns:a16="http://schemas.microsoft.com/office/drawing/2014/main" id="{1C4AADC8-5C46-0057-12F1-0AEE1F9AA72D}"/>
                  </a:ext>
                </a:extLst>
              </p:cNvPr>
              <p:cNvSpPr txBox="1">
                <a:spLocks noChangeArrowheads="1"/>
              </p:cNvSpPr>
              <p:nvPr/>
            </p:nvSpPr>
            <p:spPr bwMode="auto">
              <a:xfrm>
                <a:off x="5298" y="12195"/>
                <a:ext cx="567" cy="397"/>
              </a:xfrm>
              <a:prstGeom prst="rect">
                <a:avLst/>
              </a:prstGeom>
              <a:solidFill>
                <a:srgbClr val="FF9900"/>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b="1"/>
              </a:p>
            </p:txBody>
          </p:sp>
          <p:sp>
            <p:nvSpPr>
              <p:cNvPr id="314407" name="Text Box 37">
                <a:extLst>
                  <a:ext uri="{FF2B5EF4-FFF2-40B4-BE49-F238E27FC236}">
                    <a16:creationId xmlns:a16="http://schemas.microsoft.com/office/drawing/2014/main" id="{E39879B6-AE17-F185-6463-9A81FA362683}"/>
                  </a:ext>
                </a:extLst>
              </p:cNvPr>
              <p:cNvSpPr txBox="1">
                <a:spLocks noChangeArrowheads="1"/>
              </p:cNvSpPr>
              <p:nvPr/>
            </p:nvSpPr>
            <p:spPr bwMode="auto">
              <a:xfrm>
                <a:off x="5298" y="12753"/>
                <a:ext cx="567" cy="397"/>
              </a:xfrm>
              <a:prstGeom prst="rect">
                <a:avLst/>
              </a:prstGeom>
              <a:solidFill>
                <a:srgbClr val="FF9900"/>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b="1"/>
              </a:p>
            </p:txBody>
          </p:sp>
          <p:sp>
            <p:nvSpPr>
              <p:cNvPr id="314408" name="Text Box 38">
                <a:extLst>
                  <a:ext uri="{FF2B5EF4-FFF2-40B4-BE49-F238E27FC236}">
                    <a16:creationId xmlns:a16="http://schemas.microsoft.com/office/drawing/2014/main" id="{DECEB0EF-4241-1422-A313-4817624AD779}"/>
                  </a:ext>
                </a:extLst>
              </p:cNvPr>
              <p:cNvSpPr txBox="1">
                <a:spLocks noChangeArrowheads="1"/>
              </p:cNvSpPr>
              <p:nvPr/>
            </p:nvSpPr>
            <p:spPr bwMode="auto">
              <a:xfrm>
                <a:off x="5283" y="14010"/>
                <a:ext cx="567" cy="397"/>
              </a:xfrm>
              <a:prstGeom prst="rect">
                <a:avLst/>
              </a:prstGeom>
              <a:solidFill>
                <a:srgbClr val="FF9900"/>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b="1"/>
              </a:p>
            </p:txBody>
          </p:sp>
          <p:sp>
            <p:nvSpPr>
              <p:cNvPr id="314409" name="Text Box 39">
                <a:extLst>
                  <a:ext uri="{FF2B5EF4-FFF2-40B4-BE49-F238E27FC236}">
                    <a16:creationId xmlns:a16="http://schemas.microsoft.com/office/drawing/2014/main" id="{65CEB10C-6ED8-9341-892D-41972D81F611}"/>
                  </a:ext>
                </a:extLst>
              </p:cNvPr>
              <p:cNvSpPr txBox="1">
                <a:spLocks noChangeArrowheads="1"/>
              </p:cNvSpPr>
              <p:nvPr/>
            </p:nvSpPr>
            <p:spPr bwMode="auto">
              <a:xfrm>
                <a:off x="7980" y="12034"/>
                <a:ext cx="720" cy="397"/>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000" b="1">
                    <a:latin typeface="Calibri" panose="020F0502020204030204" pitchFamily="34" charset="0"/>
                  </a:rPr>
                  <a:t>R</a:t>
                </a:r>
                <a:r>
                  <a:rPr lang="en-US" altLang="zh-CN" sz="1000" b="1" baseline="-25000">
                    <a:latin typeface="Calibri" panose="020F0502020204030204" pitchFamily="34" charset="0"/>
                  </a:rPr>
                  <a:t>k,2</a:t>
                </a:r>
                <a:endParaRPr lang="zh-CN" altLang="zh-CN" b="1"/>
              </a:p>
            </p:txBody>
          </p:sp>
          <p:sp>
            <p:nvSpPr>
              <p:cNvPr id="314410" name="Text Box 40">
                <a:extLst>
                  <a:ext uri="{FF2B5EF4-FFF2-40B4-BE49-F238E27FC236}">
                    <a16:creationId xmlns:a16="http://schemas.microsoft.com/office/drawing/2014/main" id="{CC20D89A-5264-388D-E9EC-6A56D7A61E29}"/>
                  </a:ext>
                </a:extLst>
              </p:cNvPr>
              <p:cNvSpPr txBox="1">
                <a:spLocks noChangeArrowheads="1"/>
              </p:cNvSpPr>
              <p:nvPr/>
            </p:nvSpPr>
            <p:spPr bwMode="auto">
              <a:xfrm>
                <a:off x="7920" y="12608"/>
                <a:ext cx="900" cy="397"/>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000" b="1">
                    <a:latin typeface="Calibri" panose="020F0502020204030204" pitchFamily="34" charset="0"/>
                  </a:rPr>
                  <a:t>R</a:t>
                </a:r>
                <a:r>
                  <a:rPr lang="en-US" altLang="zh-CN" sz="1000" b="1" baseline="-25000">
                    <a:latin typeface="Calibri" panose="020F0502020204030204" pitchFamily="34" charset="0"/>
                  </a:rPr>
                  <a:t>k,3</a:t>
                </a:r>
                <a:endParaRPr lang="en-US" altLang="zh-CN" sz="1000" b="1">
                  <a:latin typeface="Times New Roman" panose="02020603050405020304" pitchFamily="18" charset="0"/>
                </a:endParaRPr>
              </a:p>
              <a:p>
                <a:endParaRPr lang="zh-CN" altLang="zh-CN" b="1"/>
              </a:p>
            </p:txBody>
          </p:sp>
          <p:sp>
            <p:nvSpPr>
              <p:cNvPr id="314411" name="Text Box 41">
                <a:extLst>
                  <a:ext uri="{FF2B5EF4-FFF2-40B4-BE49-F238E27FC236}">
                    <a16:creationId xmlns:a16="http://schemas.microsoft.com/office/drawing/2014/main" id="{D88FA824-D499-7BBB-FEB3-7F890185A3F0}"/>
                  </a:ext>
                </a:extLst>
              </p:cNvPr>
              <p:cNvSpPr txBox="1">
                <a:spLocks noChangeArrowheads="1"/>
              </p:cNvSpPr>
              <p:nvPr/>
            </p:nvSpPr>
            <p:spPr bwMode="auto">
              <a:xfrm>
                <a:off x="8010" y="13841"/>
                <a:ext cx="720" cy="397"/>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000" b="1">
                    <a:latin typeface="Calibri" panose="020F0502020204030204" pitchFamily="34" charset="0"/>
                  </a:rPr>
                  <a:t>R</a:t>
                </a:r>
                <a:r>
                  <a:rPr lang="en-US" altLang="zh-CN" sz="1000" b="1" baseline="-25000">
                    <a:latin typeface="Calibri" panose="020F0502020204030204" pitchFamily="34" charset="0"/>
                  </a:rPr>
                  <a:t>k,n</a:t>
                </a:r>
                <a:endParaRPr lang="en-US" altLang="zh-CN" sz="1000" b="1">
                  <a:latin typeface="Times New Roman" panose="02020603050405020304" pitchFamily="18" charset="0"/>
                </a:endParaRPr>
              </a:p>
              <a:p>
                <a:endParaRPr lang="zh-CN" altLang="zh-CN" b="1"/>
              </a:p>
            </p:txBody>
          </p:sp>
          <p:sp>
            <p:nvSpPr>
              <p:cNvPr id="314412" name="Line 42">
                <a:extLst>
                  <a:ext uri="{FF2B5EF4-FFF2-40B4-BE49-F238E27FC236}">
                    <a16:creationId xmlns:a16="http://schemas.microsoft.com/office/drawing/2014/main" id="{216B5F95-002C-0E63-5C55-882A84560236}"/>
                  </a:ext>
                </a:extLst>
              </p:cNvPr>
              <p:cNvSpPr>
                <a:spLocks noChangeShapeType="1"/>
              </p:cNvSpPr>
              <p:nvPr/>
            </p:nvSpPr>
            <p:spPr bwMode="auto">
              <a:xfrm>
                <a:off x="7230" y="11870"/>
                <a:ext cx="0" cy="23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4413" name="Line 43">
                <a:extLst>
                  <a:ext uri="{FF2B5EF4-FFF2-40B4-BE49-F238E27FC236}">
                    <a16:creationId xmlns:a16="http://schemas.microsoft.com/office/drawing/2014/main" id="{87CBFB4A-F20B-3248-00E2-6ACCF302038D}"/>
                  </a:ext>
                </a:extLst>
              </p:cNvPr>
              <p:cNvSpPr>
                <a:spLocks noChangeShapeType="1"/>
              </p:cNvSpPr>
              <p:nvPr/>
            </p:nvSpPr>
            <p:spPr bwMode="auto">
              <a:xfrm>
                <a:off x="7235" y="11867"/>
                <a:ext cx="141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4414" name="Line 44">
                <a:extLst>
                  <a:ext uri="{FF2B5EF4-FFF2-40B4-BE49-F238E27FC236}">
                    <a16:creationId xmlns:a16="http://schemas.microsoft.com/office/drawing/2014/main" id="{207FAFF2-DEA3-005B-0D15-171AAE015542}"/>
                  </a:ext>
                </a:extLst>
              </p:cNvPr>
              <p:cNvSpPr>
                <a:spLocks noChangeShapeType="1"/>
              </p:cNvSpPr>
              <p:nvPr/>
            </p:nvSpPr>
            <p:spPr bwMode="auto">
              <a:xfrm>
                <a:off x="7244" y="12392"/>
                <a:ext cx="141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4415" name="Line 45">
                <a:extLst>
                  <a:ext uri="{FF2B5EF4-FFF2-40B4-BE49-F238E27FC236}">
                    <a16:creationId xmlns:a16="http://schemas.microsoft.com/office/drawing/2014/main" id="{D37A5C57-C5FB-658C-FF8F-5820DED20935}"/>
                  </a:ext>
                </a:extLst>
              </p:cNvPr>
              <p:cNvSpPr>
                <a:spLocks noChangeShapeType="1"/>
              </p:cNvSpPr>
              <p:nvPr/>
            </p:nvSpPr>
            <p:spPr bwMode="auto">
              <a:xfrm>
                <a:off x="7244" y="12956"/>
                <a:ext cx="141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4416" name="Line 46">
                <a:extLst>
                  <a:ext uri="{FF2B5EF4-FFF2-40B4-BE49-F238E27FC236}">
                    <a16:creationId xmlns:a16="http://schemas.microsoft.com/office/drawing/2014/main" id="{D8479594-89D7-B082-C6E2-137E00A26C5B}"/>
                  </a:ext>
                </a:extLst>
              </p:cNvPr>
              <p:cNvSpPr>
                <a:spLocks noChangeShapeType="1"/>
              </p:cNvSpPr>
              <p:nvPr/>
            </p:nvSpPr>
            <p:spPr bwMode="auto">
              <a:xfrm>
                <a:off x="7250" y="14207"/>
                <a:ext cx="1417"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4417" name="Line 47">
                <a:extLst>
                  <a:ext uri="{FF2B5EF4-FFF2-40B4-BE49-F238E27FC236}">
                    <a16:creationId xmlns:a16="http://schemas.microsoft.com/office/drawing/2014/main" id="{331B15D4-14DF-AAFE-ACCF-7897D23D85BD}"/>
                  </a:ext>
                </a:extLst>
              </p:cNvPr>
              <p:cNvSpPr>
                <a:spLocks noChangeShapeType="1"/>
              </p:cNvSpPr>
              <p:nvPr/>
            </p:nvSpPr>
            <p:spPr bwMode="auto">
              <a:xfrm>
                <a:off x="8660" y="11867"/>
                <a:ext cx="0" cy="234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4418" name="Text Box 48">
                <a:extLst>
                  <a:ext uri="{FF2B5EF4-FFF2-40B4-BE49-F238E27FC236}">
                    <a16:creationId xmlns:a16="http://schemas.microsoft.com/office/drawing/2014/main" id="{C7866D16-E574-E2C3-C11E-3AA0C64C4654}"/>
                  </a:ext>
                </a:extLst>
              </p:cNvPr>
              <p:cNvSpPr txBox="1">
                <a:spLocks noChangeArrowheads="1"/>
              </p:cNvSpPr>
              <p:nvPr/>
            </p:nvSpPr>
            <p:spPr bwMode="auto">
              <a:xfrm>
                <a:off x="7563" y="11666"/>
                <a:ext cx="567" cy="397"/>
              </a:xfrm>
              <a:prstGeom prst="rect">
                <a:avLst/>
              </a:prstGeom>
              <a:solidFill>
                <a:srgbClr val="FF9900"/>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b="1"/>
              </a:p>
            </p:txBody>
          </p:sp>
          <p:sp>
            <p:nvSpPr>
              <p:cNvPr id="314419" name="Text Box 49">
                <a:extLst>
                  <a:ext uri="{FF2B5EF4-FFF2-40B4-BE49-F238E27FC236}">
                    <a16:creationId xmlns:a16="http://schemas.microsoft.com/office/drawing/2014/main" id="{24CBCF11-0D7E-CE86-E382-8A92E07DABA2}"/>
                  </a:ext>
                </a:extLst>
              </p:cNvPr>
              <p:cNvSpPr txBox="1">
                <a:spLocks noChangeArrowheads="1"/>
              </p:cNvSpPr>
              <p:nvPr/>
            </p:nvSpPr>
            <p:spPr bwMode="auto">
              <a:xfrm>
                <a:off x="7578" y="12191"/>
                <a:ext cx="567" cy="397"/>
              </a:xfrm>
              <a:prstGeom prst="rect">
                <a:avLst/>
              </a:prstGeom>
              <a:solidFill>
                <a:srgbClr val="FF9900"/>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b="1"/>
              </a:p>
            </p:txBody>
          </p:sp>
          <p:sp>
            <p:nvSpPr>
              <p:cNvPr id="314420" name="Text Box 50">
                <a:extLst>
                  <a:ext uri="{FF2B5EF4-FFF2-40B4-BE49-F238E27FC236}">
                    <a16:creationId xmlns:a16="http://schemas.microsoft.com/office/drawing/2014/main" id="{883DADB9-9754-3E3D-499F-F81048506DE0}"/>
                  </a:ext>
                </a:extLst>
              </p:cNvPr>
              <p:cNvSpPr txBox="1">
                <a:spLocks noChangeArrowheads="1"/>
              </p:cNvSpPr>
              <p:nvPr/>
            </p:nvSpPr>
            <p:spPr bwMode="auto">
              <a:xfrm>
                <a:off x="7578" y="12749"/>
                <a:ext cx="567" cy="397"/>
              </a:xfrm>
              <a:prstGeom prst="rect">
                <a:avLst/>
              </a:prstGeom>
              <a:solidFill>
                <a:srgbClr val="FF9900"/>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b="1"/>
              </a:p>
            </p:txBody>
          </p:sp>
          <p:sp>
            <p:nvSpPr>
              <p:cNvPr id="314421" name="Text Box 51">
                <a:extLst>
                  <a:ext uri="{FF2B5EF4-FFF2-40B4-BE49-F238E27FC236}">
                    <a16:creationId xmlns:a16="http://schemas.microsoft.com/office/drawing/2014/main" id="{9E73CC6B-B710-A1E1-2589-0EC6D50954B0}"/>
                  </a:ext>
                </a:extLst>
              </p:cNvPr>
              <p:cNvSpPr txBox="1">
                <a:spLocks noChangeArrowheads="1"/>
              </p:cNvSpPr>
              <p:nvPr/>
            </p:nvSpPr>
            <p:spPr bwMode="auto">
              <a:xfrm>
                <a:off x="7563" y="14006"/>
                <a:ext cx="567" cy="397"/>
              </a:xfrm>
              <a:prstGeom prst="rect">
                <a:avLst/>
              </a:prstGeom>
              <a:solidFill>
                <a:srgbClr val="FF9900"/>
              </a:solidFill>
              <a:ln w="9525">
                <a:solidFill>
                  <a:srgbClr val="000000"/>
                </a:solidFill>
                <a:miter lim="800000"/>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zh-CN" b="1"/>
              </a:p>
            </p:txBody>
          </p:sp>
          <p:sp>
            <p:nvSpPr>
              <p:cNvPr id="314422" name="Text Box 52">
                <a:extLst>
                  <a:ext uri="{FF2B5EF4-FFF2-40B4-BE49-F238E27FC236}">
                    <a16:creationId xmlns:a16="http://schemas.microsoft.com/office/drawing/2014/main" id="{389DD916-85DC-60C3-2473-B489E2C8D677}"/>
                  </a:ext>
                </a:extLst>
              </p:cNvPr>
              <p:cNvSpPr txBox="1">
                <a:spLocks noChangeArrowheads="1"/>
              </p:cNvSpPr>
              <p:nvPr/>
            </p:nvSpPr>
            <p:spPr bwMode="auto">
              <a:xfrm>
                <a:off x="5715" y="11514"/>
                <a:ext cx="720" cy="397"/>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000" b="1">
                    <a:latin typeface="Calibri" panose="020F0502020204030204" pitchFamily="34" charset="0"/>
                  </a:rPr>
                  <a:t>R</a:t>
                </a:r>
                <a:r>
                  <a:rPr lang="en-US" altLang="zh-CN" sz="1000" b="1" baseline="-25000">
                    <a:latin typeface="Calibri" panose="020F0502020204030204" pitchFamily="34" charset="0"/>
                  </a:rPr>
                  <a:t>2,1</a:t>
                </a:r>
                <a:endParaRPr lang="zh-CN" altLang="zh-CN" b="1"/>
              </a:p>
            </p:txBody>
          </p:sp>
          <p:sp>
            <p:nvSpPr>
              <p:cNvPr id="314423" name="Text Box 53">
                <a:extLst>
                  <a:ext uri="{FF2B5EF4-FFF2-40B4-BE49-F238E27FC236}">
                    <a16:creationId xmlns:a16="http://schemas.microsoft.com/office/drawing/2014/main" id="{F459DCA1-2FCF-A7E7-C648-F2D883CAC497}"/>
                  </a:ext>
                </a:extLst>
              </p:cNvPr>
              <p:cNvSpPr txBox="1">
                <a:spLocks noChangeArrowheads="1"/>
              </p:cNvSpPr>
              <p:nvPr/>
            </p:nvSpPr>
            <p:spPr bwMode="auto">
              <a:xfrm>
                <a:off x="7980" y="11514"/>
                <a:ext cx="720" cy="397"/>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1000" b="1">
                    <a:latin typeface="Calibri" panose="020F0502020204030204" pitchFamily="34" charset="0"/>
                  </a:rPr>
                  <a:t>R</a:t>
                </a:r>
                <a:r>
                  <a:rPr lang="en-US" altLang="zh-CN" sz="1000" b="1" baseline="-25000">
                    <a:latin typeface="Calibri" panose="020F0502020204030204" pitchFamily="34" charset="0"/>
                  </a:rPr>
                  <a:t>k,1</a:t>
                </a:r>
                <a:endParaRPr lang="zh-CN" altLang="zh-CN" b="1"/>
              </a:p>
            </p:txBody>
          </p:sp>
          <p:sp>
            <p:nvSpPr>
              <p:cNvPr id="314424" name="Text Box 54">
                <a:extLst>
                  <a:ext uri="{FF2B5EF4-FFF2-40B4-BE49-F238E27FC236}">
                    <a16:creationId xmlns:a16="http://schemas.microsoft.com/office/drawing/2014/main" id="{86F00ECC-BE0B-5BA5-921D-DFDCD6E6DB2E}"/>
                  </a:ext>
                </a:extLst>
              </p:cNvPr>
              <p:cNvSpPr txBox="1">
                <a:spLocks noChangeArrowheads="1"/>
              </p:cNvSpPr>
              <p:nvPr/>
            </p:nvSpPr>
            <p:spPr bwMode="auto">
              <a:xfrm>
                <a:off x="4935" y="14544"/>
                <a:ext cx="1440" cy="397"/>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900" b="1">
                    <a:latin typeface="Calibri" panose="020F0502020204030204" pitchFamily="34" charset="0"/>
                  </a:rPr>
                  <a:t>第</a:t>
                </a:r>
                <a:r>
                  <a:rPr lang="en-US" altLang="zh-CN" sz="900" b="1">
                    <a:latin typeface="Calibri" panose="020F0502020204030204" pitchFamily="34" charset="0"/>
                  </a:rPr>
                  <a:t>2</a:t>
                </a:r>
                <a:r>
                  <a:rPr lang="zh-CN" altLang="en-US" sz="900" b="1">
                    <a:latin typeface="Calibri" panose="020F0502020204030204" pitchFamily="34" charset="0"/>
                  </a:rPr>
                  <a:t>阶段</a:t>
                </a:r>
                <a:endParaRPr lang="zh-CN" altLang="en-US" b="1"/>
              </a:p>
            </p:txBody>
          </p:sp>
          <p:sp>
            <p:nvSpPr>
              <p:cNvPr id="314425" name="Text Box 55">
                <a:extLst>
                  <a:ext uri="{FF2B5EF4-FFF2-40B4-BE49-F238E27FC236}">
                    <a16:creationId xmlns:a16="http://schemas.microsoft.com/office/drawing/2014/main" id="{ECA1AA08-3369-EFE7-F4E9-D5B71A63FB80}"/>
                  </a:ext>
                </a:extLst>
              </p:cNvPr>
              <p:cNvSpPr txBox="1">
                <a:spLocks noChangeArrowheads="1"/>
              </p:cNvSpPr>
              <p:nvPr/>
            </p:nvSpPr>
            <p:spPr bwMode="auto">
              <a:xfrm>
                <a:off x="7200" y="14544"/>
                <a:ext cx="1440" cy="397"/>
              </a:xfrm>
              <a:prstGeom prst="rect">
                <a:avLst/>
              </a:prstGeom>
              <a:solidFill>
                <a:srgbClr val="FF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sz="900" b="1">
                    <a:latin typeface="Calibri" panose="020F0502020204030204" pitchFamily="34" charset="0"/>
                  </a:rPr>
                  <a:t>第</a:t>
                </a:r>
                <a:r>
                  <a:rPr lang="en-US" altLang="zh-CN" sz="900" b="1">
                    <a:latin typeface="Calibri" panose="020F0502020204030204" pitchFamily="34" charset="0"/>
                  </a:rPr>
                  <a:t>k</a:t>
                </a:r>
                <a:r>
                  <a:rPr lang="zh-CN" altLang="en-US" sz="900" b="1">
                    <a:latin typeface="Calibri" panose="020F0502020204030204" pitchFamily="34" charset="0"/>
                  </a:rPr>
                  <a:t>阶段</a:t>
                </a:r>
                <a:endParaRPr lang="zh-CN" altLang="en-US" b="1"/>
              </a:p>
            </p:txBody>
          </p:sp>
        </p:grpSp>
      </p:grpSp>
      <p:sp>
        <p:nvSpPr>
          <p:cNvPr id="314426" name="矩形 57">
            <a:extLst>
              <a:ext uri="{FF2B5EF4-FFF2-40B4-BE49-F238E27FC236}">
                <a16:creationId xmlns:a16="http://schemas.microsoft.com/office/drawing/2014/main" id="{BE2B450C-B30B-8377-75D4-024753638323}"/>
              </a:ext>
            </a:extLst>
          </p:cNvPr>
          <p:cNvSpPr>
            <a:spLocks noChangeArrowheads="1"/>
          </p:cNvSpPr>
          <p:nvPr/>
        </p:nvSpPr>
        <p:spPr bwMode="auto">
          <a:xfrm>
            <a:off x="1835150" y="6237288"/>
            <a:ext cx="62150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a:latin typeface="Calibri" panose="020F0502020204030204" pitchFamily="34" charset="0"/>
              </a:rPr>
              <a:t>图</a:t>
            </a:r>
            <a:r>
              <a:rPr lang="en-US" altLang="zh-CN">
                <a:latin typeface="Calibri" panose="020F0502020204030204" pitchFamily="34" charset="0"/>
              </a:rPr>
              <a:t>10</a:t>
            </a:r>
            <a:r>
              <a:rPr lang="zh-CN" altLang="en-US">
                <a:latin typeface="Calibri" panose="020F0502020204030204" pitchFamily="34" charset="0"/>
              </a:rPr>
              <a:t>－</a:t>
            </a:r>
            <a:r>
              <a:rPr lang="en-US" altLang="zh-CN">
                <a:latin typeface="Calibri" panose="020F0502020204030204" pitchFamily="34" charset="0"/>
              </a:rPr>
              <a:t>4</a:t>
            </a:r>
            <a:r>
              <a:rPr lang="zh-CN" altLang="en-US">
                <a:latin typeface="Calibri" panose="020F0502020204030204" pitchFamily="34" charset="0"/>
              </a:rPr>
              <a:t>　</a:t>
            </a:r>
            <a:r>
              <a:rPr lang="en-US" altLang="zh-CN">
                <a:latin typeface="Calibri" panose="020F0502020204030204" pitchFamily="34" charset="0"/>
              </a:rPr>
              <a:t>k</a:t>
            </a:r>
            <a:r>
              <a:rPr lang="zh-CN" altLang="en-US">
                <a:latin typeface="Calibri" panose="020F0502020204030204" pitchFamily="34" charset="0"/>
              </a:rPr>
              <a:t>级串联，第</a:t>
            </a:r>
            <a:r>
              <a:rPr lang="en-US" altLang="zh-CN">
                <a:latin typeface="Calibri" panose="020F0502020204030204" pitchFamily="34" charset="0"/>
              </a:rPr>
              <a:t>i</a:t>
            </a:r>
            <a:r>
              <a:rPr lang="zh-CN" altLang="en-US">
                <a:latin typeface="Calibri" panose="020F0502020204030204" pitchFamily="34" charset="0"/>
              </a:rPr>
              <a:t>级有</a:t>
            </a:r>
            <a:r>
              <a:rPr lang="en-US" altLang="zh-CN">
                <a:latin typeface="Calibri" panose="020F0502020204030204" pitchFamily="34" charset="0"/>
              </a:rPr>
              <a:t>n</a:t>
            </a:r>
            <a:r>
              <a:rPr lang="en-US" altLang="zh-CN" baseline="-25000">
                <a:latin typeface="Calibri" panose="020F0502020204030204" pitchFamily="34" charset="0"/>
              </a:rPr>
              <a:t>i</a:t>
            </a:r>
            <a:r>
              <a:rPr lang="zh-CN" altLang="en-US">
                <a:latin typeface="Calibri" panose="020F0502020204030204" pitchFamily="34" charset="0"/>
              </a:rPr>
              <a:t>个并联机件的综合配置</a:t>
            </a:r>
          </a:p>
        </p:txBody>
      </p:sp>
      <p:graphicFrame>
        <p:nvGraphicFramePr>
          <p:cNvPr id="314427" name="Object 56">
            <a:extLst>
              <a:ext uri="{FF2B5EF4-FFF2-40B4-BE49-F238E27FC236}">
                <a16:creationId xmlns:a16="http://schemas.microsoft.com/office/drawing/2014/main" id="{DEF0FC44-77E5-21F9-FF84-8DA65C4E87AA}"/>
              </a:ext>
            </a:extLst>
          </p:cNvPr>
          <p:cNvGraphicFramePr>
            <a:graphicFrameLocks noChangeAspect="1"/>
          </p:cNvGraphicFramePr>
          <p:nvPr/>
        </p:nvGraphicFramePr>
        <p:xfrm>
          <a:off x="3214688" y="2835275"/>
          <a:ext cx="1857375" cy="522288"/>
        </p:xfrm>
        <a:graphic>
          <a:graphicData uri="http://schemas.openxmlformats.org/presentationml/2006/ole">
            <mc:AlternateContent xmlns:mc="http://schemas.openxmlformats.org/markup-compatibility/2006">
              <mc:Choice xmlns:v="urn:schemas-microsoft-com:vml" Requires="v">
                <p:oleObj name="公式" r:id="rId2" imgW="1371600" imgH="380880" progId="Equation.3">
                  <p:embed/>
                </p:oleObj>
              </mc:Choice>
              <mc:Fallback>
                <p:oleObj name="公式" r:id="rId2" imgW="1371600" imgH="380880" progId="Equation.3">
                  <p:embed/>
                  <p:pic>
                    <p:nvPicPr>
                      <p:cNvPr id="0" name="Object 5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4688" y="2835275"/>
                        <a:ext cx="1857375" cy="522288"/>
                      </a:xfrm>
                      <a:prstGeom prst="rect">
                        <a:avLst/>
                      </a:prstGeom>
                      <a:solidFill>
                        <a:srgbClr val="FFCC00"/>
                      </a:solidFill>
                      <a:ln>
                        <a:noFill/>
                      </a:ln>
                      <a:effectLst/>
                      <a:extLst>
                        <a:ext uri="{91240B29-F687-4F45-9708-019B960494DF}">
                          <a14:hiddenLine xmlns:a14="http://schemas.microsoft.com/office/drawing/2010/main" w="9525">
                            <a:solidFill>
                              <a:srgbClr val="00264C"/>
                            </a:solidFill>
                            <a:miter lim="800000"/>
                            <a:headEnd/>
                            <a:tailEnd/>
                          </a14:hiddenLine>
                        </a:ext>
                        <a:ext uri="{AF507438-7753-43E0-B8FC-AC1667EBCBE1}">
                          <a14:hiddenEffects xmlns:a14="http://schemas.microsoft.com/office/drawing/2010/main">
                            <a:effectLst>
                              <a:outerShdw dist="35921" dir="2700000" algn="ctr" rotWithShape="0">
                                <a:srgbClr val="333333"/>
                              </a:outerShdw>
                            </a:effectLst>
                          </a14:hiddenEffects>
                        </a:ext>
                      </a:extLst>
                    </p:spPr>
                  </p:pic>
                </p:oleObj>
              </mc:Fallback>
            </mc:AlternateContent>
          </a:graphicData>
        </a:graphic>
      </p:graphicFrame>
    </p:spTree>
  </p:cSld>
  <p:clrMapOvr>
    <a:masterClrMapping/>
  </p:clrMapOvr>
  <p:transition spd="slow">
    <p:strips dir="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6271FAD8-8FE9-0D4C-85A7-F794247CAFDB}"/>
              </a:ext>
            </a:extLst>
          </p:cNvPr>
          <p:cNvSpPr>
            <a:spLocks noGrp="1"/>
          </p:cNvSpPr>
          <p:nvPr>
            <p:ph type="dt" sz="half" idx="10"/>
          </p:nvPr>
        </p:nvSpPr>
        <p:spPr/>
        <p:txBody>
          <a:bodyPr/>
          <a:lstStyle/>
          <a:p>
            <a:r>
              <a:rPr lang="zh-CN" altLang="en-US"/>
              <a:t>讲义制作：李丽，陈志祥审</a:t>
            </a:r>
            <a:endParaRPr lang="en-US" altLang="zh-CN"/>
          </a:p>
        </p:txBody>
      </p:sp>
      <p:pic>
        <p:nvPicPr>
          <p:cNvPr id="315394" name="Picture 2">
            <a:extLst>
              <a:ext uri="{FF2B5EF4-FFF2-40B4-BE49-F238E27FC236}">
                <a16:creationId xmlns:a16="http://schemas.microsoft.com/office/drawing/2014/main" id="{A503F3BF-C5A3-9154-0CF3-1E3A833ECD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862" t="16864" r="31619" b="53757"/>
          <a:stretch>
            <a:fillRect/>
          </a:stretch>
        </p:blipFill>
        <p:spPr bwMode="auto">
          <a:xfrm>
            <a:off x="254000" y="1050925"/>
            <a:ext cx="8351838" cy="3035300"/>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strips dir="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ECB22A34-DEA6-5BC0-6433-B359320AEF0E}"/>
              </a:ext>
            </a:extLst>
          </p:cNvPr>
          <p:cNvSpPr>
            <a:spLocks noGrp="1"/>
          </p:cNvSpPr>
          <p:nvPr>
            <p:ph type="dt" sz="half" idx="10"/>
          </p:nvPr>
        </p:nvSpPr>
        <p:spPr/>
        <p:txBody>
          <a:bodyPr/>
          <a:lstStyle/>
          <a:p>
            <a:r>
              <a:rPr lang="zh-CN" altLang="en-US"/>
              <a:t>讲义制作：李丽，陈志祥审</a:t>
            </a:r>
            <a:endParaRPr lang="en-US" altLang="zh-CN"/>
          </a:p>
        </p:txBody>
      </p:sp>
      <p:pic>
        <p:nvPicPr>
          <p:cNvPr id="332802" name="Picture 2">
            <a:extLst>
              <a:ext uri="{FF2B5EF4-FFF2-40B4-BE49-F238E27FC236}">
                <a16:creationId xmlns:a16="http://schemas.microsoft.com/office/drawing/2014/main" id="{5370F474-3461-DE3E-25DB-B226E255D0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847" t="49545" r="32143" b="8333"/>
          <a:stretch>
            <a:fillRect/>
          </a:stretch>
        </p:blipFill>
        <p:spPr bwMode="auto">
          <a:xfrm>
            <a:off x="611188" y="836613"/>
            <a:ext cx="7705725" cy="405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strips dir="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3AA457A-1B1B-8EB1-5DEE-85644E8C13B9}"/>
              </a:ext>
            </a:extLst>
          </p:cNvPr>
          <p:cNvSpPr>
            <a:spLocks noGrp="1"/>
          </p:cNvSpPr>
          <p:nvPr>
            <p:ph type="dt" sz="half" idx="10"/>
          </p:nvPr>
        </p:nvSpPr>
        <p:spPr/>
        <p:txBody>
          <a:bodyPr/>
          <a:lstStyle/>
          <a:p>
            <a:r>
              <a:rPr lang="zh-CN" altLang="en-US"/>
              <a:t>讲义制作：李丽，陈志祥审</a:t>
            </a:r>
            <a:endParaRPr lang="en-US" altLang="zh-CN"/>
          </a:p>
        </p:txBody>
      </p:sp>
      <p:sp>
        <p:nvSpPr>
          <p:cNvPr id="338946" name="标题 1">
            <a:extLst>
              <a:ext uri="{FF2B5EF4-FFF2-40B4-BE49-F238E27FC236}">
                <a16:creationId xmlns:a16="http://schemas.microsoft.com/office/drawing/2014/main" id="{D0520671-C8B9-1171-DF6A-DEB7579B3A34}"/>
              </a:ext>
            </a:extLst>
          </p:cNvPr>
          <p:cNvSpPr>
            <a:spLocks noGrp="1"/>
          </p:cNvSpPr>
          <p:nvPr>
            <p:ph type="title" idx="4294967295"/>
          </p:nvPr>
        </p:nvSpPr>
        <p:spPr/>
        <p:txBody>
          <a:bodyPr/>
          <a:lstStyle/>
          <a:p>
            <a:r>
              <a:rPr lang="zh-CN" altLang="en-US" b="1"/>
              <a:t>二、 零件磨损与设备故障规律</a:t>
            </a:r>
            <a:endParaRPr lang="zh-CN" altLang="en-US"/>
          </a:p>
        </p:txBody>
      </p:sp>
      <p:sp>
        <p:nvSpPr>
          <p:cNvPr id="338947" name="内容占位符 2">
            <a:extLst>
              <a:ext uri="{FF2B5EF4-FFF2-40B4-BE49-F238E27FC236}">
                <a16:creationId xmlns:a16="http://schemas.microsoft.com/office/drawing/2014/main" id="{CEA294CD-873A-95AC-1D62-48EF25E7F634}"/>
              </a:ext>
            </a:extLst>
          </p:cNvPr>
          <p:cNvSpPr>
            <a:spLocks noGrp="1"/>
          </p:cNvSpPr>
          <p:nvPr>
            <p:ph idx="4294967295"/>
          </p:nvPr>
        </p:nvSpPr>
        <p:spPr>
          <a:xfrm>
            <a:off x="611188" y="1557338"/>
            <a:ext cx="7488237" cy="2686050"/>
          </a:xfrm>
        </p:spPr>
        <p:txBody>
          <a:bodyPr/>
          <a:lstStyle/>
          <a:p>
            <a:pPr marL="609600" indent="-609600">
              <a:buFontTx/>
              <a:buAutoNum type="arabicPeriod"/>
            </a:pPr>
            <a:r>
              <a:rPr lang="zh-CN" altLang="en-US" b="1"/>
              <a:t>零件磨损规律</a:t>
            </a:r>
          </a:p>
          <a:p>
            <a:pPr marL="609600" indent="-609600">
              <a:buFontTx/>
              <a:buAutoNum type="arabicPeriod"/>
            </a:pPr>
            <a:r>
              <a:rPr lang="zh-CN" altLang="en-US" b="1"/>
              <a:t>设备故障曲线</a:t>
            </a:r>
          </a:p>
          <a:p>
            <a:pPr marL="609600" indent="-609600">
              <a:buFontTx/>
              <a:buNone/>
            </a:pPr>
            <a:endParaRPr lang="zh-CN" altLang="en-US" sz="2400" b="1"/>
          </a:p>
          <a:p>
            <a:pPr marL="609600" indent="-609600">
              <a:buFontTx/>
              <a:buNone/>
            </a:pPr>
            <a:endParaRPr lang="zh-CN" altLang="en-US" b="1"/>
          </a:p>
          <a:p>
            <a:pPr marL="609600" indent="-609600">
              <a:buFontTx/>
              <a:buNone/>
            </a:pPr>
            <a:endParaRPr lang="zh-CN" altLang="en-US"/>
          </a:p>
          <a:p>
            <a:pPr marL="609600" indent="-609600">
              <a:buFontTx/>
              <a:buNone/>
            </a:pPr>
            <a:endParaRPr lang="zh-CN" altLang="en-US"/>
          </a:p>
          <a:p>
            <a:pPr marL="609600" indent="-609600">
              <a:buFontTx/>
              <a:buNone/>
            </a:pPr>
            <a:endParaRPr lang="en-US" altLang="zh-CN"/>
          </a:p>
        </p:txBody>
      </p:sp>
    </p:spTree>
  </p:cSld>
  <p:clrMapOvr>
    <a:masterClrMapping/>
  </p:clrMapOvr>
  <p:transition spd="slow">
    <p:strips dir="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BF8C2B3-1FDF-8430-E97B-E06A2A523685}"/>
              </a:ext>
            </a:extLst>
          </p:cNvPr>
          <p:cNvSpPr>
            <a:spLocks noGrp="1"/>
          </p:cNvSpPr>
          <p:nvPr>
            <p:ph type="dt" sz="half" idx="10"/>
          </p:nvPr>
        </p:nvSpPr>
        <p:spPr/>
        <p:txBody>
          <a:bodyPr/>
          <a:lstStyle/>
          <a:p>
            <a:r>
              <a:rPr lang="zh-CN" altLang="en-US"/>
              <a:t>讲义制作：李丽，陈志祥审</a:t>
            </a:r>
            <a:endParaRPr lang="en-US" altLang="zh-CN"/>
          </a:p>
        </p:txBody>
      </p:sp>
      <p:sp>
        <p:nvSpPr>
          <p:cNvPr id="316418" name="标题 1">
            <a:extLst>
              <a:ext uri="{FF2B5EF4-FFF2-40B4-BE49-F238E27FC236}">
                <a16:creationId xmlns:a16="http://schemas.microsoft.com/office/drawing/2014/main" id="{12B9488C-0CDB-ABD5-3B8E-AE74DC6D4464}"/>
              </a:ext>
            </a:extLst>
          </p:cNvPr>
          <p:cNvSpPr>
            <a:spLocks noGrp="1"/>
          </p:cNvSpPr>
          <p:nvPr>
            <p:ph type="title" idx="4294967295"/>
          </p:nvPr>
        </p:nvSpPr>
        <p:spPr/>
        <p:txBody>
          <a:bodyPr/>
          <a:lstStyle/>
          <a:p>
            <a:r>
              <a:rPr lang="en-US" altLang="zh-CN" b="1"/>
              <a:t>1. </a:t>
            </a:r>
            <a:r>
              <a:rPr lang="zh-CN" altLang="en-US" b="1"/>
              <a:t>零件磨损规律</a:t>
            </a:r>
          </a:p>
        </p:txBody>
      </p:sp>
      <p:sp>
        <p:nvSpPr>
          <p:cNvPr id="316419" name="内容占位符 2">
            <a:extLst>
              <a:ext uri="{FF2B5EF4-FFF2-40B4-BE49-F238E27FC236}">
                <a16:creationId xmlns:a16="http://schemas.microsoft.com/office/drawing/2014/main" id="{2B69215B-E620-AC95-43CF-2AFA5C9C9DB9}"/>
              </a:ext>
            </a:extLst>
          </p:cNvPr>
          <p:cNvSpPr>
            <a:spLocks noGrp="1"/>
          </p:cNvSpPr>
          <p:nvPr>
            <p:ph idx="4294967295"/>
          </p:nvPr>
        </p:nvSpPr>
        <p:spPr>
          <a:xfrm>
            <a:off x="611188" y="1052513"/>
            <a:ext cx="7488237" cy="2686050"/>
          </a:xfrm>
        </p:spPr>
        <p:txBody>
          <a:bodyPr/>
          <a:lstStyle/>
          <a:p>
            <a:pPr>
              <a:buFontTx/>
              <a:buNone/>
            </a:pPr>
            <a:endParaRPr lang="en-US" altLang="zh-CN" b="1"/>
          </a:p>
          <a:p>
            <a:pPr>
              <a:buFontTx/>
              <a:buNone/>
            </a:pPr>
            <a:r>
              <a:rPr lang="zh-CN" altLang="en-US" sz="2400" b="1"/>
              <a:t>（</a:t>
            </a:r>
            <a:r>
              <a:rPr lang="en-US" altLang="zh-CN" sz="2400" b="1"/>
              <a:t>1</a:t>
            </a:r>
            <a:r>
              <a:rPr lang="zh-CN" altLang="en-US" sz="2400" b="1"/>
              <a:t>）初期磨损期：</a:t>
            </a:r>
          </a:p>
          <a:p>
            <a:pPr>
              <a:buFontTx/>
              <a:buNone/>
            </a:pPr>
            <a:r>
              <a:rPr lang="zh-CN" altLang="en-US" sz="2400" b="1"/>
              <a:t>         零件在投入使用的初期，一般会存在一个“磨合”或“跑合”的阶段。</a:t>
            </a:r>
          </a:p>
          <a:p>
            <a:pPr>
              <a:buFontTx/>
              <a:buNone/>
            </a:pPr>
            <a:r>
              <a:rPr lang="zh-CN" altLang="en-US" sz="2400" b="1"/>
              <a:t>（</a:t>
            </a:r>
            <a:r>
              <a:rPr lang="en-US" altLang="zh-CN" sz="2400" b="1"/>
              <a:t>2</a:t>
            </a:r>
            <a:r>
              <a:rPr lang="zh-CN" altLang="en-US" sz="2400" b="1"/>
              <a:t>）正常磨损期：</a:t>
            </a:r>
          </a:p>
          <a:p>
            <a:pPr>
              <a:buFontTx/>
              <a:buNone/>
            </a:pPr>
            <a:r>
              <a:rPr lang="zh-CN" altLang="en-US" sz="2400" b="1"/>
              <a:t>          经过初期磨损期，如果设备工作条件正常，它应该能在一个较长时间内正常运转，故障率很低，这个阶段就是正常磨损期。</a:t>
            </a:r>
          </a:p>
          <a:p>
            <a:pPr>
              <a:buFontTx/>
              <a:buNone/>
            </a:pPr>
            <a:r>
              <a:rPr lang="zh-CN" altLang="en-US" sz="2400" b="1"/>
              <a:t>（</a:t>
            </a:r>
            <a:r>
              <a:rPr lang="en-US" altLang="zh-CN" sz="2400" b="1"/>
              <a:t>3</a:t>
            </a:r>
            <a:r>
              <a:rPr lang="zh-CN" altLang="en-US" sz="2400" b="1"/>
              <a:t>）急剧磨损期：</a:t>
            </a:r>
          </a:p>
          <a:p>
            <a:pPr>
              <a:buFontTx/>
              <a:buNone/>
            </a:pPr>
            <a:r>
              <a:rPr lang="zh-CN" altLang="en-US" sz="2400" b="1"/>
              <a:t>          当设备使用一定时期，机器故障增加。这个时期的零件磨损叫急剧磨损期。</a:t>
            </a:r>
          </a:p>
          <a:p>
            <a:pPr>
              <a:buFontTx/>
              <a:buNone/>
            </a:pPr>
            <a:endParaRPr lang="zh-CN" altLang="en-US" b="1"/>
          </a:p>
          <a:p>
            <a:pPr>
              <a:buFontTx/>
              <a:buNone/>
            </a:pPr>
            <a:endParaRPr lang="zh-CN" altLang="en-US"/>
          </a:p>
          <a:p>
            <a:pPr>
              <a:buFontTx/>
              <a:buNone/>
            </a:pPr>
            <a:endParaRPr lang="zh-CN" altLang="en-US"/>
          </a:p>
          <a:p>
            <a:pPr>
              <a:buFontTx/>
              <a:buNone/>
            </a:pPr>
            <a:endParaRPr lang="en-US" altLang="zh-CN"/>
          </a:p>
        </p:txBody>
      </p:sp>
    </p:spTree>
  </p:cSld>
  <p:clrMapOvr>
    <a:masterClrMapping/>
  </p:clrMapOvr>
  <p:transition spd="slow">
    <p:strips dir="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F2F9E81-6908-D312-BB19-2D16E56E7068}"/>
              </a:ext>
            </a:extLst>
          </p:cNvPr>
          <p:cNvSpPr>
            <a:spLocks noGrp="1"/>
          </p:cNvSpPr>
          <p:nvPr>
            <p:ph type="dt" sz="half" idx="10"/>
          </p:nvPr>
        </p:nvSpPr>
        <p:spPr/>
        <p:txBody>
          <a:bodyPr/>
          <a:lstStyle/>
          <a:p>
            <a:r>
              <a:rPr lang="zh-CN" altLang="en-US"/>
              <a:t>讲义制作：李丽，陈志祥审</a:t>
            </a:r>
            <a:endParaRPr lang="en-US" altLang="zh-CN"/>
          </a:p>
        </p:txBody>
      </p:sp>
      <p:sp>
        <p:nvSpPr>
          <p:cNvPr id="317442" name="标题 1">
            <a:extLst>
              <a:ext uri="{FF2B5EF4-FFF2-40B4-BE49-F238E27FC236}">
                <a16:creationId xmlns:a16="http://schemas.microsoft.com/office/drawing/2014/main" id="{3F113911-B5FF-82AA-C3C0-13ADC43C1FB4}"/>
              </a:ext>
            </a:extLst>
          </p:cNvPr>
          <p:cNvSpPr>
            <a:spLocks noGrp="1"/>
          </p:cNvSpPr>
          <p:nvPr>
            <p:ph type="title" idx="4294967295"/>
          </p:nvPr>
        </p:nvSpPr>
        <p:spPr/>
        <p:txBody>
          <a:bodyPr/>
          <a:lstStyle/>
          <a:p>
            <a:r>
              <a:rPr lang="en-US" altLang="zh-CN" b="1">
                <a:solidFill>
                  <a:schemeClr val="tx1"/>
                </a:solidFill>
                <a:effectLst/>
              </a:rPr>
              <a:t>2. </a:t>
            </a:r>
            <a:r>
              <a:rPr lang="zh-CN" altLang="en-US" b="1">
                <a:solidFill>
                  <a:schemeClr val="tx1"/>
                </a:solidFill>
                <a:effectLst/>
              </a:rPr>
              <a:t>设备故障曲线</a:t>
            </a:r>
            <a:endParaRPr lang="zh-CN" altLang="en-US" b="1"/>
          </a:p>
        </p:txBody>
      </p:sp>
      <p:sp>
        <p:nvSpPr>
          <p:cNvPr id="317443" name="TextBox 3">
            <a:extLst>
              <a:ext uri="{FF2B5EF4-FFF2-40B4-BE49-F238E27FC236}">
                <a16:creationId xmlns:a16="http://schemas.microsoft.com/office/drawing/2014/main" id="{9E0477B9-9C07-8BB2-47DF-BFC16D4864C3}"/>
              </a:ext>
            </a:extLst>
          </p:cNvPr>
          <p:cNvSpPr txBox="1">
            <a:spLocks noChangeArrowheads="1"/>
          </p:cNvSpPr>
          <p:nvPr/>
        </p:nvSpPr>
        <p:spPr bwMode="auto">
          <a:xfrm>
            <a:off x="357188" y="1357313"/>
            <a:ext cx="8286750" cy="188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en-US" altLang="zh-CN" sz="2800" b="1"/>
          </a:p>
          <a:p>
            <a:r>
              <a:rPr lang="en-US" altLang="zh-CN" sz="2400">
                <a:latin typeface="Calibri" panose="020F0502020204030204" pitchFamily="34" charset="0"/>
              </a:rPr>
              <a:t>        </a:t>
            </a:r>
            <a:r>
              <a:rPr lang="zh-CN" altLang="en-US" sz="2400">
                <a:latin typeface="Calibri" panose="020F0502020204030204" pitchFamily="34" charset="0"/>
              </a:rPr>
              <a:t>设备的故障率随使用时间的推移有明显的变化，其形状如图</a:t>
            </a:r>
            <a:r>
              <a:rPr lang="en-US" altLang="zh-CN" sz="2400">
                <a:latin typeface="Calibri" panose="020F0502020204030204" pitchFamily="34" charset="0"/>
              </a:rPr>
              <a:t>10</a:t>
            </a:r>
            <a:r>
              <a:rPr lang="zh-CN" altLang="en-US" sz="2400">
                <a:latin typeface="Calibri" panose="020F0502020204030204" pitchFamily="34" charset="0"/>
              </a:rPr>
              <a:t>－</a:t>
            </a:r>
            <a:r>
              <a:rPr lang="en-US" altLang="zh-CN" sz="2400">
                <a:latin typeface="Calibri" panose="020F0502020204030204" pitchFamily="34" charset="0"/>
              </a:rPr>
              <a:t>6</a:t>
            </a:r>
            <a:r>
              <a:rPr lang="zh-CN" altLang="en-US" sz="2400">
                <a:latin typeface="Calibri" panose="020F0502020204030204" pitchFamily="34" charset="0"/>
              </a:rPr>
              <a:t>所示。由于典型的故障曲线的形状与浴盆相似，故又称为浴盆曲线。</a:t>
            </a:r>
          </a:p>
          <a:p>
            <a:endParaRPr lang="en-US" altLang="zh-CN">
              <a:latin typeface="Calibri" panose="020F0502020204030204" pitchFamily="34" charset="0"/>
            </a:endParaRPr>
          </a:p>
        </p:txBody>
      </p:sp>
      <p:sp>
        <p:nvSpPr>
          <p:cNvPr id="317452" name="Rectangle 10">
            <a:extLst>
              <a:ext uri="{FF2B5EF4-FFF2-40B4-BE49-F238E27FC236}">
                <a16:creationId xmlns:a16="http://schemas.microsoft.com/office/drawing/2014/main" id="{1BD59E15-7B71-1C17-1E96-9177BB79C56B}"/>
              </a:ext>
            </a:extLst>
          </p:cNvPr>
          <p:cNvSpPr>
            <a:spLocks noChangeArrowheads="1"/>
          </p:cNvSpPr>
          <p:nvPr/>
        </p:nvSpPr>
        <p:spPr bwMode="auto">
          <a:xfrm>
            <a:off x="3492500" y="6521450"/>
            <a:ext cx="2317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tabLst>
                <a:tab pos="2633663" algn="ctr"/>
              </a:tabLst>
              <a:defRPr>
                <a:solidFill>
                  <a:schemeClr val="tx1"/>
                </a:solidFill>
                <a:latin typeface="Arial" panose="020B0604020202020204" pitchFamily="34" charset="0"/>
                <a:ea typeface="宋体" panose="02010600030101010101" pitchFamily="2" charset="-122"/>
              </a:defRPr>
            </a:lvl1pPr>
            <a:lvl2pPr marL="742950" indent="-285750">
              <a:tabLst>
                <a:tab pos="2633663" algn="ctr"/>
              </a:tabLst>
              <a:defRPr>
                <a:solidFill>
                  <a:schemeClr val="tx1"/>
                </a:solidFill>
                <a:latin typeface="Arial" panose="020B0604020202020204" pitchFamily="34" charset="0"/>
                <a:ea typeface="宋体" panose="02010600030101010101" pitchFamily="2" charset="-122"/>
              </a:defRPr>
            </a:lvl2pPr>
            <a:lvl3pPr marL="1143000" indent="-228600">
              <a:tabLst>
                <a:tab pos="2633663" algn="ctr"/>
              </a:tabLst>
              <a:defRPr>
                <a:solidFill>
                  <a:schemeClr val="tx1"/>
                </a:solidFill>
                <a:latin typeface="Arial" panose="020B0604020202020204" pitchFamily="34" charset="0"/>
                <a:ea typeface="宋体" panose="02010600030101010101" pitchFamily="2" charset="-122"/>
              </a:defRPr>
            </a:lvl3pPr>
            <a:lvl4pPr marL="1600200" indent="-228600">
              <a:tabLst>
                <a:tab pos="2633663" algn="ctr"/>
              </a:tabLst>
              <a:defRPr>
                <a:solidFill>
                  <a:schemeClr val="tx1"/>
                </a:solidFill>
                <a:latin typeface="Arial" panose="020B0604020202020204" pitchFamily="34" charset="0"/>
                <a:ea typeface="宋体" panose="02010600030101010101" pitchFamily="2" charset="-122"/>
              </a:defRPr>
            </a:lvl4pPr>
            <a:lvl5pPr marL="2057400" indent="-228600">
              <a:tabLst>
                <a:tab pos="2633663"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tabLst>
                <a:tab pos="2633663"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tabLst>
                <a:tab pos="2633663"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tabLst>
                <a:tab pos="2633663"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tabLst>
                <a:tab pos="2633663" algn="ctr"/>
              </a:tabLst>
              <a:defRPr>
                <a:solidFill>
                  <a:schemeClr val="tx1"/>
                </a:solidFill>
                <a:latin typeface="Arial" panose="020B0604020202020204" pitchFamily="34" charset="0"/>
                <a:ea typeface="宋体" panose="02010600030101010101" pitchFamily="2" charset="-122"/>
              </a:defRPr>
            </a:lvl9pPr>
          </a:lstStyle>
          <a:p>
            <a:pPr algn="ctr"/>
            <a:r>
              <a:rPr lang="zh-CN" altLang="en-US" sz="1600">
                <a:latin typeface="宋体" panose="02010600030101010101" pitchFamily="2" charset="-122"/>
                <a:cs typeface="Times New Roman" panose="02020603050405020304" pitchFamily="18" charset="0"/>
              </a:rPr>
              <a:t>图</a:t>
            </a:r>
            <a:r>
              <a:rPr lang="en-US" altLang="zh-CN" sz="1600">
                <a:latin typeface="宋体" panose="02010600030101010101" pitchFamily="2" charset="-122"/>
                <a:cs typeface="Times New Roman" panose="02020603050405020304" pitchFamily="18" charset="0"/>
              </a:rPr>
              <a:t>10</a:t>
            </a:r>
            <a:r>
              <a:rPr lang="zh-CN" altLang="en-US" sz="1600">
                <a:latin typeface="宋体" panose="02010600030101010101" pitchFamily="2" charset="-122"/>
                <a:cs typeface="Times New Roman" panose="02020603050405020304" pitchFamily="18" charset="0"/>
              </a:rPr>
              <a:t>－</a:t>
            </a:r>
            <a:r>
              <a:rPr lang="en-US" altLang="zh-CN" sz="1600">
                <a:latin typeface="宋体" panose="02010600030101010101" pitchFamily="2" charset="-122"/>
                <a:cs typeface="Times New Roman" panose="02020603050405020304" pitchFamily="18" charset="0"/>
              </a:rPr>
              <a:t>6</a:t>
            </a:r>
            <a:r>
              <a:rPr lang="zh-CN" altLang="en-US" sz="1600">
                <a:latin typeface="宋体" panose="02010600030101010101" pitchFamily="2" charset="-122"/>
                <a:cs typeface="Times New Roman" panose="02020603050405020304" pitchFamily="18" charset="0"/>
              </a:rPr>
              <a:t>　设备故障曲线</a:t>
            </a:r>
            <a:endParaRPr lang="zh-CN" altLang="en-US" sz="1600"/>
          </a:p>
        </p:txBody>
      </p:sp>
      <p:pic>
        <p:nvPicPr>
          <p:cNvPr id="317461" name="Picture 21">
            <a:extLst>
              <a:ext uri="{FF2B5EF4-FFF2-40B4-BE49-F238E27FC236}">
                <a16:creationId xmlns:a16="http://schemas.microsoft.com/office/drawing/2014/main" id="{F94635A5-FFA4-AB9F-281F-797FF69C3A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6627" t="27396" r="31485" b="42375"/>
          <a:stretch>
            <a:fillRect/>
          </a:stretch>
        </p:blipFill>
        <p:spPr bwMode="auto">
          <a:xfrm>
            <a:off x="2124075" y="2924175"/>
            <a:ext cx="5040313" cy="2986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strips dir="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D248EF2-7B2A-C8FA-6EED-947582B92168}"/>
              </a:ext>
            </a:extLst>
          </p:cNvPr>
          <p:cNvSpPr>
            <a:spLocks noGrp="1"/>
          </p:cNvSpPr>
          <p:nvPr>
            <p:ph type="dt" sz="half" idx="10"/>
          </p:nvPr>
        </p:nvSpPr>
        <p:spPr/>
        <p:txBody>
          <a:bodyPr/>
          <a:lstStyle/>
          <a:p>
            <a:r>
              <a:rPr lang="zh-CN" altLang="en-US"/>
              <a:t>讲义制作：李丽，陈志祥审</a:t>
            </a:r>
            <a:endParaRPr lang="en-US" altLang="zh-CN"/>
          </a:p>
        </p:txBody>
      </p:sp>
      <p:sp>
        <p:nvSpPr>
          <p:cNvPr id="319490" name="标题 1">
            <a:extLst>
              <a:ext uri="{FF2B5EF4-FFF2-40B4-BE49-F238E27FC236}">
                <a16:creationId xmlns:a16="http://schemas.microsoft.com/office/drawing/2014/main" id="{07F86492-2A18-E915-22CD-AEFBCE5250C9}"/>
              </a:ext>
            </a:extLst>
          </p:cNvPr>
          <p:cNvSpPr>
            <a:spLocks noGrp="1"/>
          </p:cNvSpPr>
          <p:nvPr>
            <p:ph type="title" idx="4294967295"/>
          </p:nvPr>
        </p:nvSpPr>
        <p:spPr/>
        <p:txBody>
          <a:bodyPr/>
          <a:lstStyle/>
          <a:p>
            <a:r>
              <a:rPr lang="zh-CN" altLang="en-US" b="1"/>
              <a:t>三、 基本设备维护决策</a:t>
            </a:r>
            <a:endParaRPr lang="zh-CN" altLang="en-US"/>
          </a:p>
        </p:txBody>
      </p:sp>
      <p:sp>
        <p:nvSpPr>
          <p:cNvPr id="3" name="内容占位符 2">
            <a:extLst>
              <a:ext uri="{FF2B5EF4-FFF2-40B4-BE49-F238E27FC236}">
                <a16:creationId xmlns:a16="http://schemas.microsoft.com/office/drawing/2014/main" id="{54BF2E89-5710-B742-C4EF-2243A82EE35D}"/>
              </a:ext>
            </a:extLst>
          </p:cNvPr>
          <p:cNvSpPr>
            <a:spLocks noGrp="1"/>
          </p:cNvSpPr>
          <p:nvPr>
            <p:ph idx="4294967295"/>
          </p:nvPr>
        </p:nvSpPr>
        <p:spPr>
          <a:xfrm>
            <a:off x="457200" y="1600200"/>
            <a:ext cx="8472488" cy="4757738"/>
          </a:xfrm>
        </p:spPr>
        <p:txBody>
          <a:bodyPr>
            <a:normAutofit/>
          </a:bodyPr>
          <a:lstStyle/>
          <a:p>
            <a:pPr>
              <a:lnSpc>
                <a:spcPct val="90000"/>
              </a:lnSpc>
              <a:buFontTx/>
              <a:buNone/>
            </a:pPr>
            <a:r>
              <a:rPr lang="zh-CN" altLang="en-US" sz="3000" b="1"/>
              <a:t>（一） 维修组织决策 </a:t>
            </a:r>
            <a:endParaRPr lang="zh-CN" altLang="en-US" sz="3000"/>
          </a:p>
          <a:p>
            <a:pPr>
              <a:lnSpc>
                <a:spcPct val="90000"/>
              </a:lnSpc>
              <a:buFontTx/>
              <a:buNone/>
            </a:pPr>
            <a:r>
              <a:rPr lang="zh-CN" altLang="en-US" sz="3000" b="1"/>
              <a:t>（二） 备件决策</a:t>
            </a:r>
          </a:p>
          <a:p>
            <a:pPr>
              <a:lnSpc>
                <a:spcPct val="90000"/>
              </a:lnSpc>
              <a:buFontTx/>
              <a:buNone/>
            </a:pPr>
            <a:r>
              <a:rPr lang="zh-CN" altLang="en-US" sz="3000" b="1"/>
              <a:t>（三） 设备更新决策</a:t>
            </a:r>
          </a:p>
          <a:p>
            <a:pPr>
              <a:lnSpc>
                <a:spcPct val="90000"/>
              </a:lnSpc>
              <a:buFontTx/>
              <a:buNone/>
            </a:pPr>
            <a:endParaRPr lang="en-US" altLang="zh-CN" sz="3000"/>
          </a:p>
        </p:txBody>
      </p:sp>
    </p:spTree>
  </p:cSld>
  <p:clrMapOvr>
    <a:masterClrMapping/>
  </p:clrMapOvr>
  <p:transition spd="slow">
    <p:strips dir="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BFC4B58-DC15-C1E1-DACE-986AD36470E8}"/>
              </a:ext>
            </a:extLst>
          </p:cNvPr>
          <p:cNvSpPr>
            <a:spLocks noGrp="1"/>
          </p:cNvSpPr>
          <p:nvPr>
            <p:ph type="dt" sz="half" idx="10"/>
          </p:nvPr>
        </p:nvSpPr>
        <p:spPr/>
        <p:txBody>
          <a:bodyPr/>
          <a:lstStyle/>
          <a:p>
            <a:r>
              <a:rPr lang="zh-CN" altLang="en-US"/>
              <a:t>讲义制作：李丽，陈志祥审</a:t>
            </a:r>
            <a:endParaRPr lang="en-US" altLang="zh-CN"/>
          </a:p>
        </p:txBody>
      </p:sp>
      <p:sp>
        <p:nvSpPr>
          <p:cNvPr id="333826" name="标题 1">
            <a:extLst>
              <a:ext uri="{FF2B5EF4-FFF2-40B4-BE49-F238E27FC236}">
                <a16:creationId xmlns:a16="http://schemas.microsoft.com/office/drawing/2014/main" id="{CE2EB745-2379-3B8E-8E40-B5F410DA2B16}"/>
              </a:ext>
            </a:extLst>
          </p:cNvPr>
          <p:cNvSpPr>
            <a:spLocks noGrp="1"/>
          </p:cNvSpPr>
          <p:nvPr>
            <p:ph type="title" idx="4294967295"/>
          </p:nvPr>
        </p:nvSpPr>
        <p:spPr/>
        <p:txBody>
          <a:bodyPr/>
          <a:lstStyle/>
          <a:p>
            <a:r>
              <a:rPr lang="zh-CN" altLang="en-US" sz="4300" b="1"/>
              <a:t>（一） 维修组织决策</a:t>
            </a:r>
          </a:p>
        </p:txBody>
      </p:sp>
      <p:sp>
        <p:nvSpPr>
          <p:cNvPr id="3" name="内容占位符 2">
            <a:extLst>
              <a:ext uri="{FF2B5EF4-FFF2-40B4-BE49-F238E27FC236}">
                <a16:creationId xmlns:a16="http://schemas.microsoft.com/office/drawing/2014/main" id="{588D6836-D778-7D58-9358-29E585B55F9A}"/>
              </a:ext>
            </a:extLst>
          </p:cNvPr>
          <p:cNvSpPr>
            <a:spLocks noGrp="1"/>
          </p:cNvSpPr>
          <p:nvPr>
            <p:ph idx="4294967295"/>
          </p:nvPr>
        </p:nvSpPr>
        <p:spPr>
          <a:xfrm>
            <a:off x="457200" y="1600200"/>
            <a:ext cx="8472488" cy="4757738"/>
          </a:xfrm>
        </p:spPr>
        <p:txBody>
          <a:bodyPr>
            <a:normAutofit/>
          </a:bodyPr>
          <a:lstStyle/>
          <a:p>
            <a:pPr>
              <a:lnSpc>
                <a:spcPct val="90000"/>
              </a:lnSpc>
              <a:buFontTx/>
              <a:buNone/>
            </a:pPr>
            <a:r>
              <a:rPr lang="zh-CN" altLang="en-US" sz="2800"/>
              <a:t>（</a:t>
            </a:r>
            <a:r>
              <a:rPr lang="en-US" altLang="zh-CN" sz="2800"/>
              <a:t>1</a:t>
            </a:r>
            <a:r>
              <a:rPr lang="zh-CN" altLang="en-US" sz="2800"/>
              <a:t>）集中维修：在企业中设立一个专门的维修部分，集中负责整个企业的设备维修任务。</a:t>
            </a:r>
          </a:p>
          <a:p>
            <a:pPr>
              <a:lnSpc>
                <a:spcPct val="90000"/>
              </a:lnSpc>
              <a:buFontTx/>
              <a:buNone/>
            </a:pPr>
            <a:r>
              <a:rPr lang="zh-CN" altLang="en-US" sz="2800"/>
              <a:t>（</a:t>
            </a:r>
            <a:r>
              <a:rPr lang="en-US" altLang="zh-CN" sz="2800"/>
              <a:t>2</a:t>
            </a:r>
            <a:r>
              <a:rPr lang="zh-CN" altLang="en-US" sz="2800"/>
              <a:t>）分散维修： 在企业的各个生产单位建立相应的维修组织，负责本生产单位的设备维修工作。</a:t>
            </a:r>
          </a:p>
          <a:p>
            <a:pPr>
              <a:lnSpc>
                <a:spcPct val="90000"/>
              </a:lnSpc>
              <a:buFontTx/>
              <a:buNone/>
            </a:pPr>
            <a:r>
              <a:rPr lang="zh-CN" altLang="en-US" sz="2800"/>
              <a:t>（</a:t>
            </a:r>
            <a:r>
              <a:rPr lang="en-US" altLang="zh-CN" sz="2800"/>
              <a:t>3</a:t>
            </a:r>
            <a:r>
              <a:rPr lang="zh-CN" altLang="en-US" sz="2800"/>
              <a:t>）委托维修与自行维修：通过外包的方式由别的企业来承担维修任务。</a:t>
            </a:r>
          </a:p>
          <a:p>
            <a:pPr>
              <a:lnSpc>
                <a:spcPct val="90000"/>
              </a:lnSpc>
              <a:buFontTx/>
              <a:buNone/>
            </a:pPr>
            <a:endParaRPr lang="en-US" altLang="zh-CN" sz="3000"/>
          </a:p>
        </p:txBody>
      </p:sp>
    </p:spTree>
  </p:cSld>
  <p:clrMapOvr>
    <a:masterClrMapping/>
  </p:clrMapOvr>
  <p:transition spd="slow">
    <p:strips dir="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D01C3C1-76FC-373E-9636-002A4C5F2EB2}"/>
              </a:ext>
            </a:extLst>
          </p:cNvPr>
          <p:cNvSpPr>
            <a:spLocks noGrp="1"/>
          </p:cNvSpPr>
          <p:nvPr>
            <p:ph type="dt" sz="half" idx="10"/>
          </p:nvPr>
        </p:nvSpPr>
        <p:spPr/>
        <p:txBody>
          <a:bodyPr/>
          <a:lstStyle/>
          <a:p>
            <a:r>
              <a:rPr lang="zh-CN" altLang="en-US"/>
              <a:t>讲义制作：李丽，陈志祥审</a:t>
            </a:r>
            <a:endParaRPr lang="en-US" altLang="zh-CN"/>
          </a:p>
        </p:txBody>
      </p:sp>
      <p:sp>
        <p:nvSpPr>
          <p:cNvPr id="336898" name="标题 1">
            <a:extLst>
              <a:ext uri="{FF2B5EF4-FFF2-40B4-BE49-F238E27FC236}">
                <a16:creationId xmlns:a16="http://schemas.microsoft.com/office/drawing/2014/main" id="{DD23172D-56E2-C5FF-DC87-CF5C92EE57B7}"/>
              </a:ext>
            </a:extLst>
          </p:cNvPr>
          <p:cNvSpPr>
            <a:spLocks noGrp="1"/>
          </p:cNvSpPr>
          <p:nvPr>
            <p:ph type="title" idx="4294967295"/>
          </p:nvPr>
        </p:nvSpPr>
        <p:spPr/>
        <p:txBody>
          <a:bodyPr/>
          <a:lstStyle/>
          <a:p>
            <a:r>
              <a:rPr lang="zh-CN" altLang="en-US" sz="4300" b="1"/>
              <a:t>（二） 备件决策</a:t>
            </a:r>
          </a:p>
        </p:txBody>
      </p:sp>
      <p:sp>
        <p:nvSpPr>
          <p:cNvPr id="3" name="内容占位符 2">
            <a:extLst>
              <a:ext uri="{FF2B5EF4-FFF2-40B4-BE49-F238E27FC236}">
                <a16:creationId xmlns:a16="http://schemas.microsoft.com/office/drawing/2014/main" id="{32EAD686-049B-8639-EF0C-AA9CCFE82B74}"/>
              </a:ext>
            </a:extLst>
          </p:cNvPr>
          <p:cNvSpPr>
            <a:spLocks noGrp="1"/>
          </p:cNvSpPr>
          <p:nvPr>
            <p:ph idx="4294967295"/>
          </p:nvPr>
        </p:nvSpPr>
        <p:spPr>
          <a:xfrm>
            <a:off x="395288" y="1341438"/>
            <a:ext cx="8472487" cy="4757737"/>
          </a:xfrm>
        </p:spPr>
        <p:txBody>
          <a:bodyPr>
            <a:normAutofit/>
          </a:bodyPr>
          <a:lstStyle/>
          <a:p>
            <a:pPr>
              <a:lnSpc>
                <a:spcPct val="90000"/>
              </a:lnSpc>
              <a:buFontTx/>
              <a:buNone/>
            </a:pPr>
            <a:r>
              <a:rPr lang="en-US" altLang="zh-CN" sz="2400"/>
              <a:t>    </a:t>
            </a:r>
            <a:r>
              <a:rPr lang="zh-CN" altLang="en-US" sz="2400"/>
              <a:t>价值分析法通过备件的购置成本、库存成本、库存缺货成本等因素作为备件储备的价值分析依据。</a:t>
            </a:r>
          </a:p>
          <a:p>
            <a:pPr>
              <a:lnSpc>
                <a:spcPct val="90000"/>
              </a:lnSpc>
              <a:buFontTx/>
              <a:buNone/>
            </a:pPr>
            <a:r>
              <a:rPr lang="zh-CN" altLang="en-US" sz="2400"/>
              <a:t>                         </a:t>
            </a:r>
            <a:r>
              <a:rPr lang="en-US" altLang="zh-CN" sz="2400"/>
              <a:t>Vs=(Co+Cn)/Cs                 (10-9)</a:t>
            </a:r>
          </a:p>
          <a:p>
            <a:pPr>
              <a:lnSpc>
                <a:spcPct val="90000"/>
              </a:lnSpc>
              <a:buFontTx/>
              <a:buNone/>
            </a:pPr>
            <a:r>
              <a:rPr lang="en-US" altLang="zh-CN" sz="2400"/>
              <a:t> </a:t>
            </a:r>
            <a:r>
              <a:rPr lang="zh-CN" altLang="en-US" sz="2400"/>
              <a:t>式中，</a:t>
            </a:r>
          </a:p>
          <a:p>
            <a:pPr>
              <a:lnSpc>
                <a:spcPct val="90000"/>
              </a:lnSpc>
              <a:buFontTx/>
              <a:buNone/>
            </a:pPr>
            <a:r>
              <a:rPr lang="en-US" altLang="zh-CN" sz="2400"/>
              <a:t>Cs</a:t>
            </a:r>
            <a:r>
              <a:rPr lang="zh-CN" altLang="en-US" sz="2400"/>
              <a:t>：备件的储备价值；</a:t>
            </a:r>
          </a:p>
          <a:p>
            <a:pPr>
              <a:lnSpc>
                <a:spcPct val="90000"/>
              </a:lnSpc>
              <a:buFontTx/>
              <a:buNone/>
            </a:pPr>
            <a:r>
              <a:rPr lang="en-US" altLang="zh-CN" sz="2400"/>
              <a:t>Co</a:t>
            </a:r>
            <a:r>
              <a:rPr lang="zh-CN" altLang="en-US" sz="2400"/>
              <a:t>：备件的购置成本；</a:t>
            </a:r>
          </a:p>
          <a:p>
            <a:pPr>
              <a:lnSpc>
                <a:spcPct val="90000"/>
              </a:lnSpc>
              <a:buFontTx/>
              <a:buNone/>
            </a:pPr>
            <a:r>
              <a:rPr lang="en-US" altLang="zh-CN" sz="2400"/>
              <a:t>Cn</a:t>
            </a:r>
            <a:r>
              <a:rPr lang="zh-CN" altLang="en-US" sz="2400"/>
              <a:t>：备件的库存成本；</a:t>
            </a:r>
          </a:p>
          <a:p>
            <a:pPr>
              <a:lnSpc>
                <a:spcPct val="90000"/>
              </a:lnSpc>
              <a:buFontTx/>
              <a:buNone/>
            </a:pPr>
            <a:r>
              <a:rPr lang="en-US" altLang="zh-CN" sz="2400"/>
              <a:t>Cs</a:t>
            </a:r>
            <a:r>
              <a:rPr lang="zh-CN" altLang="en-US" sz="2400"/>
              <a:t>：设备故障时，因无此备件而造成的经济损失。</a:t>
            </a:r>
          </a:p>
          <a:p>
            <a:pPr>
              <a:lnSpc>
                <a:spcPct val="90000"/>
              </a:lnSpc>
              <a:buFontTx/>
              <a:buNone/>
            </a:pPr>
            <a:r>
              <a:rPr lang="zh-CN" altLang="en-US" sz="2400"/>
              <a:t>一般，如果</a:t>
            </a:r>
            <a:r>
              <a:rPr lang="en-US" altLang="zh-CN" sz="2400"/>
              <a:t>Vs&lt;1</a:t>
            </a:r>
            <a:r>
              <a:rPr lang="zh-CN" altLang="en-US" sz="2400"/>
              <a:t>，则该备件就应该作为备件进行储备；如果</a:t>
            </a:r>
            <a:r>
              <a:rPr lang="en-US" altLang="zh-CN" sz="2400"/>
              <a:t>Vs&gt;=1</a:t>
            </a:r>
            <a:r>
              <a:rPr lang="zh-CN" altLang="en-US" sz="2400"/>
              <a:t>，则该备件不必作为备件储备。</a:t>
            </a:r>
          </a:p>
          <a:p>
            <a:pPr>
              <a:lnSpc>
                <a:spcPct val="90000"/>
              </a:lnSpc>
              <a:buFontTx/>
              <a:buNone/>
            </a:pPr>
            <a:endParaRPr lang="en-US" altLang="zh-CN" sz="2400"/>
          </a:p>
        </p:txBody>
      </p:sp>
    </p:spTree>
  </p:cSld>
  <p:clrMapOvr>
    <a:masterClrMapping/>
  </p:clrMapOvr>
  <p:transition spd="slow">
    <p:strips dir="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40736D6-7E95-0CAA-9299-5CBB2FED1228}"/>
              </a:ext>
            </a:extLst>
          </p:cNvPr>
          <p:cNvSpPr>
            <a:spLocks noGrp="1"/>
          </p:cNvSpPr>
          <p:nvPr>
            <p:ph type="dt" sz="half" idx="10"/>
          </p:nvPr>
        </p:nvSpPr>
        <p:spPr/>
        <p:txBody>
          <a:bodyPr/>
          <a:lstStyle/>
          <a:p>
            <a:r>
              <a:rPr lang="zh-CN" altLang="en-US"/>
              <a:t>讲义制作：李丽，陈志祥审</a:t>
            </a:r>
            <a:endParaRPr lang="en-US" altLang="zh-CN"/>
          </a:p>
        </p:txBody>
      </p:sp>
      <p:sp>
        <p:nvSpPr>
          <p:cNvPr id="335874" name="标题 1">
            <a:extLst>
              <a:ext uri="{FF2B5EF4-FFF2-40B4-BE49-F238E27FC236}">
                <a16:creationId xmlns:a16="http://schemas.microsoft.com/office/drawing/2014/main" id="{10329D8C-5D39-9900-34BF-A9EF37CCE859}"/>
              </a:ext>
            </a:extLst>
          </p:cNvPr>
          <p:cNvSpPr>
            <a:spLocks noGrp="1"/>
          </p:cNvSpPr>
          <p:nvPr>
            <p:ph type="title" idx="4294967295"/>
          </p:nvPr>
        </p:nvSpPr>
        <p:spPr/>
        <p:txBody>
          <a:bodyPr/>
          <a:lstStyle/>
          <a:p>
            <a:r>
              <a:rPr lang="zh-CN" altLang="en-US" sz="4300" b="1"/>
              <a:t>（三） 设备更新决策</a:t>
            </a:r>
          </a:p>
        </p:txBody>
      </p:sp>
      <p:sp>
        <p:nvSpPr>
          <p:cNvPr id="3" name="内容占位符 2">
            <a:extLst>
              <a:ext uri="{FF2B5EF4-FFF2-40B4-BE49-F238E27FC236}">
                <a16:creationId xmlns:a16="http://schemas.microsoft.com/office/drawing/2014/main" id="{0D9E1D69-B2D4-B1DC-EE78-38D44EB15C81}"/>
              </a:ext>
            </a:extLst>
          </p:cNvPr>
          <p:cNvSpPr>
            <a:spLocks noGrp="1"/>
          </p:cNvSpPr>
          <p:nvPr>
            <p:ph idx="4294967295"/>
          </p:nvPr>
        </p:nvSpPr>
        <p:spPr>
          <a:xfrm>
            <a:off x="468313" y="1412875"/>
            <a:ext cx="8472487" cy="4757738"/>
          </a:xfrm>
        </p:spPr>
        <p:txBody>
          <a:bodyPr>
            <a:normAutofit/>
          </a:bodyPr>
          <a:lstStyle/>
          <a:p>
            <a:pPr>
              <a:lnSpc>
                <a:spcPct val="90000"/>
              </a:lnSpc>
              <a:buFontTx/>
              <a:buNone/>
            </a:pPr>
            <a:r>
              <a:rPr lang="zh-CN" altLang="en-US" sz="2400"/>
              <a:t>设备使用到一定年限，故障发生的概率增加，这个时候应该考虑更换新设备。</a:t>
            </a:r>
          </a:p>
          <a:p>
            <a:pPr>
              <a:lnSpc>
                <a:spcPct val="90000"/>
              </a:lnSpc>
              <a:buFontTx/>
              <a:buNone/>
            </a:pPr>
            <a:endParaRPr lang="zh-CN" altLang="en-US" sz="2400"/>
          </a:p>
          <a:p>
            <a:pPr>
              <a:lnSpc>
                <a:spcPct val="90000"/>
              </a:lnSpc>
              <a:buFontTx/>
              <a:buNone/>
            </a:pPr>
            <a:r>
              <a:rPr lang="zh-CN" altLang="en-US" sz="2400"/>
              <a:t>年平均设备费用可以表示为：</a:t>
            </a:r>
          </a:p>
          <a:p>
            <a:pPr>
              <a:lnSpc>
                <a:spcPct val="90000"/>
              </a:lnSpc>
              <a:buFontTx/>
              <a:buNone/>
            </a:pPr>
            <a:r>
              <a:rPr lang="en-US" altLang="zh-CN" sz="2400"/>
              <a:t>TC=       *n/2+K</a:t>
            </a:r>
            <a:r>
              <a:rPr lang="en-US" altLang="zh-CN" sz="2400" baseline="-25000"/>
              <a:t>0</a:t>
            </a:r>
            <a:r>
              <a:rPr lang="en-US" altLang="zh-CN" sz="2400"/>
              <a:t>/n</a:t>
            </a:r>
          </a:p>
          <a:p>
            <a:pPr>
              <a:lnSpc>
                <a:spcPct val="90000"/>
              </a:lnSpc>
              <a:buFontTx/>
              <a:buNone/>
            </a:pPr>
            <a:r>
              <a:rPr lang="zh-CN" altLang="en-US" sz="2400"/>
              <a:t>式中，</a:t>
            </a:r>
            <a:r>
              <a:rPr lang="en-US" altLang="zh-CN" sz="2400"/>
              <a:t>K0</a:t>
            </a:r>
            <a:r>
              <a:rPr lang="zh-CN" altLang="en-US" sz="2400"/>
              <a:t>：设备的初始价值；</a:t>
            </a:r>
          </a:p>
          <a:p>
            <a:pPr>
              <a:lnSpc>
                <a:spcPct val="90000"/>
              </a:lnSpc>
              <a:buFontTx/>
              <a:buNone/>
            </a:pPr>
            <a:r>
              <a:rPr lang="zh-CN" altLang="en-US" sz="2400"/>
              <a:t>            </a:t>
            </a:r>
            <a:r>
              <a:rPr lang="en-US" altLang="zh-CN" sz="2400"/>
              <a:t>n</a:t>
            </a:r>
            <a:r>
              <a:rPr lang="zh-CN" altLang="en-US" sz="2400"/>
              <a:t>：设备的使用年限；</a:t>
            </a:r>
          </a:p>
          <a:p>
            <a:pPr>
              <a:lnSpc>
                <a:spcPct val="90000"/>
              </a:lnSpc>
              <a:buFontTx/>
              <a:buNone/>
            </a:pPr>
            <a:r>
              <a:rPr lang="zh-CN" altLang="en-US" sz="2400"/>
              <a:t>               ：每年的低劣化增加值。</a:t>
            </a:r>
          </a:p>
          <a:p>
            <a:pPr>
              <a:lnSpc>
                <a:spcPct val="90000"/>
              </a:lnSpc>
              <a:buFontTx/>
              <a:buNone/>
            </a:pPr>
            <a:r>
              <a:rPr lang="zh-CN" altLang="en-US" sz="2400"/>
              <a:t>为了使总费用最小，对式（</a:t>
            </a:r>
            <a:r>
              <a:rPr lang="en-US" altLang="zh-CN" sz="2400"/>
              <a:t>10</a:t>
            </a:r>
            <a:r>
              <a:rPr lang="zh-CN" altLang="en-US" sz="2400"/>
              <a:t>－</a:t>
            </a:r>
            <a:r>
              <a:rPr lang="en-US" altLang="zh-CN" sz="2400"/>
              <a:t>10</a:t>
            </a:r>
            <a:r>
              <a:rPr lang="zh-CN" altLang="en-US" sz="2400"/>
              <a:t>）求导，得到最佳的更新年份：</a:t>
            </a:r>
          </a:p>
          <a:p>
            <a:pPr>
              <a:lnSpc>
                <a:spcPct val="90000"/>
              </a:lnSpc>
              <a:buFontTx/>
              <a:buNone/>
            </a:pPr>
            <a:r>
              <a:rPr lang="en-US" altLang="zh-CN" sz="2400"/>
              <a:t>n=sqrt(2* K</a:t>
            </a:r>
            <a:r>
              <a:rPr lang="en-US" altLang="zh-CN" sz="2400" baseline="-25000"/>
              <a:t>0</a:t>
            </a:r>
            <a:r>
              <a:rPr lang="en-US" altLang="zh-CN" sz="2400"/>
              <a:t> /       )</a:t>
            </a:r>
          </a:p>
          <a:p>
            <a:pPr>
              <a:lnSpc>
                <a:spcPct val="90000"/>
              </a:lnSpc>
              <a:buFontTx/>
              <a:buNone/>
            </a:pPr>
            <a:endParaRPr lang="en-US" altLang="zh-CN" sz="2400"/>
          </a:p>
        </p:txBody>
      </p:sp>
      <p:graphicFrame>
        <p:nvGraphicFramePr>
          <p:cNvPr id="335876" name="Object 4">
            <a:extLst>
              <a:ext uri="{FF2B5EF4-FFF2-40B4-BE49-F238E27FC236}">
                <a16:creationId xmlns:a16="http://schemas.microsoft.com/office/drawing/2014/main" id="{699C693B-0B18-09C3-5849-7D69E045A3A3}"/>
              </a:ext>
            </a:extLst>
          </p:cNvPr>
          <p:cNvGraphicFramePr>
            <a:graphicFrameLocks noChangeAspect="1"/>
          </p:cNvGraphicFramePr>
          <p:nvPr/>
        </p:nvGraphicFramePr>
        <p:xfrm>
          <a:off x="1331913" y="2997200"/>
          <a:ext cx="363537" cy="333375"/>
        </p:xfrm>
        <a:graphic>
          <a:graphicData uri="http://schemas.openxmlformats.org/presentationml/2006/ole">
            <mc:AlternateContent xmlns:mc="http://schemas.openxmlformats.org/markup-compatibility/2006">
              <mc:Choice xmlns:v="urn:schemas-microsoft-com:vml" Requires="v">
                <p:oleObj name="公式" r:id="rId2" imgW="152280" imgH="139680" progId="Equation.3">
                  <p:embed/>
                </p:oleObj>
              </mc:Choice>
              <mc:Fallback>
                <p:oleObj name="公式" r:id="rId2" imgW="152280" imgH="13968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2997200"/>
                        <a:ext cx="363537" cy="33337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5877" name="Object 5">
            <a:extLst>
              <a:ext uri="{FF2B5EF4-FFF2-40B4-BE49-F238E27FC236}">
                <a16:creationId xmlns:a16="http://schemas.microsoft.com/office/drawing/2014/main" id="{ADA47792-525F-0D94-D0A1-C431ADC56629}"/>
              </a:ext>
            </a:extLst>
          </p:cNvPr>
          <p:cNvGraphicFramePr>
            <a:graphicFrameLocks noChangeAspect="1"/>
          </p:cNvGraphicFramePr>
          <p:nvPr/>
        </p:nvGraphicFramePr>
        <p:xfrm>
          <a:off x="2484438" y="5373688"/>
          <a:ext cx="363537" cy="333375"/>
        </p:xfrm>
        <a:graphic>
          <a:graphicData uri="http://schemas.openxmlformats.org/presentationml/2006/ole">
            <mc:AlternateContent xmlns:mc="http://schemas.openxmlformats.org/markup-compatibility/2006">
              <mc:Choice xmlns:v="urn:schemas-microsoft-com:vml" Requires="v">
                <p:oleObj name="公式" r:id="rId4" imgW="152280" imgH="139680" progId="Equation.3">
                  <p:embed/>
                </p:oleObj>
              </mc:Choice>
              <mc:Fallback>
                <p:oleObj name="公式" r:id="rId4" imgW="152280" imgH="13968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4438" y="5373688"/>
                        <a:ext cx="363537" cy="33337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5878" name="Object 6">
            <a:extLst>
              <a:ext uri="{FF2B5EF4-FFF2-40B4-BE49-F238E27FC236}">
                <a16:creationId xmlns:a16="http://schemas.microsoft.com/office/drawing/2014/main" id="{300D712D-7967-12D3-9A0B-67D04151DAC4}"/>
              </a:ext>
            </a:extLst>
          </p:cNvPr>
          <p:cNvGraphicFramePr>
            <a:graphicFrameLocks noChangeAspect="1"/>
          </p:cNvGraphicFramePr>
          <p:nvPr/>
        </p:nvGraphicFramePr>
        <p:xfrm>
          <a:off x="1403350" y="4076700"/>
          <a:ext cx="363538" cy="333375"/>
        </p:xfrm>
        <a:graphic>
          <a:graphicData uri="http://schemas.openxmlformats.org/presentationml/2006/ole">
            <mc:AlternateContent xmlns:mc="http://schemas.openxmlformats.org/markup-compatibility/2006">
              <mc:Choice xmlns:v="urn:schemas-microsoft-com:vml" Requires="v">
                <p:oleObj name="公式" r:id="rId5" imgW="152280" imgH="139680" progId="Equation.3">
                  <p:embed/>
                </p:oleObj>
              </mc:Choice>
              <mc:Fallback>
                <p:oleObj name="公式" r:id="rId5" imgW="152280" imgH="139680" progId="Equation.3">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4076700"/>
                        <a:ext cx="363538" cy="33337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strips dir="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A6B426A-CDF1-F560-9EDD-DCAFAFCC5F1F}"/>
              </a:ext>
            </a:extLst>
          </p:cNvPr>
          <p:cNvSpPr>
            <a:spLocks noGrp="1"/>
          </p:cNvSpPr>
          <p:nvPr>
            <p:ph type="dt" sz="half" idx="10"/>
          </p:nvPr>
        </p:nvSpPr>
        <p:spPr/>
        <p:txBody>
          <a:bodyPr/>
          <a:lstStyle/>
          <a:p>
            <a:r>
              <a:rPr lang="zh-CN" altLang="en-US"/>
              <a:t>讲义制作：李丽，陈志祥审</a:t>
            </a:r>
            <a:endParaRPr lang="en-US" altLang="zh-CN"/>
          </a:p>
        </p:txBody>
      </p:sp>
      <p:sp>
        <p:nvSpPr>
          <p:cNvPr id="337922" name="标题 1">
            <a:extLst>
              <a:ext uri="{FF2B5EF4-FFF2-40B4-BE49-F238E27FC236}">
                <a16:creationId xmlns:a16="http://schemas.microsoft.com/office/drawing/2014/main" id="{2CF486FF-1CCF-0E2E-E78A-C9228EB732F2}"/>
              </a:ext>
            </a:extLst>
          </p:cNvPr>
          <p:cNvSpPr>
            <a:spLocks noGrp="1"/>
          </p:cNvSpPr>
          <p:nvPr>
            <p:ph type="title" idx="4294967295"/>
          </p:nvPr>
        </p:nvSpPr>
        <p:spPr/>
        <p:txBody>
          <a:bodyPr/>
          <a:lstStyle/>
          <a:p>
            <a:r>
              <a:rPr lang="zh-CN" altLang="en-US" b="1"/>
              <a:t>四、设备维修制度</a:t>
            </a:r>
            <a:endParaRPr lang="zh-CN" altLang="en-US"/>
          </a:p>
        </p:txBody>
      </p:sp>
      <p:sp>
        <p:nvSpPr>
          <p:cNvPr id="3" name="内容占位符 2">
            <a:extLst>
              <a:ext uri="{FF2B5EF4-FFF2-40B4-BE49-F238E27FC236}">
                <a16:creationId xmlns:a16="http://schemas.microsoft.com/office/drawing/2014/main" id="{43B39615-E1A7-E4A0-23A7-F7845E64DAEB}"/>
              </a:ext>
            </a:extLst>
          </p:cNvPr>
          <p:cNvSpPr>
            <a:spLocks noGrp="1"/>
          </p:cNvSpPr>
          <p:nvPr>
            <p:ph idx="4294967295"/>
          </p:nvPr>
        </p:nvSpPr>
        <p:spPr>
          <a:xfrm>
            <a:off x="457200" y="1600200"/>
            <a:ext cx="8472488" cy="4757738"/>
          </a:xfrm>
        </p:spPr>
        <p:txBody>
          <a:bodyPr>
            <a:normAutofit/>
          </a:bodyPr>
          <a:lstStyle/>
          <a:p>
            <a:pPr>
              <a:lnSpc>
                <a:spcPct val="90000"/>
              </a:lnSpc>
              <a:buFontTx/>
              <a:buNone/>
            </a:pPr>
            <a:r>
              <a:rPr lang="zh-CN" altLang="en-US" sz="3000" b="1"/>
              <a:t>（一）设备维修的发展历程 </a:t>
            </a:r>
          </a:p>
          <a:p>
            <a:pPr>
              <a:lnSpc>
                <a:spcPct val="90000"/>
              </a:lnSpc>
              <a:buFontTx/>
              <a:buNone/>
            </a:pPr>
            <a:r>
              <a:rPr lang="zh-CN" altLang="en-US" b="1"/>
              <a:t>（二）全员生产维护制度</a:t>
            </a:r>
          </a:p>
          <a:p>
            <a:pPr>
              <a:lnSpc>
                <a:spcPct val="90000"/>
              </a:lnSpc>
              <a:buFontTx/>
              <a:buNone/>
            </a:pPr>
            <a:r>
              <a:rPr lang="zh-CN" altLang="en-US" b="1"/>
              <a:t>（三）设备综合效率</a:t>
            </a:r>
          </a:p>
          <a:p>
            <a:pPr>
              <a:lnSpc>
                <a:spcPct val="90000"/>
              </a:lnSpc>
              <a:buFontTx/>
              <a:buNone/>
            </a:pPr>
            <a:endParaRPr lang="zh-CN" altLang="en-US" sz="3000"/>
          </a:p>
          <a:p>
            <a:pPr>
              <a:lnSpc>
                <a:spcPct val="90000"/>
              </a:lnSpc>
              <a:buFontTx/>
              <a:buNone/>
            </a:pPr>
            <a:endParaRPr lang="en-US" altLang="zh-CN" sz="3000"/>
          </a:p>
        </p:txBody>
      </p:sp>
    </p:spTree>
  </p:cSld>
  <p:clrMapOvr>
    <a:masterClrMapping/>
  </p:clrMapOvr>
  <p:transition spd="slow">
    <p:strips dir="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9B9E565-6703-01FC-3DB7-36F1FC497C0A}"/>
              </a:ext>
            </a:extLst>
          </p:cNvPr>
          <p:cNvSpPr>
            <a:spLocks noGrp="1"/>
          </p:cNvSpPr>
          <p:nvPr>
            <p:ph type="dt" sz="half" idx="10"/>
          </p:nvPr>
        </p:nvSpPr>
        <p:spPr/>
        <p:txBody>
          <a:bodyPr/>
          <a:lstStyle/>
          <a:p>
            <a:r>
              <a:rPr lang="zh-CN" altLang="en-US"/>
              <a:t>讲义制作：李丽，陈志祥审</a:t>
            </a:r>
            <a:endParaRPr lang="en-US" altLang="zh-CN"/>
          </a:p>
        </p:txBody>
      </p:sp>
      <p:sp>
        <p:nvSpPr>
          <p:cNvPr id="320514" name="标题 1">
            <a:extLst>
              <a:ext uri="{FF2B5EF4-FFF2-40B4-BE49-F238E27FC236}">
                <a16:creationId xmlns:a16="http://schemas.microsoft.com/office/drawing/2014/main" id="{9756A63F-F58E-2130-2A85-1F134503AAA7}"/>
              </a:ext>
            </a:extLst>
          </p:cNvPr>
          <p:cNvSpPr>
            <a:spLocks noGrp="1"/>
          </p:cNvSpPr>
          <p:nvPr>
            <p:ph type="title" idx="4294967295"/>
          </p:nvPr>
        </p:nvSpPr>
        <p:spPr/>
        <p:txBody>
          <a:bodyPr/>
          <a:lstStyle/>
          <a:p>
            <a:r>
              <a:rPr lang="zh-CN" altLang="en-US" sz="4300" b="1"/>
              <a:t>（一）设备维修的发展历程</a:t>
            </a:r>
          </a:p>
        </p:txBody>
      </p:sp>
      <p:sp>
        <p:nvSpPr>
          <p:cNvPr id="3" name="内容占位符 2">
            <a:extLst>
              <a:ext uri="{FF2B5EF4-FFF2-40B4-BE49-F238E27FC236}">
                <a16:creationId xmlns:a16="http://schemas.microsoft.com/office/drawing/2014/main" id="{5C2E2C61-9DBF-0A9B-F07E-28E3B00EF361}"/>
              </a:ext>
            </a:extLst>
          </p:cNvPr>
          <p:cNvSpPr>
            <a:spLocks noGrp="1"/>
          </p:cNvSpPr>
          <p:nvPr>
            <p:ph idx="4294967295"/>
          </p:nvPr>
        </p:nvSpPr>
        <p:spPr>
          <a:xfrm>
            <a:off x="457200" y="1600200"/>
            <a:ext cx="8472488" cy="4757738"/>
          </a:xfrm>
        </p:spPr>
        <p:txBody>
          <a:bodyPr>
            <a:normAutofit/>
          </a:bodyPr>
          <a:lstStyle/>
          <a:p>
            <a:pPr>
              <a:lnSpc>
                <a:spcPct val="90000"/>
              </a:lnSpc>
              <a:buFontTx/>
              <a:buNone/>
            </a:pPr>
            <a:r>
              <a:rPr lang="en-US" altLang="zh-CN" sz="2800"/>
              <a:t>  		</a:t>
            </a:r>
            <a:r>
              <a:rPr lang="zh-CN" altLang="en-US" sz="2800"/>
              <a:t>设备维修体制的发展可划分为事后修理、预防维修、生产维修、维修预防和全员生产维修五个阶段。</a:t>
            </a:r>
          </a:p>
          <a:p>
            <a:pPr>
              <a:lnSpc>
                <a:spcPct val="90000"/>
              </a:lnSpc>
              <a:buFontTx/>
              <a:buNone/>
            </a:pPr>
            <a:r>
              <a:rPr lang="zh-CN" altLang="en-US" sz="2800"/>
              <a:t>（</a:t>
            </a:r>
            <a:r>
              <a:rPr lang="en-US" altLang="zh-CN" sz="2800"/>
              <a:t>1</a:t>
            </a:r>
            <a:r>
              <a:rPr lang="zh-CN" altLang="en-US" sz="2800"/>
              <a:t>）事后修理（</a:t>
            </a:r>
            <a:r>
              <a:rPr lang="en-US" altLang="zh-CN" sz="2800"/>
              <a:t>BM</a:t>
            </a:r>
            <a:r>
              <a:rPr lang="zh-CN" altLang="en-US" sz="2800"/>
              <a:t>，</a:t>
            </a:r>
            <a:r>
              <a:rPr lang="en-US" altLang="zh-CN" sz="2800"/>
              <a:t>Breakdown Maintenance</a:t>
            </a:r>
            <a:r>
              <a:rPr lang="zh-CN" altLang="en-US" sz="2800"/>
              <a:t>）</a:t>
            </a:r>
          </a:p>
          <a:p>
            <a:pPr>
              <a:lnSpc>
                <a:spcPct val="90000"/>
              </a:lnSpc>
              <a:buFontTx/>
              <a:buNone/>
            </a:pPr>
            <a:r>
              <a:rPr lang="zh-CN" altLang="en-US" sz="2800"/>
              <a:t>（</a:t>
            </a:r>
            <a:r>
              <a:rPr lang="en-US" altLang="zh-CN" sz="2800"/>
              <a:t>2</a:t>
            </a:r>
            <a:r>
              <a:rPr lang="zh-CN" altLang="en-US" sz="2800"/>
              <a:t>）预防维修（</a:t>
            </a:r>
            <a:r>
              <a:rPr lang="en-US" altLang="zh-CN" sz="2800"/>
              <a:t>PM</a:t>
            </a:r>
            <a:r>
              <a:rPr lang="zh-CN" altLang="en-US" sz="2800"/>
              <a:t>，</a:t>
            </a:r>
            <a:r>
              <a:rPr lang="en-US" altLang="zh-CN" sz="2800"/>
              <a:t>Preventive Maintenance</a:t>
            </a:r>
            <a:r>
              <a:rPr lang="zh-CN" altLang="en-US" sz="2800"/>
              <a:t>）</a:t>
            </a:r>
          </a:p>
          <a:p>
            <a:pPr>
              <a:lnSpc>
                <a:spcPct val="90000"/>
              </a:lnSpc>
              <a:buFontTx/>
              <a:buNone/>
            </a:pPr>
            <a:r>
              <a:rPr lang="zh-CN" altLang="en-US" sz="2800"/>
              <a:t>（</a:t>
            </a:r>
            <a:r>
              <a:rPr lang="en-US" altLang="zh-CN" sz="2800"/>
              <a:t>3</a:t>
            </a:r>
            <a:r>
              <a:rPr lang="zh-CN" altLang="en-US" sz="2800"/>
              <a:t>）生产维修（</a:t>
            </a:r>
            <a:r>
              <a:rPr lang="en-US" altLang="zh-CN" sz="2800"/>
              <a:t>PM</a:t>
            </a:r>
            <a:r>
              <a:rPr lang="zh-CN" altLang="en-US" sz="2800"/>
              <a:t>，</a:t>
            </a:r>
            <a:r>
              <a:rPr lang="en-US" altLang="zh-CN" sz="2800"/>
              <a:t>Productive Maintenance</a:t>
            </a:r>
            <a:r>
              <a:rPr lang="zh-CN" altLang="en-US" sz="2800"/>
              <a:t>）</a:t>
            </a:r>
          </a:p>
          <a:p>
            <a:pPr>
              <a:lnSpc>
                <a:spcPct val="90000"/>
              </a:lnSpc>
              <a:buFontTx/>
              <a:buNone/>
            </a:pPr>
            <a:r>
              <a:rPr lang="zh-CN" altLang="en-US" sz="2800"/>
              <a:t>（</a:t>
            </a:r>
            <a:r>
              <a:rPr lang="en-US" altLang="zh-CN" sz="2800"/>
              <a:t>4</a:t>
            </a:r>
            <a:r>
              <a:rPr lang="zh-CN" altLang="en-US" sz="2800"/>
              <a:t>）维修预防（</a:t>
            </a:r>
            <a:r>
              <a:rPr lang="en-US" altLang="zh-CN" sz="2800"/>
              <a:t>MP</a:t>
            </a:r>
            <a:r>
              <a:rPr lang="zh-CN" altLang="en-US" sz="2800"/>
              <a:t>，</a:t>
            </a:r>
            <a:r>
              <a:rPr lang="en-US" altLang="zh-CN" sz="2800"/>
              <a:t>Maintenance Prevention</a:t>
            </a:r>
            <a:r>
              <a:rPr lang="zh-CN" altLang="en-US" sz="2800"/>
              <a:t>）</a:t>
            </a:r>
          </a:p>
          <a:p>
            <a:pPr>
              <a:lnSpc>
                <a:spcPct val="90000"/>
              </a:lnSpc>
              <a:buFontTx/>
              <a:buNone/>
            </a:pPr>
            <a:r>
              <a:rPr lang="zh-CN" altLang="en-US" sz="2800"/>
              <a:t>（</a:t>
            </a:r>
            <a:r>
              <a:rPr lang="en-US" altLang="zh-CN" sz="2800"/>
              <a:t>5</a:t>
            </a:r>
            <a:r>
              <a:rPr lang="zh-CN" altLang="en-US" sz="2800"/>
              <a:t>）综合设备管理</a:t>
            </a:r>
          </a:p>
          <a:p>
            <a:pPr>
              <a:lnSpc>
                <a:spcPct val="90000"/>
              </a:lnSpc>
              <a:buFontTx/>
              <a:buNone/>
            </a:pPr>
            <a:r>
              <a:rPr lang="zh-CN" altLang="en-US" sz="2800"/>
              <a:t>（</a:t>
            </a:r>
            <a:r>
              <a:rPr lang="en-US" altLang="zh-CN" sz="2800"/>
              <a:t>6</a:t>
            </a:r>
            <a:r>
              <a:rPr lang="zh-CN" altLang="en-US" sz="2800"/>
              <a:t>）智能维护</a:t>
            </a:r>
          </a:p>
          <a:p>
            <a:pPr>
              <a:lnSpc>
                <a:spcPct val="90000"/>
              </a:lnSpc>
              <a:buFontTx/>
              <a:buNone/>
            </a:pPr>
            <a:endParaRPr lang="en-US" altLang="zh-CN" sz="3000"/>
          </a:p>
        </p:txBody>
      </p:sp>
    </p:spTree>
  </p:cSld>
  <p:clrMapOvr>
    <a:masterClrMapping/>
  </p:clrMapOvr>
  <p:transition spd="slow">
    <p:strips dir="rd"/>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4349185-E29D-DC3B-9124-0343B3C11BBA}"/>
              </a:ext>
            </a:extLst>
          </p:cNvPr>
          <p:cNvSpPr>
            <a:spLocks noGrp="1"/>
          </p:cNvSpPr>
          <p:nvPr>
            <p:ph type="dt" sz="half" idx="10"/>
          </p:nvPr>
        </p:nvSpPr>
        <p:spPr/>
        <p:txBody>
          <a:bodyPr/>
          <a:lstStyle/>
          <a:p>
            <a:r>
              <a:rPr lang="zh-CN" altLang="en-US"/>
              <a:t>讲义制作：李丽，陈志祥审</a:t>
            </a:r>
            <a:endParaRPr lang="en-US" altLang="zh-CN"/>
          </a:p>
        </p:txBody>
      </p:sp>
      <p:sp>
        <p:nvSpPr>
          <p:cNvPr id="321538" name="标题 1">
            <a:extLst>
              <a:ext uri="{FF2B5EF4-FFF2-40B4-BE49-F238E27FC236}">
                <a16:creationId xmlns:a16="http://schemas.microsoft.com/office/drawing/2014/main" id="{00719D74-2F85-863E-6BF5-9DE89DAB3991}"/>
              </a:ext>
            </a:extLst>
          </p:cNvPr>
          <p:cNvSpPr>
            <a:spLocks noGrp="1"/>
          </p:cNvSpPr>
          <p:nvPr>
            <p:ph type="title" idx="4294967295"/>
          </p:nvPr>
        </p:nvSpPr>
        <p:spPr/>
        <p:txBody>
          <a:bodyPr/>
          <a:lstStyle/>
          <a:p>
            <a:r>
              <a:rPr lang="zh-CN" altLang="en-US" b="1">
                <a:solidFill>
                  <a:schemeClr val="tx1"/>
                </a:solidFill>
                <a:effectLst/>
              </a:rPr>
              <a:t>（二）全员生产维护制度</a:t>
            </a:r>
            <a:endParaRPr lang="zh-CN" altLang="en-US" b="1"/>
          </a:p>
        </p:txBody>
      </p:sp>
      <p:sp>
        <p:nvSpPr>
          <p:cNvPr id="321539" name="Rectangle 1">
            <a:extLst>
              <a:ext uri="{FF2B5EF4-FFF2-40B4-BE49-F238E27FC236}">
                <a16:creationId xmlns:a16="http://schemas.microsoft.com/office/drawing/2014/main" id="{A3A0F1D6-8C6F-5D49-5552-A411A08EDA29}"/>
              </a:ext>
            </a:extLst>
          </p:cNvPr>
          <p:cNvSpPr>
            <a:spLocks noChangeArrowheads="1"/>
          </p:cNvSpPr>
          <p:nvPr/>
        </p:nvSpPr>
        <p:spPr bwMode="auto">
          <a:xfrm>
            <a:off x="357188" y="1119188"/>
            <a:ext cx="8072437" cy="5062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indent="266700">
              <a:tabLst>
                <a:tab pos="2633663" algn="ctr"/>
              </a:tabLst>
              <a:defRPr>
                <a:solidFill>
                  <a:schemeClr val="tx1"/>
                </a:solidFill>
                <a:latin typeface="Arial" panose="020B0604020202020204" pitchFamily="34" charset="0"/>
                <a:ea typeface="宋体" panose="02010600030101010101" pitchFamily="2" charset="-122"/>
              </a:defRPr>
            </a:lvl1pPr>
            <a:lvl2pPr marL="742950" indent="-285750">
              <a:tabLst>
                <a:tab pos="2633663" algn="ctr"/>
              </a:tabLst>
              <a:defRPr>
                <a:solidFill>
                  <a:schemeClr val="tx1"/>
                </a:solidFill>
                <a:latin typeface="Arial" panose="020B0604020202020204" pitchFamily="34" charset="0"/>
                <a:ea typeface="宋体" panose="02010600030101010101" pitchFamily="2" charset="-122"/>
              </a:defRPr>
            </a:lvl2pPr>
            <a:lvl3pPr marL="1143000" indent="-228600">
              <a:tabLst>
                <a:tab pos="2633663" algn="ctr"/>
              </a:tabLst>
              <a:defRPr>
                <a:solidFill>
                  <a:schemeClr val="tx1"/>
                </a:solidFill>
                <a:latin typeface="Arial" panose="020B0604020202020204" pitchFamily="34" charset="0"/>
                <a:ea typeface="宋体" panose="02010600030101010101" pitchFamily="2" charset="-122"/>
              </a:defRPr>
            </a:lvl3pPr>
            <a:lvl4pPr marL="1600200" indent="-228600">
              <a:tabLst>
                <a:tab pos="2633663" algn="ctr"/>
              </a:tabLst>
              <a:defRPr>
                <a:solidFill>
                  <a:schemeClr val="tx1"/>
                </a:solidFill>
                <a:latin typeface="Arial" panose="020B0604020202020204" pitchFamily="34" charset="0"/>
                <a:ea typeface="宋体" panose="02010600030101010101" pitchFamily="2" charset="-122"/>
              </a:defRPr>
            </a:lvl4pPr>
            <a:lvl5pPr marL="2057400" indent="-228600">
              <a:tabLst>
                <a:tab pos="2633663"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tabLst>
                <a:tab pos="2633663"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tabLst>
                <a:tab pos="2633663"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tabLst>
                <a:tab pos="2633663"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tabLst>
                <a:tab pos="2633663" algn="ctr"/>
              </a:tabLst>
              <a:defRPr>
                <a:solidFill>
                  <a:schemeClr val="tx1"/>
                </a:solidFill>
                <a:latin typeface="Arial" panose="020B0604020202020204" pitchFamily="34" charset="0"/>
                <a:ea typeface="宋体" panose="02010600030101010101" pitchFamily="2" charset="-122"/>
              </a:defRPr>
            </a:lvl9pPr>
          </a:lstStyle>
          <a:p>
            <a:pPr>
              <a:spcBef>
                <a:spcPts val="600"/>
              </a:spcBef>
              <a:spcAft>
                <a:spcPts val="600"/>
              </a:spcAft>
            </a:pPr>
            <a:endParaRPr lang="en-US" altLang="zh-CN" sz="2400" b="1">
              <a:latin typeface="宋体" panose="02010600030101010101" pitchFamily="2" charset="-122"/>
              <a:cs typeface="Times New Roman" panose="02020603050405020304" pitchFamily="18" charset="0"/>
            </a:endParaRPr>
          </a:p>
          <a:p>
            <a:pPr>
              <a:spcBef>
                <a:spcPts val="600"/>
              </a:spcBef>
              <a:spcAft>
                <a:spcPts val="600"/>
              </a:spcAft>
            </a:pPr>
            <a:r>
              <a:rPr lang="en-US" altLang="zh-CN" sz="2400" b="1">
                <a:latin typeface="宋体" panose="02010600030101010101" pitchFamily="2" charset="-122"/>
                <a:cs typeface="Times New Roman" panose="02020603050405020304" pitchFamily="18" charset="0"/>
              </a:rPr>
              <a:t>1.TPM</a:t>
            </a:r>
            <a:r>
              <a:rPr lang="zh-CN" altLang="en-US" sz="2400" b="1">
                <a:latin typeface="宋体" panose="02010600030101010101" pitchFamily="2" charset="-122"/>
                <a:cs typeface="Times New Roman" panose="02020603050405020304" pitchFamily="18" charset="0"/>
              </a:rPr>
              <a:t>的基本思想（三个全）</a:t>
            </a:r>
            <a:endParaRPr lang="zh-CN" altLang="en-US" sz="2400" b="1"/>
          </a:p>
          <a:p>
            <a:pPr eaLnBrk="0" hangingPunct="0">
              <a:spcBef>
                <a:spcPts val="600"/>
              </a:spcBef>
              <a:spcAft>
                <a:spcPts val="600"/>
              </a:spcAft>
            </a:pPr>
            <a:r>
              <a:rPr lang="zh-CN" altLang="en-US">
                <a:latin typeface="宋体" panose="02010600030101010101" pitchFamily="2" charset="-122"/>
                <a:cs typeface="Times New Roman" panose="02020603050405020304" pitchFamily="18" charset="0"/>
              </a:rPr>
              <a:t>（</a:t>
            </a:r>
            <a:r>
              <a:rPr lang="en-US" altLang="zh-CN">
                <a:latin typeface="宋体" panose="02010600030101010101" pitchFamily="2" charset="-122"/>
                <a:cs typeface="Times New Roman" panose="02020603050405020304" pitchFamily="18" charset="0"/>
              </a:rPr>
              <a:t>1</a:t>
            </a:r>
            <a:r>
              <a:rPr lang="zh-CN" altLang="en-US">
                <a:latin typeface="宋体" panose="02010600030101010101" pitchFamily="2" charset="-122"/>
                <a:cs typeface="Times New Roman" panose="02020603050405020304" pitchFamily="18" charset="0"/>
              </a:rPr>
              <a:t>）全效益</a:t>
            </a:r>
            <a:endParaRPr lang="zh-CN" altLang="en-US"/>
          </a:p>
          <a:p>
            <a:pPr eaLnBrk="0" hangingPunct="0">
              <a:spcBef>
                <a:spcPts val="600"/>
              </a:spcBef>
              <a:spcAft>
                <a:spcPts val="600"/>
              </a:spcAft>
            </a:pPr>
            <a:r>
              <a:rPr lang="zh-CN" altLang="en-US">
                <a:latin typeface="宋体" panose="02010600030101010101" pitchFamily="2" charset="-122"/>
                <a:cs typeface="Times New Roman" panose="02020603050405020304" pitchFamily="18" charset="0"/>
              </a:rPr>
              <a:t>全效益就是要求设备一生的寿命周期的费用最小、输出最大，即设备综合效率最高及六大损失最小。</a:t>
            </a:r>
            <a:endParaRPr lang="zh-CN" altLang="en-US"/>
          </a:p>
          <a:p>
            <a:pPr eaLnBrk="0" hangingPunct="0">
              <a:spcBef>
                <a:spcPts val="600"/>
              </a:spcBef>
              <a:spcAft>
                <a:spcPts val="600"/>
              </a:spcAft>
            </a:pPr>
            <a:r>
              <a:rPr lang="zh-CN" altLang="en-US">
                <a:latin typeface="宋体" panose="02010600030101010101" pitchFamily="2" charset="-122"/>
                <a:cs typeface="Times New Roman" panose="02020603050405020304" pitchFamily="18" charset="0"/>
              </a:rPr>
              <a:t>（</a:t>
            </a:r>
            <a:r>
              <a:rPr lang="en-US" altLang="zh-CN">
                <a:latin typeface="宋体" panose="02010600030101010101" pitchFamily="2" charset="-122"/>
                <a:cs typeface="Times New Roman" panose="02020603050405020304" pitchFamily="18" charset="0"/>
              </a:rPr>
              <a:t>2</a:t>
            </a:r>
            <a:r>
              <a:rPr lang="zh-CN" altLang="en-US">
                <a:latin typeface="宋体" panose="02010600030101010101" pitchFamily="2" charset="-122"/>
                <a:cs typeface="Times New Roman" panose="02020603050405020304" pitchFamily="18" charset="0"/>
              </a:rPr>
              <a:t>）全系统</a:t>
            </a:r>
            <a:endParaRPr lang="zh-CN" altLang="en-US"/>
          </a:p>
          <a:p>
            <a:pPr eaLnBrk="0" hangingPunct="0">
              <a:spcBef>
                <a:spcPts val="600"/>
              </a:spcBef>
              <a:spcAft>
                <a:spcPts val="600"/>
              </a:spcAft>
            </a:pPr>
            <a:r>
              <a:rPr lang="zh-CN" altLang="en-US">
                <a:latin typeface="宋体" panose="02010600030101010101" pitchFamily="2" charset="-122"/>
                <a:cs typeface="Times New Roman" panose="02020603050405020304" pitchFamily="18" charset="0"/>
              </a:rPr>
              <a:t>全系统就是从设备的设计、制造、使用、维修、改造到更新的设备一生的管理，因此，有时又</a:t>
            </a:r>
            <a:r>
              <a:rPr lang="zh-CN" altLang="en-US">
                <a:latin typeface="Times New Roman" panose="02020603050405020304" pitchFamily="18" charset="0"/>
              </a:rPr>
              <a:t>称全过程管理。</a:t>
            </a:r>
            <a:endParaRPr lang="zh-CN" altLang="en-US"/>
          </a:p>
          <a:p>
            <a:pPr eaLnBrk="0" hangingPunct="0">
              <a:spcBef>
                <a:spcPts val="600"/>
              </a:spcBef>
              <a:spcAft>
                <a:spcPts val="600"/>
              </a:spcAft>
            </a:pPr>
            <a:r>
              <a:rPr lang="zh-CN" altLang="en-US">
                <a:latin typeface="Times New Roman" panose="02020603050405020304" pitchFamily="18" charset="0"/>
              </a:rPr>
              <a:t>（</a:t>
            </a:r>
            <a:r>
              <a:rPr lang="en-US" altLang="zh-CN">
                <a:latin typeface="Times New Roman" panose="02020603050405020304" pitchFamily="18" charset="0"/>
              </a:rPr>
              <a:t>3</a:t>
            </a:r>
            <a:r>
              <a:rPr lang="zh-CN" altLang="en-US">
                <a:latin typeface="Times New Roman" panose="02020603050405020304" pitchFamily="18" charset="0"/>
              </a:rPr>
              <a:t>）全员参加</a:t>
            </a:r>
            <a:endParaRPr lang="zh-CN" altLang="en-US"/>
          </a:p>
          <a:p>
            <a:pPr eaLnBrk="0" hangingPunct="0">
              <a:spcBef>
                <a:spcPts val="600"/>
              </a:spcBef>
              <a:spcAft>
                <a:spcPts val="600"/>
              </a:spcAft>
            </a:pPr>
            <a:r>
              <a:rPr lang="zh-CN" altLang="en-US">
                <a:latin typeface="Times New Roman" panose="02020603050405020304" pitchFamily="18" charset="0"/>
              </a:rPr>
              <a:t>全员参加就是凡是和设备的规划、设计、制造、使用、维修有关的部门和有关人员都参加到设备管理的行列中来。</a:t>
            </a:r>
            <a:endParaRPr lang="zh-CN" altLang="en-US"/>
          </a:p>
          <a:p>
            <a:pPr eaLnBrk="0" hangingPunct="0">
              <a:spcBef>
                <a:spcPts val="600"/>
              </a:spcBef>
              <a:spcAft>
                <a:spcPts val="600"/>
              </a:spcAft>
            </a:pPr>
            <a:r>
              <a:rPr lang="zh-CN" altLang="en-US">
                <a:latin typeface="Times New Roman" panose="02020603050405020304" pitchFamily="18" charset="0"/>
              </a:rPr>
              <a:t>所以，</a:t>
            </a:r>
            <a:r>
              <a:rPr lang="en-US" altLang="zh-CN">
                <a:latin typeface="Times New Roman" panose="02020603050405020304" pitchFamily="18" charset="0"/>
              </a:rPr>
              <a:t>TPM</a:t>
            </a:r>
            <a:r>
              <a:rPr lang="zh-CN" altLang="en-US">
                <a:latin typeface="Times New Roman" panose="02020603050405020304" pitchFamily="18" charset="0"/>
              </a:rPr>
              <a:t>是全员参加的、以提高设备综合效率为目标的、以设备一生为对象的生产维修制度。</a:t>
            </a:r>
            <a:endParaRPr lang="zh-CN" altLang="en-US"/>
          </a:p>
        </p:txBody>
      </p:sp>
    </p:spTree>
  </p:cSld>
  <p:clrMapOvr>
    <a:masterClrMapping/>
  </p:clrMapOvr>
  <p:transition spd="slow">
    <p:strips dir="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D33D381-F86B-35AC-D895-C8CB630244AA}"/>
              </a:ext>
            </a:extLst>
          </p:cNvPr>
          <p:cNvSpPr>
            <a:spLocks noGrp="1"/>
          </p:cNvSpPr>
          <p:nvPr>
            <p:ph type="dt" sz="half" idx="10"/>
          </p:nvPr>
        </p:nvSpPr>
        <p:spPr/>
        <p:txBody>
          <a:bodyPr/>
          <a:lstStyle/>
          <a:p>
            <a:r>
              <a:rPr lang="zh-CN" altLang="en-US"/>
              <a:t>讲义制作：李丽，陈志祥审</a:t>
            </a:r>
            <a:endParaRPr lang="en-US" altLang="zh-CN"/>
          </a:p>
        </p:txBody>
      </p:sp>
      <p:sp>
        <p:nvSpPr>
          <p:cNvPr id="322562" name="标题 1">
            <a:extLst>
              <a:ext uri="{FF2B5EF4-FFF2-40B4-BE49-F238E27FC236}">
                <a16:creationId xmlns:a16="http://schemas.microsoft.com/office/drawing/2014/main" id="{33FC4339-BF8B-5E2B-DFC8-EBE460058B75}"/>
              </a:ext>
            </a:extLst>
          </p:cNvPr>
          <p:cNvSpPr>
            <a:spLocks noGrp="1"/>
          </p:cNvSpPr>
          <p:nvPr>
            <p:ph type="title" idx="4294967295"/>
          </p:nvPr>
        </p:nvSpPr>
        <p:spPr/>
        <p:txBody>
          <a:bodyPr/>
          <a:lstStyle/>
          <a:p>
            <a:r>
              <a:rPr lang="zh-CN" altLang="en-US" b="1">
                <a:solidFill>
                  <a:schemeClr val="tx1"/>
                </a:solidFill>
                <a:effectLst/>
              </a:rPr>
              <a:t>（二）全员生产维护制度</a:t>
            </a:r>
          </a:p>
        </p:txBody>
      </p:sp>
      <p:sp>
        <p:nvSpPr>
          <p:cNvPr id="3" name="内容占位符 2">
            <a:extLst>
              <a:ext uri="{FF2B5EF4-FFF2-40B4-BE49-F238E27FC236}">
                <a16:creationId xmlns:a16="http://schemas.microsoft.com/office/drawing/2014/main" id="{68E6D14B-42E7-E7FE-7A17-43CF9EBDE765}"/>
              </a:ext>
            </a:extLst>
          </p:cNvPr>
          <p:cNvSpPr>
            <a:spLocks noGrp="1"/>
          </p:cNvSpPr>
          <p:nvPr>
            <p:ph idx="4294967295"/>
          </p:nvPr>
        </p:nvSpPr>
        <p:spPr/>
        <p:txBody>
          <a:bodyPr>
            <a:normAutofit/>
          </a:bodyPr>
          <a:lstStyle/>
          <a:p>
            <a:pPr>
              <a:buFontTx/>
              <a:buNone/>
            </a:pPr>
            <a:r>
              <a:rPr lang="en-US" altLang="zh-CN" sz="3000" b="1"/>
              <a:t>2</a:t>
            </a:r>
            <a:r>
              <a:rPr lang="zh-CN" altLang="en-US" sz="3000" b="1"/>
              <a:t>．</a:t>
            </a:r>
            <a:r>
              <a:rPr lang="en-US" altLang="zh-CN" sz="3000" b="1"/>
              <a:t>TPM</a:t>
            </a:r>
            <a:r>
              <a:rPr lang="zh-CN" altLang="en-US" sz="3000" b="1"/>
              <a:t>的基本特征（五大支柱）</a:t>
            </a:r>
          </a:p>
          <a:p>
            <a:pPr>
              <a:buFontTx/>
              <a:buNone/>
            </a:pPr>
            <a:r>
              <a:rPr lang="zh-CN" altLang="en-US" sz="3000"/>
              <a:t>（</a:t>
            </a:r>
            <a:r>
              <a:rPr lang="en-US" altLang="zh-CN" sz="3000"/>
              <a:t>1</a:t>
            </a:r>
            <a:r>
              <a:rPr lang="zh-CN" altLang="en-US" sz="3000"/>
              <a:t>）以提高设备综合效率为目标；</a:t>
            </a:r>
          </a:p>
          <a:p>
            <a:pPr>
              <a:buFontTx/>
              <a:buNone/>
            </a:pPr>
            <a:r>
              <a:rPr lang="zh-CN" altLang="en-US" sz="3000"/>
              <a:t>（</a:t>
            </a:r>
            <a:r>
              <a:rPr lang="en-US" altLang="zh-CN" sz="3000"/>
              <a:t>2</a:t>
            </a:r>
            <a:r>
              <a:rPr lang="zh-CN" altLang="en-US" sz="3000"/>
              <a:t>）建立以设备一生为对象的生产维修总系统：</a:t>
            </a:r>
          </a:p>
          <a:p>
            <a:pPr>
              <a:buFontTx/>
              <a:buNone/>
            </a:pPr>
            <a:r>
              <a:rPr lang="zh-CN" altLang="en-US" sz="3000"/>
              <a:t>（</a:t>
            </a:r>
            <a:r>
              <a:rPr lang="en-US" altLang="zh-CN" sz="3000"/>
              <a:t>3</a:t>
            </a:r>
            <a:r>
              <a:rPr lang="zh-CN" altLang="en-US" sz="3000"/>
              <a:t>）设备的计划、使用、保养等所有部门都参加；</a:t>
            </a:r>
          </a:p>
          <a:p>
            <a:pPr>
              <a:buFontTx/>
              <a:buNone/>
            </a:pPr>
            <a:r>
              <a:rPr lang="zh-CN" altLang="en-US" sz="3000"/>
              <a:t>（</a:t>
            </a:r>
            <a:r>
              <a:rPr lang="en-US" altLang="zh-CN" sz="3000"/>
              <a:t>4</a:t>
            </a:r>
            <a:r>
              <a:rPr lang="zh-CN" altLang="en-US" sz="3000"/>
              <a:t>）从最高领导到第一线工人全体成员参加；</a:t>
            </a:r>
          </a:p>
          <a:p>
            <a:pPr>
              <a:buFontTx/>
              <a:buNone/>
            </a:pPr>
            <a:r>
              <a:rPr lang="zh-CN" altLang="en-US" sz="3000"/>
              <a:t>（</a:t>
            </a:r>
            <a:r>
              <a:rPr lang="en-US" altLang="zh-CN" sz="3000"/>
              <a:t>5</a:t>
            </a:r>
            <a:r>
              <a:rPr lang="zh-CN" altLang="en-US" sz="3000"/>
              <a:t>）加强生产维修保养思想教育，开展班组自主活动，推广生产维修</a:t>
            </a:r>
          </a:p>
          <a:p>
            <a:pPr>
              <a:buFontTx/>
              <a:buNone/>
            </a:pPr>
            <a:endParaRPr lang="en-US" altLang="zh-CN" sz="3000"/>
          </a:p>
        </p:txBody>
      </p:sp>
    </p:spTree>
  </p:cSld>
  <p:clrMapOvr>
    <a:masterClrMapping/>
  </p:clrMapOvr>
  <p:transition spd="slow">
    <p:strips dir="rd"/>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CCB4A02-C103-8685-9FD4-568B89FC6518}"/>
              </a:ext>
            </a:extLst>
          </p:cNvPr>
          <p:cNvSpPr>
            <a:spLocks noGrp="1"/>
          </p:cNvSpPr>
          <p:nvPr>
            <p:ph type="dt" sz="half" idx="10"/>
          </p:nvPr>
        </p:nvSpPr>
        <p:spPr/>
        <p:txBody>
          <a:bodyPr/>
          <a:lstStyle/>
          <a:p>
            <a:r>
              <a:rPr lang="zh-CN" altLang="en-US"/>
              <a:t>讲义制作：李丽，陈志祥审</a:t>
            </a:r>
            <a:endParaRPr lang="en-US" altLang="zh-CN"/>
          </a:p>
        </p:txBody>
      </p:sp>
      <p:sp>
        <p:nvSpPr>
          <p:cNvPr id="323586" name="标题 1">
            <a:extLst>
              <a:ext uri="{FF2B5EF4-FFF2-40B4-BE49-F238E27FC236}">
                <a16:creationId xmlns:a16="http://schemas.microsoft.com/office/drawing/2014/main" id="{1F3DFCD9-BD39-B758-CEDD-1747FEC25E09}"/>
              </a:ext>
            </a:extLst>
          </p:cNvPr>
          <p:cNvSpPr>
            <a:spLocks noGrp="1"/>
          </p:cNvSpPr>
          <p:nvPr>
            <p:ph type="title" idx="4294967295"/>
          </p:nvPr>
        </p:nvSpPr>
        <p:spPr>
          <a:xfrm>
            <a:off x="468313" y="260350"/>
            <a:ext cx="8229600" cy="1143000"/>
          </a:xfrm>
        </p:spPr>
        <p:txBody>
          <a:bodyPr/>
          <a:lstStyle/>
          <a:p>
            <a:r>
              <a:rPr lang="zh-CN" altLang="en-US" b="1">
                <a:solidFill>
                  <a:schemeClr val="tx1"/>
                </a:solidFill>
                <a:effectLst/>
              </a:rPr>
              <a:t>（二）全员生产维护制度</a:t>
            </a:r>
          </a:p>
        </p:txBody>
      </p:sp>
      <p:sp>
        <p:nvSpPr>
          <p:cNvPr id="3" name="内容占位符 2">
            <a:extLst>
              <a:ext uri="{FF2B5EF4-FFF2-40B4-BE49-F238E27FC236}">
                <a16:creationId xmlns:a16="http://schemas.microsoft.com/office/drawing/2014/main" id="{0C17997B-AB29-73D3-9186-5BE24F5705BA}"/>
              </a:ext>
            </a:extLst>
          </p:cNvPr>
          <p:cNvSpPr>
            <a:spLocks noGrp="1"/>
          </p:cNvSpPr>
          <p:nvPr>
            <p:ph idx="4294967295"/>
          </p:nvPr>
        </p:nvSpPr>
        <p:spPr>
          <a:xfrm>
            <a:off x="457200" y="1268413"/>
            <a:ext cx="8229600" cy="4829175"/>
          </a:xfrm>
        </p:spPr>
        <p:txBody>
          <a:bodyPr>
            <a:normAutofit/>
          </a:bodyPr>
          <a:lstStyle/>
          <a:p>
            <a:pPr>
              <a:lnSpc>
                <a:spcPct val="80000"/>
              </a:lnSpc>
              <a:buFontTx/>
              <a:buNone/>
            </a:pPr>
            <a:r>
              <a:rPr lang="en-US" altLang="zh-CN" sz="2900" b="1"/>
              <a:t>3</a:t>
            </a:r>
            <a:r>
              <a:rPr lang="zh-CN" altLang="en-US" sz="2900" b="1"/>
              <a:t>．</a:t>
            </a:r>
            <a:r>
              <a:rPr lang="en-US" altLang="zh-CN" sz="2900" b="1"/>
              <a:t>TPM</a:t>
            </a:r>
            <a:r>
              <a:rPr lang="zh-CN" altLang="en-US" sz="2900" b="1"/>
              <a:t>的点检制</a:t>
            </a:r>
          </a:p>
          <a:p>
            <a:pPr>
              <a:spcAft>
                <a:spcPts val="600"/>
              </a:spcAft>
              <a:buFontTx/>
              <a:buNone/>
            </a:pPr>
            <a:r>
              <a:rPr lang="zh-CN" altLang="en-US" sz="2000"/>
              <a:t>（</a:t>
            </a:r>
            <a:r>
              <a:rPr lang="en-US" altLang="zh-CN" sz="2000"/>
              <a:t>1</a:t>
            </a:r>
            <a:r>
              <a:rPr lang="zh-CN" altLang="en-US" sz="2000"/>
              <a:t>）日常点检</a:t>
            </a:r>
          </a:p>
          <a:p>
            <a:pPr>
              <a:spcAft>
                <a:spcPts val="600"/>
              </a:spcAft>
              <a:buFontTx/>
              <a:buNone/>
            </a:pPr>
            <a:r>
              <a:rPr lang="zh-CN" altLang="en-US" sz="2000"/>
              <a:t>（</a:t>
            </a:r>
            <a:r>
              <a:rPr lang="en-US" altLang="zh-CN" sz="2000"/>
              <a:t>2</a:t>
            </a:r>
            <a:r>
              <a:rPr lang="zh-CN" altLang="en-US" sz="2000"/>
              <a:t>）定期检查</a:t>
            </a:r>
          </a:p>
          <a:p>
            <a:pPr>
              <a:spcAft>
                <a:spcPts val="600"/>
              </a:spcAft>
              <a:buFontTx/>
              <a:buNone/>
            </a:pPr>
            <a:r>
              <a:rPr lang="zh-CN" altLang="en-US" sz="2000"/>
              <a:t>（</a:t>
            </a:r>
            <a:r>
              <a:rPr lang="en-US" altLang="zh-CN" sz="2000"/>
              <a:t>3</a:t>
            </a:r>
            <a:r>
              <a:rPr lang="zh-CN" altLang="en-US" sz="2000"/>
              <a:t>）计划维修</a:t>
            </a:r>
          </a:p>
          <a:p>
            <a:pPr>
              <a:spcAft>
                <a:spcPts val="600"/>
              </a:spcAft>
              <a:buFontTx/>
              <a:buNone/>
            </a:pPr>
            <a:r>
              <a:rPr lang="zh-CN" altLang="en-US" sz="2000"/>
              <a:t>（</a:t>
            </a:r>
            <a:r>
              <a:rPr lang="en-US" altLang="zh-CN" sz="2000"/>
              <a:t>4</a:t>
            </a:r>
            <a:r>
              <a:rPr lang="zh-CN" altLang="en-US" sz="2000"/>
              <a:t>）改善性维修</a:t>
            </a:r>
          </a:p>
          <a:p>
            <a:pPr>
              <a:spcAft>
                <a:spcPts val="600"/>
              </a:spcAft>
              <a:buFontTx/>
              <a:buNone/>
            </a:pPr>
            <a:r>
              <a:rPr lang="zh-CN" altLang="en-US" sz="2000"/>
              <a:t>（</a:t>
            </a:r>
            <a:r>
              <a:rPr lang="en-US" altLang="zh-CN" sz="2000"/>
              <a:t>5</a:t>
            </a:r>
            <a:r>
              <a:rPr lang="zh-CN" altLang="en-US" sz="2000"/>
              <a:t>）故障维修</a:t>
            </a:r>
          </a:p>
          <a:p>
            <a:pPr>
              <a:spcAft>
                <a:spcPts val="600"/>
              </a:spcAft>
              <a:buFontTx/>
              <a:buNone/>
            </a:pPr>
            <a:r>
              <a:rPr lang="zh-CN" altLang="en-US" sz="2000"/>
              <a:t>（</a:t>
            </a:r>
            <a:r>
              <a:rPr lang="en-US" altLang="zh-CN" sz="2000"/>
              <a:t>6</a:t>
            </a:r>
            <a:r>
              <a:rPr lang="zh-CN" altLang="en-US" sz="2000"/>
              <a:t>）维修记录分析</a:t>
            </a:r>
          </a:p>
          <a:p>
            <a:pPr>
              <a:spcAft>
                <a:spcPts val="600"/>
              </a:spcAft>
              <a:buFontTx/>
              <a:buNone/>
            </a:pPr>
            <a:r>
              <a:rPr lang="zh-CN" altLang="en-US" sz="2000"/>
              <a:t>（</a:t>
            </a:r>
            <a:r>
              <a:rPr lang="en-US" altLang="zh-CN" sz="2000"/>
              <a:t>7</a:t>
            </a:r>
            <a:r>
              <a:rPr lang="zh-CN" altLang="en-US" sz="2000"/>
              <a:t>）开展</a:t>
            </a:r>
            <a:r>
              <a:rPr lang="en-US" altLang="zh-CN" sz="2000"/>
              <a:t>5S</a:t>
            </a:r>
            <a:r>
              <a:rPr lang="zh-CN" altLang="en-US" sz="2000"/>
              <a:t>活动，</a:t>
            </a:r>
            <a:r>
              <a:rPr lang="en-US" altLang="zh-CN" sz="2000"/>
              <a:t>TPM</a:t>
            </a:r>
            <a:r>
              <a:rPr lang="zh-CN" altLang="en-US" sz="2000"/>
              <a:t>教育。</a:t>
            </a:r>
          </a:p>
          <a:p>
            <a:pPr>
              <a:spcAft>
                <a:spcPts val="600"/>
              </a:spcAft>
              <a:buFontTx/>
              <a:buNone/>
            </a:pPr>
            <a:endParaRPr lang="zh-CN" altLang="en-US" sz="2000"/>
          </a:p>
          <a:p>
            <a:pPr>
              <a:lnSpc>
                <a:spcPct val="80000"/>
              </a:lnSpc>
              <a:buFontTx/>
              <a:buNone/>
            </a:pPr>
            <a:endParaRPr lang="en-US" altLang="zh-CN" sz="2000"/>
          </a:p>
        </p:txBody>
      </p:sp>
    </p:spTree>
  </p:cSld>
  <p:clrMapOvr>
    <a:masterClrMapping/>
  </p:clrMapOvr>
  <p:transition spd="slow">
    <p:strips dir="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6F0D774-52B7-5205-1788-3CFD3322A6A2}"/>
              </a:ext>
            </a:extLst>
          </p:cNvPr>
          <p:cNvSpPr>
            <a:spLocks noGrp="1"/>
          </p:cNvSpPr>
          <p:nvPr>
            <p:ph type="dt" sz="half" idx="10"/>
          </p:nvPr>
        </p:nvSpPr>
        <p:spPr/>
        <p:txBody>
          <a:bodyPr/>
          <a:lstStyle/>
          <a:p>
            <a:r>
              <a:rPr lang="zh-CN" altLang="en-US"/>
              <a:t>讲义制作：李丽，陈志祥审</a:t>
            </a:r>
            <a:endParaRPr lang="en-US" altLang="zh-CN"/>
          </a:p>
        </p:txBody>
      </p:sp>
      <p:sp>
        <p:nvSpPr>
          <p:cNvPr id="324610" name="标题 1">
            <a:extLst>
              <a:ext uri="{FF2B5EF4-FFF2-40B4-BE49-F238E27FC236}">
                <a16:creationId xmlns:a16="http://schemas.microsoft.com/office/drawing/2014/main" id="{F8065EBA-256D-7B79-60FD-9A72215091A0}"/>
              </a:ext>
            </a:extLst>
          </p:cNvPr>
          <p:cNvSpPr>
            <a:spLocks noGrp="1"/>
          </p:cNvSpPr>
          <p:nvPr>
            <p:ph type="title" idx="4294967295"/>
          </p:nvPr>
        </p:nvSpPr>
        <p:spPr>
          <a:xfrm>
            <a:off x="468313" y="260350"/>
            <a:ext cx="8229600" cy="1143000"/>
          </a:xfrm>
        </p:spPr>
        <p:txBody>
          <a:bodyPr/>
          <a:lstStyle/>
          <a:p>
            <a:r>
              <a:rPr lang="zh-CN" altLang="en-US" b="1">
                <a:solidFill>
                  <a:schemeClr val="tx1"/>
                </a:solidFill>
                <a:effectLst/>
              </a:rPr>
              <a:t>（二）全员生产维护制度</a:t>
            </a:r>
          </a:p>
        </p:txBody>
      </p:sp>
      <p:sp>
        <p:nvSpPr>
          <p:cNvPr id="324611" name="内容占位符 2">
            <a:extLst>
              <a:ext uri="{FF2B5EF4-FFF2-40B4-BE49-F238E27FC236}">
                <a16:creationId xmlns:a16="http://schemas.microsoft.com/office/drawing/2014/main" id="{231EF120-9ECB-7AD7-ABC9-8EA1A26DF028}"/>
              </a:ext>
            </a:extLst>
          </p:cNvPr>
          <p:cNvSpPr>
            <a:spLocks noGrp="1"/>
          </p:cNvSpPr>
          <p:nvPr>
            <p:ph idx="4294967295"/>
          </p:nvPr>
        </p:nvSpPr>
        <p:spPr>
          <a:xfrm>
            <a:off x="468313" y="1484313"/>
            <a:ext cx="8229600" cy="4525962"/>
          </a:xfrm>
        </p:spPr>
        <p:txBody>
          <a:bodyPr/>
          <a:lstStyle/>
          <a:p>
            <a:pPr>
              <a:buFontTx/>
              <a:buNone/>
            </a:pPr>
            <a:r>
              <a:rPr lang="en-US" altLang="zh-CN" b="1"/>
              <a:t>4</a:t>
            </a:r>
            <a:r>
              <a:rPr lang="zh-CN" altLang="en-US" b="1"/>
              <a:t>．</a:t>
            </a:r>
            <a:r>
              <a:rPr lang="en-US" altLang="zh-CN" b="1"/>
              <a:t>TPM</a:t>
            </a:r>
            <a:r>
              <a:rPr lang="zh-CN" altLang="en-US" b="1"/>
              <a:t>的推进过程</a:t>
            </a:r>
          </a:p>
          <a:p>
            <a:pPr>
              <a:lnSpc>
                <a:spcPct val="90000"/>
              </a:lnSpc>
              <a:buFontTx/>
              <a:buNone/>
            </a:pPr>
            <a:r>
              <a:rPr lang="zh-CN" altLang="en-US" sz="2000"/>
              <a:t> 推行</a:t>
            </a:r>
            <a:r>
              <a:rPr lang="en-US" altLang="zh-CN" sz="2000"/>
              <a:t>TPM</a:t>
            </a:r>
            <a:r>
              <a:rPr lang="zh-CN" altLang="en-US" sz="2000"/>
              <a:t>要从三大要素上下功夫，这三大要素是：</a:t>
            </a:r>
          </a:p>
          <a:p>
            <a:pPr>
              <a:lnSpc>
                <a:spcPct val="90000"/>
              </a:lnSpc>
              <a:buFontTx/>
              <a:buNone/>
            </a:pPr>
            <a:r>
              <a:rPr lang="zh-CN" altLang="en-US" sz="2000"/>
              <a:t>（</a:t>
            </a:r>
            <a:r>
              <a:rPr lang="en-US" altLang="zh-CN" sz="2000"/>
              <a:t>1</a:t>
            </a:r>
            <a:r>
              <a:rPr lang="zh-CN" altLang="en-US" sz="2000"/>
              <a:t>）提高工作技能：不管是操作工，还是设备工程师，都要努力提高工作技能，没有好的工作技能，全员参与将是一句空话。 </a:t>
            </a:r>
          </a:p>
          <a:p>
            <a:pPr>
              <a:lnSpc>
                <a:spcPct val="90000"/>
              </a:lnSpc>
              <a:buFontTx/>
              <a:buNone/>
            </a:pPr>
            <a:r>
              <a:rPr lang="zh-CN" altLang="en-US" sz="2000"/>
              <a:t>（</a:t>
            </a:r>
            <a:r>
              <a:rPr lang="en-US" altLang="zh-CN" sz="2000"/>
              <a:t>2</a:t>
            </a:r>
            <a:r>
              <a:rPr lang="zh-CN" altLang="en-US" sz="2000"/>
              <a:t>）改进精神面貌：精神面貌好，才能形成好的团队，共同促进，共同提高。</a:t>
            </a:r>
          </a:p>
          <a:p>
            <a:pPr>
              <a:lnSpc>
                <a:spcPct val="90000"/>
              </a:lnSpc>
              <a:buFontTx/>
              <a:buNone/>
            </a:pPr>
            <a:r>
              <a:rPr lang="zh-CN" altLang="en-US" sz="2000"/>
              <a:t>（</a:t>
            </a:r>
            <a:r>
              <a:rPr lang="en-US" altLang="zh-CN" sz="2000"/>
              <a:t>3</a:t>
            </a:r>
            <a:r>
              <a:rPr lang="zh-CN" altLang="en-US" sz="2000"/>
              <a:t>）改善操作环境：通过</a:t>
            </a:r>
            <a:r>
              <a:rPr lang="en-US" altLang="zh-CN" sz="2000"/>
              <a:t>5S</a:t>
            </a:r>
            <a:r>
              <a:rPr lang="zh-CN" altLang="en-US" sz="2000"/>
              <a:t>等活动，使操作环境良好，一方面可以提高工作兴趣及效率，另一方面可以避免一些不必要设备事故。现场整洁，物料、工具等分门别类摆放，也可使设置调整时间缩短。</a:t>
            </a:r>
          </a:p>
          <a:p>
            <a:pPr>
              <a:buFontTx/>
              <a:buNone/>
            </a:pPr>
            <a:endParaRPr lang="en-US" altLang="zh-CN" sz="1800"/>
          </a:p>
        </p:txBody>
      </p:sp>
    </p:spTree>
  </p:cSld>
  <p:clrMapOvr>
    <a:masterClrMapping/>
  </p:clrMapOvr>
  <p:transition spd="slow">
    <p:strips dir="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D782EF7-15F1-BD84-2C9E-873E14CFCF40}"/>
              </a:ext>
            </a:extLst>
          </p:cNvPr>
          <p:cNvSpPr>
            <a:spLocks noGrp="1"/>
          </p:cNvSpPr>
          <p:nvPr>
            <p:ph type="dt" sz="half" idx="10"/>
          </p:nvPr>
        </p:nvSpPr>
        <p:spPr/>
        <p:txBody>
          <a:bodyPr/>
          <a:lstStyle/>
          <a:p>
            <a:r>
              <a:rPr lang="zh-CN" altLang="en-US"/>
              <a:t>讲义制作：李丽，陈志祥审</a:t>
            </a:r>
            <a:endParaRPr lang="en-US" altLang="zh-CN"/>
          </a:p>
        </p:txBody>
      </p:sp>
      <p:sp>
        <p:nvSpPr>
          <p:cNvPr id="325634" name="标题 1">
            <a:extLst>
              <a:ext uri="{FF2B5EF4-FFF2-40B4-BE49-F238E27FC236}">
                <a16:creationId xmlns:a16="http://schemas.microsoft.com/office/drawing/2014/main" id="{B253C17A-A44B-07E3-527C-33EA3702A3A3}"/>
              </a:ext>
            </a:extLst>
          </p:cNvPr>
          <p:cNvSpPr>
            <a:spLocks noGrp="1"/>
          </p:cNvSpPr>
          <p:nvPr>
            <p:ph type="title" idx="4294967295"/>
          </p:nvPr>
        </p:nvSpPr>
        <p:spPr>
          <a:xfrm>
            <a:off x="468313" y="260350"/>
            <a:ext cx="8229600" cy="1143000"/>
          </a:xfrm>
        </p:spPr>
        <p:txBody>
          <a:bodyPr/>
          <a:lstStyle/>
          <a:p>
            <a:r>
              <a:rPr lang="zh-CN" altLang="en-US" b="1">
                <a:solidFill>
                  <a:schemeClr val="tx1"/>
                </a:solidFill>
                <a:effectLst/>
              </a:rPr>
              <a:t>（二）全员生产维护制度</a:t>
            </a:r>
          </a:p>
        </p:txBody>
      </p:sp>
      <p:sp>
        <p:nvSpPr>
          <p:cNvPr id="325635" name="内容占位符 2">
            <a:extLst>
              <a:ext uri="{FF2B5EF4-FFF2-40B4-BE49-F238E27FC236}">
                <a16:creationId xmlns:a16="http://schemas.microsoft.com/office/drawing/2014/main" id="{49C06E00-DA66-1911-4EE2-58901CA940DC}"/>
              </a:ext>
            </a:extLst>
          </p:cNvPr>
          <p:cNvSpPr>
            <a:spLocks noGrp="1"/>
          </p:cNvSpPr>
          <p:nvPr>
            <p:ph idx="4294967295"/>
          </p:nvPr>
        </p:nvSpPr>
        <p:spPr>
          <a:xfrm>
            <a:off x="468313" y="1484313"/>
            <a:ext cx="8229600" cy="4525962"/>
          </a:xfrm>
        </p:spPr>
        <p:txBody>
          <a:bodyPr/>
          <a:lstStyle/>
          <a:p>
            <a:pPr>
              <a:buFontTx/>
              <a:buNone/>
            </a:pPr>
            <a:r>
              <a:rPr lang="en-US" altLang="zh-CN" b="1"/>
              <a:t>4</a:t>
            </a:r>
            <a:r>
              <a:rPr lang="zh-CN" altLang="en-US" b="1"/>
              <a:t>．</a:t>
            </a:r>
            <a:r>
              <a:rPr lang="en-US" altLang="zh-CN" b="1"/>
              <a:t>TPM</a:t>
            </a:r>
            <a:r>
              <a:rPr lang="zh-CN" altLang="en-US" b="1"/>
              <a:t>的推进过程</a:t>
            </a:r>
          </a:p>
          <a:p>
            <a:pPr>
              <a:lnSpc>
                <a:spcPct val="80000"/>
              </a:lnSpc>
              <a:spcAft>
                <a:spcPts val="600"/>
              </a:spcAft>
              <a:buFontTx/>
              <a:buNone/>
            </a:pPr>
            <a:r>
              <a:rPr lang="zh-CN" altLang="en-US" sz="2000"/>
              <a:t>四个阶段的主要工作和作用是：</a:t>
            </a:r>
          </a:p>
          <a:p>
            <a:pPr>
              <a:lnSpc>
                <a:spcPct val="80000"/>
              </a:lnSpc>
              <a:spcAft>
                <a:spcPts val="600"/>
              </a:spcAft>
              <a:buFontTx/>
              <a:buNone/>
            </a:pPr>
            <a:r>
              <a:rPr lang="zh-CN" altLang="en-US" sz="2000"/>
              <a:t>（</a:t>
            </a:r>
            <a:r>
              <a:rPr lang="en-US" altLang="zh-CN" sz="2000"/>
              <a:t>1</a:t>
            </a:r>
            <a:r>
              <a:rPr lang="zh-CN" altLang="en-US" sz="2000"/>
              <a:t>）准备阶段</a:t>
            </a:r>
            <a:r>
              <a:rPr lang="en-US" altLang="zh-CN" sz="2000"/>
              <a:t>:</a:t>
            </a:r>
            <a:r>
              <a:rPr lang="zh-CN" altLang="en-US" sz="2000"/>
              <a:t>引进</a:t>
            </a:r>
            <a:r>
              <a:rPr lang="en-US" altLang="zh-CN" sz="2000"/>
              <a:t>TPM</a:t>
            </a:r>
            <a:r>
              <a:rPr lang="zh-CN" altLang="en-US" sz="2000"/>
              <a:t>计划，创造一个适宜的环境和氛围，这就如同产品的设计阶段一样。</a:t>
            </a:r>
          </a:p>
          <a:p>
            <a:pPr>
              <a:lnSpc>
                <a:spcPct val="80000"/>
              </a:lnSpc>
              <a:spcAft>
                <a:spcPts val="600"/>
              </a:spcAft>
              <a:buFontTx/>
              <a:buNone/>
            </a:pPr>
            <a:r>
              <a:rPr lang="zh-CN" altLang="en-US" sz="2000"/>
              <a:t>（</a:t>
            </a:r>
            <a:r>
              <a:rPr lang="en-US" altLang="zh-CN" sz="2000"/>
              <a:t>2</a:t>
            </a:r>
            <a:r>
              <a:rPr lang="zh-CN" altLang="en-US" sz="2000"/>
              <a:t>）开始阶段</a:t>
            </a:r>
            <a:r>
              <a:rPr lang="en-US" altLang="zh-CN" sz="2000"/>
              <a:t>:TPM</a:t>
            </a:r>
            <a:r>
              <a:rPr lang="zh-CN" altLang="en-US" sz="2000"/>
              <a:t>活动的开始仪式，通过广告宣传造出声势。这就相当于下达产品生产任务书一样。</a:t>
            </a:r>
          </a:p>
          <a:p>
            <a:pPr>
              <a:lnSpc>
                <a:spcPct val="80000"/>
              </a:lnSpc>
              <a:spcAft>
                <a:spcPts val="600"/>
              </a:spcAft>
              <a:buFontTx/>
              <a:buNone/>
            </a:pPr>
            <a:r>
              <a:rPr lang="zh-CN" altLang="en-US" sz="2000"/>
              <a:t>（</a:t>
            </a:r>
            <a:r>
              <a:rPr lang="en-US" altLang="zh-CN" sz="2000"/>
              <a:t>3</a:t>
            </a:r>
            <a:r>
              <a:rPr lang="zh-CN" altLang="en-US" sz="2000"/>
              <a:t>）实施阶段</a:t>
            </a:r>
            <a:r>
              <a:rPr lang="en-US" altLang="zh-CN" sz="2000"/>
              <a:t>:</a:t>
            </a:r>
            <a:r>
              <a:rPr lang="zh-CN" altLang="en-US" sz="2000"/>
              <a:t>制定目标，落实各项措施，步步深入，这就相当于产品加工、组装过程。</a:t>
            </a:r>
          </a:p>
          <a:p>
            <a:pPr>
              <a:lnSpc>
                <a:spcPct val="80000"/>
              </a:lnSpc>
              <a:spcAft>
                <a:spcPts val="600"/>
              </a:spcAft>
              <a:buFontTx/>
              <a:buNone/>
            </a:pPr>
            <a:r>
              <a:rPr lang="zh-CN" altLang="en-US" sz="2000"/>
              <a:t>（</a:t>
            </a:r>
            <a:r>
              <a:rPr lang="en-US" altLang="zh-CN" sz="2000"/>
              <a:t>4</a:t>
            </a:r>
            <a:r>
              <a:rPr lang="zh-CN" altLang="en-US" sz="2000"/>
              <a:t>）巩固阶段</a:t>
            </a:r>
            <a:r>
              <a:rPr lang="en-US" altLang="zh-CN" sz="2000"/>
              <a:t>:</a:t>
            </a:r>
            <a:r>
              <a:rPr lang="zh-CN" altLang="en-US" sz="2000"/>
              <a:t>检查评估推行</a:t>
            </a:r>
            <a:r>
              <a:rPr lang="en-US" altLang="zh-CN" sz="2000"/>
              <a:t>TPM</a:t>
            </a:r>
            <a:r>
              <a:rPr lang="zh-CN" altLang="en-US" sz="2000"/>
              <a:t>的结果，制定新目标。这就相当于产品检查、产品改进过程。</a:t>
            </a:r>
          </a:p>
          <a:p>
            <a:pPr>
              <a:buFontTx/>
              <a:buNone/>
            </a:pPr>
            <a:endParaRPr lang="en-US" altLang="zh-CN" sz="1800"/>
          </a:p>
        </p:txBody>
      </p:sp>
    </p:spTree>
  </p:cSld>
  <p:clrMapOvr>
    <a:masterClrMapping/>
  </p:clrMapOvr>
  <p:transition spd="slow">
    <p:strips dir="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AC31A04-405C-2803-3676-F2B18B26069E}"/>
              </a:ext>
            </a:extLst>
          </p:cNvPr>
          <p:cNvSpPr>
            <a:spLocks noGrp="1"/>
          </p:cNvSpPr>
          <p:nvPr>
            <p:ph type="dt" sz="half" idx="10"/>
          </p:nvPr>
        </p:nvSpPr>
        <p:spPr/>
        <p:txBody>
          <a:bodyPr/>
          <a:lstStyle/>
          <a:p>
            <a:r>
              <a:rPr lang="zh-CN" altLang="en-US"/>
              <a:t>讲义制作：李丽，陈志祥审</a:t>
            </a:r>
            <a:endParaRPr lang="en-US" altLang="zh-CN"/>
          </a:p>
        </p:txBody>
      </p:sp>
      <p:graphicFrame>
        <p:nvGraphicFramePr>
          <p:cNvPr id="326710" name="Group 54">
            <a:extLst>
              <a:ext uri="{FF2B5EF4-FFF2-40B4-BE49-F238E27FC236}">
                <a16:creationId xmlns:a16="http://schemas.microsoft.com/office/drawing/2014/main" id="{4C198532-116E-F3FB-FB1D-7D57B3A0831C}"/>
              </a:ext>
            </a:extLst>
          </p:cNvPr>
          <p:cNvGraphicFramePr>
            <a:graphicFrameLocks noGrp="1"/>
          </p:cNvGraphicFramePr>
          <p:nvPr/>
        </p:nvGraphicFramePr>
        <p:xfrm>
          <a:off x="500063" y="214313"/>
          <a:ext cx="8072437" cy="6070600"/>
        </p:xfrm>
        <a:graphic>
          <a:graphicData uri="http://schemas.openxmlformats.org/drawingml/2006/table">
            <a:tbl>
              <a:tblPr/>
              <a:tblGrid>
                <a:gridCol w="2157412">
                  <a:extLst>
                    <a:ext uri="{9D8B030D-6E8A-4147-A177-3AD203B41FA5}">
                      <a16:colId xmlns:a16="http://schemas.microsoft.com/office/drawing/2014/main" val="3616366720"/>
                    </a:ext>
                  </a:extLst>
                </a:gridCol>
                <a:gridCol w="2957513">
                  <a:extLst>
                    <a:ext uri="{9D8B030D-6E8A-4147-A177-3AD203B41FA5}">
                      <a16:colId xmlns:a16="http://schemas.microsoft.com/office/drawing/2014/main" val="595974527"/>
                    </a:ext>
                  </a:extLst>
                </a:gridCol>
                <a:gridCol w="2957512">
                  <a:extLst>
                    <a:ext uri="{9D8B030D-6E8A-4147-A177-3AD203B41FA5}">
                      <a16:colId xmlns:a16="http://schemas.microsoft.com/office/drawing/2014/main" val="442832168"/>
                    </a:ext>
                  </a:extLst>
                </a:gridCol>
              </a:tblGrid>
              <a:tr h="290513">
                <a:tc>
                  <a:txBody>
                    <a:bodyPr/>
                    <a:lstStyle>
                      <a:lvl1pPr>
                        <a:spcBef>
                          <a:spcPct val="20000"/>
                        </a:spcBef>
                        <a:buClr>
                          <a:schemeClr val="tx2"/>
                        </a:buClr>
                        <a:tabLst>
                          <a:tab pos="2632075" algn="ct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2632075" algn="ct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2632075" algn="ct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2632075" algn="ct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2632075"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阶段</a:t>
                      </a:r>
                    </a:p>
                  </a:txBody>
                  <a:tcPr marL="60356" marR="6035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2632075" algn="ct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2632075" algn="ct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2632075" algn="ct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2632075" algn="ct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2632075"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步骤</a:t>
                      </a:r>
                    </a:p>
                  </a:txBody>
                  <a:tcPr marL="60356" marR="6035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2632075" algn="ct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2632075" algn="ct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2632075" algn="ct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2632075" algn="ct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2632075"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主要内容</a:t>
                      </a:r>
                    </a:p>
                  </a:txBody>
                  <a:tcPr marL="60356" marR="6035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2693734179"/>
                  </a:ext>
                </a:extLst>
              </a:tr>
              <a:tr h="581025">
                <a:tc rowSpan="5">
                  <a:txBody>
                    <a:bodyPr/>
                    <a:lstStyle>
                      <a:lvl1pPr>
                        <a:spcBef>
                          <a:spcPct val="20000"/>
                        </a:spcBef>
                        <a:buClr>
                          <a:schemeClr val="tx2"/>
                        </a:buClr>
                        <a:tabLst>
                          <a:tab pos="2632075" algn="ct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2632075" algn="ct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2632075" algn="ct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2632075" algn="ct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2632075"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准备</a:t>
                      </a:r>
                    </a:p>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阶段</a:t>
                      </a:r>
                    </a:p>
                  </a:txBody>
                  <a:tcPr marL="60356" marR="6035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2632075" algn="ct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2632075" algn="ct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2632075" algn="ct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2632075" algn="ct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2632075"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1</a:t>
                      </a: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．领导层宣传引进</a:t>
                      </a: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TPM</a:t>
                      </a: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的决心</a:t>
                      </a:r>
                    </a:p>
                  </a:txBody>
                  <a:tcPr marL="60356" marR="6035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2632075" algn="ct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2632075" algn="ct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2632075" algn="ct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2632075" algn="ct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2632075"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以领导讲演宣布</a:t>
                      </a: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TPM</a:t>
                      </a: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开始，表示决心，公司报纸刊登</a:t>
                      </a:r>
                    </a:p>
                  </a:txBody>
                  <a:tcPr marL="60356" marR="6035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2503157719"/>
                  </a:ext>
                </a:extLst>
              </a:tr>
              <a:tr h="469900">
                <a:tc vMerge="1">
                  <a:txBody>
                    <a:bodyPr/>
                    <a:lstStyle/>
                    <a:p>
                      <a:endParaRPr lang="zh-CN" altLang="en-US"/>
                    </a:p>
                  </a:txBody>
                  <a:tcPr/>
                </a:tc>
                <a:tc>
                  <a:txBody>
                    <a:bodyPr/>
                    <a:lstStyle>
                      <a:lvl1pPr>
                        <a:spcBef>
                          <a:spcPct val="20000"/>
                        </a:spcBef>
                        <a:buClr>
                          <a:schemeClr val="tx2"/>
                        </a:buClr>
                        <a:tabLst>
                          <a:tab pos="2632075" algn="ct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2632075" algn="ct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2632075" algn="ct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2632075" algn="ct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2632075"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2</a:t>
                      </a: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TPM</a:t>
                      </a: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引进宣传和人员培训</a:t>
                      </a:r>
                    </a:p>
                  </a:txBody>
                  <a:tcPr marL="60356" marR="6035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2632075" algn="ct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2632075" algn="ct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2632075" algn="ct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2632075" algn="ct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2632075"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按不同层次组织培训，利用投影宣传教育</a:t>
                      </a:r>
                    </a:p>
                  </a:txBody>
                  <a:tcPr marL="60356" marR="6035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2108286143"/>
                  </a:ext>
                </a:extLst>
              </a:tr>
              <a:tr h="469900">
                <a:tc vMerge="1">
                  <a:txBody>
                    <a:bodyPr/>
                    <a:lstStyle/>
                    <a:p>
                      <a:endParaRPr lang="zh-CN" altLang="en-US"/>
                    </a:p>
                  </a:txBody>
                  <a:tcPr/>
                </a:tc>
                <a:tc>
                  <a:txBody>
                    <a:bodyPr/>
                    <a:lstStyle>
                      <a:lvl1pPr>
                        <a:spcBef>
                          <a:spcPct val="20000"/>
                        </a:spcBef>
                        <a:buClr>
                          <a:schemeClr val="tx2"/>
                        </a:buClr>
                        <a:tabLst>
                          <a:tab pos="2632075" algn="ct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2632075" algn="ct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2632075" algn="ct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2632075" algn="ct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2632075"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3</a:t>
                      </a: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．建立</a:t>
                      </a: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TPM</a:t>
                      </a: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推进机构</a:t>
                      </a:r>
                    </a:p>
                  </a:txBody>
                  <a:tcPr marL="60356" marR="6035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2632075" algn="ct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2632075" algn="ct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2632075" algn="ct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2632075" algn="ct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2632075"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成立各级</a:t>
                      </a: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TPM</a:t>
                      </a: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推进委员会和专业组织</a:t>
                      </a:r>
                    </a:p>
                  </a:txBody>
                  <a:tcPr marL="60356" marR="6035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2228947318"/>
                  </a:ext>
                </a:extLst>
              </a:tr>
              <a:tr h="290513">
                <a:tc vMerge="1">
                  <a:txBody>
                    <a:bodyPr/>
                    <a:lstStyle/>
                    <a:p>
                      <a:endParaRPr lang="zh-CN" altLang="en-US"/>
                    </a:p>
                  </a:txBody>
                  <a:tcPr/>
                </a:tc>
                <a:tc>
                  <a:txBody>
                    <a:bodyPr/>
                    <a:lstStyle>
                      <a:lvl1pPr>
                        <a:spcBef>
                          <a:spcPct val="20000"/>
                        </a:spcBef>
                        <a:buClr>
                          <a:schemeClr val="tx2"/>
                        </a:buClr>
                        <a:tabLst>
                          <a:tab pos="2632075" algn="ct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2632075" algn="ct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2632075" algn="ct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2632075" algn="ct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2632075"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4</a:t>
                      </a: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．制定</a:t>
                      </a: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TPM</a:t>
                      </a: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基本方针和目标</a:t>
                      </a:r>
                    </a:p>
                  </a:txBody>
                  <a:tcPr marL="60356" marR="6035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2632075" algn="ct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2632075" algn="ct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2632075" algn="ct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2632075" algn="ct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2632075"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找出基准点和设定目标结果</a:t>
                      </a:r>
                    </a:p>
                  </a:txBody>
                  <a:tcPr marL="60356" marR="6035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1396480261"/>
                  </a:ext>
                </a:extLst>
              </a:tr>
              <a:tr h="469900">
                <a:tc vMerge="1">
                  <a:txBody>
                    <a:bodyPr/>
                    <a:lstStyle/>
                    <a:p>
                      <a:endParaRPr lang="zh-CN" altLang="en-US"/>
                    </a:p>
                  </a:txBody>
                  <a:tcPr/>
                </a:tc>
                <a:tc>
                  <a:txBody>
                    <a:bodyPr/>
                    <a:lstStyle>
                      <a:lvl1pPr>
                        <a:spcBef>
                          <a:spcPct val="20000"/>
                        </a:spcBef>
                        <a:buClr>
                          <a:schemeClr val="tx2"/>
                        </a:buClr>
                        <a:tabLst>
                          <a:tab pos="2632075" algn="ct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2632075" algn="ct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2632075" algn="ct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2632075" algn="ct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2632075"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5</a:t>
                      </a: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．制定</a:t>
                      </a: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TPM</a:t>
                      </a: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推进总计划</a:t>
                      </a:r>
                    </a:p>
                  </a:txBody>
                  <a:tcPr marL="60356" marR="6035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2632075" algn="ct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2632075" algn="ct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2632075" algn="ct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2632075" algn="ct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2632075"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计划从</a:t>
                      </a: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TPM</a:t>
                      </a: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引进开始到最后评估为止</a:t>
                      </a:r>
                    </a:p>
                  </a:txBody>
                  <a:tcPr marL="60356" marR="6035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1094461638"/>
                  </a:ext>
                </a:extLst>
              </a:tr>
              <a:tr h="704850">
                <a:tc>
                  <a:txBody>
                    <a:bodyPr/>
                    <a:lstStyle>
                      <a:lvl1pPr>
                        <a:spcBef>
                          <a:spcPct val="20000"/>
                        </a:spcBef>
                        <a:buClr>
                          <a:schemeClr val="tx2"/>
                        </a:buClr>
                        <a:tabLst>
                          <a:tab pos="2632075" algn="ct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2632075" algn="ct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2632075" algn="ct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2632075" algn="ct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2632075"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开始</a:t>
                      </a:r>
                    </a:p>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阶段</a:t>
                      </a:r>
                    </a:p>
                  </a:txBody>
                  <a:tcPr marL="60356" marR="6035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2632075" algn="ct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2632075" algn="ct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2632075" algn="ct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2632075" algn="ct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2632075"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6</a:t>
                      </a: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TPM</a:t>
                      </a: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正式起步</a:t>
                      </a:r>
                    </a:p>
                  </a:txBody>
                  <a:tcPr marL="60356" marR="6035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2632075" algn="ct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2632075" algn="ct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2632075" algn="ct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2632075" algn="ct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2632075"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举行仪式，开大会，请订货、协作等相关公司参加，宣布</a:t>
                      </a: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TPM</a:t>
                      </a: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正式开始</a:t>
                      </a:r>
                    </a:p>
                  </a:txBody>
                  <a:tcPr marL="60356" marR="6035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44645851"/>
                  </a:ext>
                </a:extLst>
              </a:tr>
              <a:tr h="469900">
                <a:tc rowSpan="5">
                  <a:txBody>
                    <a:bodyPr/>
                    <a:lstStyle>
                      <a:lvl1pPr>
                        <a:spcBef>
                          <a:spcPct val="20000"/>
                        </a:spcBef>
                        <a:buClr>
                          <a:schemeClr val="tx2"/>
                        </a:buClr>
                        <a:tabLst>
                          <a:tab pos="2632075" algn="ct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2632075" algn="ct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2632075" algn="ct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2632075" algn="ct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2632075"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实施</a:t>
                      </a:r>
                    </a:p>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阶段</a:t>
                      </a:r>
                    </a:p>
                  </a:txBody>
                  <a:tcPr marL="60356" marR="6035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2632075" algn="ct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2632075" algn="ct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2632075" algn="ct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2632075" algn="ct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2632075"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7</a:t>
                      </a: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．提高设备综合效率措施</a:t>
                      </a:r>
                    </a:p>
                  </a:txBody>
                  <a:tcPr marL="60356" marR="6035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2632075" algn="ct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2632075" algn="ct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2632075" algn="ct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2632075" algn="ct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2632075"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选定典型设备，由专业指导小组协助攻关</a:t>
                      </a:r>
                    </a:p>
                  </a:txBody>
                  <a:tcPr marL="60356" marR="6035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1657818933"/>
                  </a:ext>
                </a:extLst>
              </a:tr>
              <a:tr h="290513">
                <a:tc vMerge="1">
                  <a:txBody>
                    <a:bodyPr/>
                    <a:lstStyle/>
                    <a:p>
                      <a:endParaRPr lang="zh-CN" altLang="en-US"/>
                    </a:p>
                  </a:txBody>
                  <a:tcPr/>
                </a:tc>
                <a:tc>
                  <a:txBody>
                    <a:bodyPr/>
                    <a:lstStyle>
                      <a:lvl1pPr>
                        <a:spcBef>
                          <a:spcPct val="20000"/>
                        </a:spcBef>
                        <a:buClr>
                          <a:schemeClr val="tx2"/>
                        </a:buClr>
                        <a:tabLst>
                          <a:tab pos="2632075" algn="ct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2632075" algn="ct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2632075" algn="ct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2632075" algn="ct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2632075"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8</a:t>
                      </a: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．建立自主维修体制</a:t>
                      </a:r>
                    </a:p>
                  </a:txBody>
                  <a:tcPr marL="60356" marR="6035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2632075" algn="ct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2632075" algn="ct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2632075" algn="ct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2632075" algn="ct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2632075"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步骤、方式及诊断方法</a:t>
                      </a:r>
                    </a:p>
                  </a:txBody>
                  <a:tcPr marL="60356" marR="6035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1680966631"/>
                  </a:ext>
                </a:extLst>
              </a:tr>
              <a:tr h="581025">
                <a:tc vMerge="1">
                  <a:txBody>
                    <a:bodyPr/>
                    <a:lstStyle/>
                    <a:p>
                      <a:endParaRPr lang="zh-CN" altLang="en-US"/>
                    </a:p>
                  </a:txBody>
                  <a:tcPr/>
                </a:tc>
                <a:tc>
                  <a:txBody>
                    <a:bodyPr/>
                    <a:lstStyle>
                      <a:lvl1pPr>
                        <a:spcBef>
                          <a:spcPct val="20000"/>
                        </a:spcBef>
                        <a:buClr>
                          <a:schemeClr val="tx2"/>
                        </a:buClr>
                        <a:tabLst>
                          <a:tab pos="2632075" algn="ct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2632075" algn="ct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2632075" algn="ct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2632075" algn="ct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2632075"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9</a:t>
                      </a: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．维修部门建立维修计划</a:t>
                      </a:r>
                    </a:p>
                  </a:txBody>
                  <a:tcPr marL="60356" marR="6035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2632075" algn="ct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2632075" algn="ct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2632075" algn="ct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2632075" algn="ct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2632075"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定期维修、预防维修、备件、工具、图纸及施工管理</a:t>
                      </a:r>
                    </a:p>
                  </a:txBody>
                  <a:tcPr marL="60356" marR="6035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266156252"/>
                  </a:ext>
                </a:extLst>
              </a:tr>
              <a:tr h="290513">
                <a:tc vMerge="1">
                  <a:txBody>
                    <a:bodyPr/>
                    <a:lstStyle/>
                    <a:p>
                      <a:endParaRPr lang="zh-CN" altLang="en-US"/>
                    </a:p>
                  </a:txBody>
                  <a:tcPr/>
                </a:tc>
                <a:tc>
                  <a:txBody>
                    <a:bodyPr/>
                    <a:lstStyle>
                      <a:lvl1pPr>
                        <a:spcBef>
                          <a:spcPct val="20000"/>
                        </a:spcBef>
                        <a:buClr>
                          <a:schemeClr val="tx2"/>
                        </a:buClr>
                        <a:tabLst>
                          <a:tab pos="2632075" algn="ct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2632075" algn="ct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2632075" algn="ct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2632075" algn="ct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2632075"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10</a:t>
                      </a: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．提高操作和维修技能的培训</a:t>
                      </a:r>
                    </a:p>
                  </a:txBody>
                  <a:tcPr marL="60356" marR="6035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2632075" algn="ct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2632075" algn="ct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2632075" algn="ct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2632075" algn="ct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2632075"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分层次进行各种技能培训</a:t>
                      </a:r>
                    </a:p>
                  </a:txBody>
                  <a:tcPr marL="60356" marR="6035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533871926"/>
                  </a:ext>
                </a:extLst>
              </a:tr>
              <a:tr h="581025">
                <a:tc vMerge="1">
                  <a:txBody>
                    <a:bodyPr/>
                    <a:lstStyle/>
                    <a:p>
                      <a:endParaRPr lang="zh-CN" altLang="en-US"/>
                    </a:p>
                  </a:txBody>
                  <a:tcPr/>
                </a:tc>
                <a:tc>
                  <a:txBody>
                    <a:bodyPr/>
                    <a:lstStyle>
                      <a:lvl1pPr>
                        <a:spcBef>
                          <a:spcPct val="20000"/>
                        </a:spcBef>
                        <a:buClr>
                          <a:schemeClr val="tx2"/>
                        </a:buClr>
                        <a:tabLst>
                          <a:tab pos="2632075" algn="ct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2632075" algn="ct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2632075" algn="ct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2632075" algn="ct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2632075"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11</a:t>
                      </a: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．建立前期设备管理体制</a:t>
                      </a:r>
                    </a:p>
                  </a:txBody>
                  <a:tcPr marL="60356" marR="6035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2632075" algn="ct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2632075" algn="ct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2632075" algn="ct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2632075" algn="ct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2632075"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维修预防设计，早期管理程序，寿命周期费用评估</a:t>
                      </a:r>
                    </a:p>
                  </a:txBody>
                  <a:tcPr marL="60356" marR="6035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744620055"/>
                  </a:ext>
                </a:extLst>
              </a:tr>
              <a:tr h="581025">
                <a:tc>
                  <a:txBody>
                    <a:bodyPr/>
                    <a:lstStyle>
                      <a:lvl1pPr>
                        <a:spcBef>
                          <a:spcPct val="20000"/>
                        </a:spcBef>
                        <a:buClr>
                          <a:schemeClr val="tx2"/>
                        </a:buClr>
                        <a:tabLst>
                          <a:tab pos="2632075" algn="ct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2632075" algn="ct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2632075" algn="ct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2632075" algn="ct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2632075"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巩固</a:t>
                      </a:r>
                    </a:p>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阶段</a:t>
                      </a:r>
                    </a:p>
                  </a:txBody>
                  <a:tcPr marL="60356" marR="6035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2632075" algn="ct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2632075" algn="ct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2632075" algn="ct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2632075" algn="ct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2632075"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en-US" altLang="zh-CN" sz="1400" b="0" i="0" u="none" strike="noStrike" cap="none" normalizeH="0" baseline="0">
                          <a:ln>
                            <a:noFill/>
                          </a:ln>
                          <a:solidFill>
                            <a:schemeClr val="tx1"/>
                          </a:solidFill>
                          <a:effectLst/>
                          <a:latin typeface="宋体" panose="02010600030101010101" pitchFamily="2" charset="-122"/>
                          <a:ea typeface="宋体" panose="02010600030101010101" pitchFamily="2" charset="-122"/>
                        </a:rPr>
                        <a:t>12</a:t>
                      </a: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．总结提高，全面推行</a:t>
                      </a: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TPM</a:t>
                      </a:r>
                      <a:endParaRPr kumimoji="0" lang="zh-CN"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60356" marR="6035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a:spcBef>
                          <a:spcPct val="20000"/>
                        </a:spcBef>
                        <a:buClr>
                          <a:schemeClr val="tx2"/>
                        </a:buClr>
                        <a:tabLst>
                          <a:tab pos="2632075" algn="ctr"/>
                        </a:tabLst>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tabLst>
                          <a:tab pos="2632075" algn="ctr"/>
                        </a:tabLst>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tabLst>
                          <a:tab pos="2632075" algn="ctr"/>
                        </a:tabLst>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tabLst>
                          <a:tab pos="2632075" algn="ctr"/>
                        </a:tabLst>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tabLst>
                          <a:tab pos="2632075"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tabLst>
                          <a:tab pos="2632075" algn="ctr"/>
                        </a:tabLs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0"/>
                        </a:spcBef>
                        <a:spcAft>
                          <a:spcPct val="0"/>
                        </a:spcAft>
                        <a:buClr>
                          <a:schemeClr val="tx2"/>
                        </a:buClr>
                        <a:buSzTx/>
                        <a:buFontTx/>
                        <a:buNone/>
                        <a:tabLst>
                          <a:tab pos="2632075" algn="ctr"/>
                        </a:tabLst>
                      </a:pP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总结评估，接受</a:t>
                      </a:r>
                      <a:r>
                        <a:rPr kumimoji="0" lang="en-US" altLang="zh-CN"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PM</a:t>
                      </a:r>
                      <a:r>
                        <a:rPr kumimoji="0" lang="zh-CN" altLang="en-US" sz="1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奖审查，制定更高目标</a:t>
                      </a:r>
                    </a:p>
                  </a:txBody>
                  <a:tcPr marL="60356" marR="60356"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1017324030"/>
                  </a:ext>
                </a:extLst>
              </a:tr>
            </a:tbl>
          </a:graphicData>
        </a:graphic>
      </p:graphicFrame>
      <p:sp>
        <p:nvSpPr>
          <p:cNvPr id="326708" name="Rectangle 1">
            <a:extLst>
              <a:ext uri="{FF2B5EF4-FFF2-40B4-BE49-F238E27FC236}">
                <a16:creationId xmlns:a16="http://schemas.microsoft.com/office/drawing/2014/main" id="{0981E804-15D4-DC08-2F87-2D6EE7D8C60F}"/>
              </a:ext>
            </a:extLst>
          </p:cNvPr>
          <p:cNvSpPr>
            <a:spLocks noChangeArrowheads="1"/>
          </p:cNvSpPr>
          <p:nvPr/>
        </p:nvSpPr>
        <p:spPr bwMode="auto">
          <a:xfrm>
            <a:off x="2166938" y="6316663"/>
            <a:ext cx="317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tabLst>
                <a:tab pos="2633663" algn="ctr"/>
              </a:tabLst>
              <a:defRPr>
                <a:solidFill>
                  <a:schemeClr val="tx1"/>
                </a:solidFill>
                <a:latin typeface="Arial" panose="020B0604020202020204" pitchFamily="34" charset="0"/>
                <a:ea typeface="宋体" panose="02010600030101010101" pitchFamily="2" charset="-122"/>
              </a:defRPr>
            </a:lvl1pPr>
            <a:lvl2pPr marL="742950" indent="-285750">
              <a:tabLst>
                <a:tab pos="2633663" algn="ctr"/>
              </a:tabLst>
              <a:defRPr>
                <a:solidFill>
                  <a:schemeClr val="tx1"/>
                </a:solidFill>
                <a:latin typeface="Arial" panose="020B0604020202020204" pitchFamily="34" charset="0"/>
                <a:ea typeface="宋体" panose="02010600030101010101" pitchFamily="2" charset="-122"/>
              </a:defRPr>
            </a:lvl2pPr>
            <a:lvl3pPr marL="1143000" indent="-228600">
              <a:tabLst>
                <a:tab pos="2633663" algn="ctr"/>
              </a:tabLst>
              <a:defRPr>
                <a:solidFill>
                  <a:schemeClr val="tx1"/>
                </a:solidFill>
                <a:latin typeface="Arial" panose="020B0604020202020204" pitchFamily="34" charset="0"/>
                <a:ea typeface="宋体" panose="02010600030101010101" pitchFamily="2" charset="-122"/>
              </a:defRPr>
            </a:lvl3pPr>
            <a:lvl4pPr marL="1600200" indent="-228600">
              <a:tabLst>
                <a:tab pos="2633663" algn="ctr"/>
              </a:tabLst>
              <a:defRPr>
                <a:solidFill>
                  <a:schemeClr val="tx1"/>
                </a:solidFill>
                <a:latin typeface="Arial" panose="020B0604020202020204" pitchFamily="34" charset="0"/>
                <a:ea typeface="宋体" panose="02010600030101010101" pitchFamily="2" charset="-122"/>
              </a:defRPr>
            </a:lvl4pPr>
            <a:lvl5pPr marL="2057400" indent="-228600">
              <a:tabLst>
                <a:tab pos="2633663" algn="ctr"/>
              </a:tabLst>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tabLst>
                <a:tab pos="2633663" algn="ctr"/>
              </a:tabLs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tabLst>
                <a:tab pos="2633663" algn="ctr"/>
              </a:tabLs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tabLst>
                <a:tab pos="2633663" algn="ctr"/>
              </a:tabLs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tabLst>
                <a:tab pos="2633663" algn="ctr"/>
              </a:tabLst>
              <a:defRPr>
                <a:solidFill>
                  <a:schemeClr val="tx1"/>
                </a:solidFill>
                <a:latin typeface="Arial" panose="020B0604020202020204" pitchFamily="34" charset="0"/>
                <a:ea typeface="宋体" panose="02010600030101010101" pitchFamily="2" charset="-122"/>
              </a:defRPr>
            </a:lvl9pPr>
          </a:lstStyle>
          <a:p>
            <a:pPr algn="ctr"/>
            <a:r>
              <a:rPr lang="zh-CN" altLang="en-US" sz="2000" b="1">
                <a:latin typeface="Times New Roman" panose="02020603050405020304" pitchFamily="18" charset="0"/>
              </a:rPr>
              <a:t>表</a:t>
            </a:r>
            <a:r>
              <a:rPr lang="en-US" altLang="zh-CN" sz="2000" b="1">
                <a:latin typeface="Times New Roman" panose="02020603050405020304" pitchFamily="18" charset="0"/>
              </a:rPr>
              <a:t>10</a:t>
            </a:r>
            <a:r>
              <a:rPr lang="zh-CN" altLang="en-US" sz="2000" b="1">
                <a:latin typeface="Times New Roman" panose="02020603050405020304" pitchFamily="18" charset="0"/>
              </a:rPr>
              <a:t>－</a:t>
            </a:r>
            <a:r>
              <a:rPr lang="en-US" altLang="zh-CN" sz="2000" b="1">
                <a:latin typeface="Times New Roman" panose="02020603050405020304" pitchFamily="18" charset="0"/>
              </a:rPr>
              <a:t>1</a:t>
            </a:r>
            <a:r>
              <a:rPr lang="zh-CN" altLang="en-US" sz="2000" b="1">
                <a:latin typeface="Times New Roman" panose="02020603050405020304" pitchFamily="18" charset="0"/>
              </a:rPr>
              <a:t>　</a:t>
            </a:r>
            <a:r>
              <a:rPr lang="en-US" altLang="zh-CN" sz="2000" b="1">
                <a:latin typeface="Times New Roman" panose="02020603050405020304" pitchFamily="18" charset="0"/>
              </a:rPr>
              <a:t>TPM</a:t>
            </a:r>
            <a:r>
              <a:rPr lang="zh-CN" altLang="en-US" sz="2000" b="1">
                <a:latin typeface="Times New Roman" panose="02020603050405020304" pitchFamily="18" charset="0"/>
              </a:rPr>
              <a:t>的推进过程</a:t>
            </a:r>
            <a:endParaRPr lang="zh-CN" altLang="en-US" sz="2000"/>
          </a:p>
        </p:txBody>
      </p:sp>
    </p:spTree>
  </p:cSld>
  <p:clrMapOvr>
    <a:masterClrMapping/>
  </p:clrMapOvr>
  <p:transition spd="slow">
    <p:strips dir="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45D0AB7-642C-5AA7-4478-37D3DDBD5D18}"/>
              </a:ext>
            </a:extLst>
          </p:cNvPr>
          <p:cNvSpPr>
            <a:spLocks noGrp="1"/>
          </p:cNvSpPr>
          <p:nvPr>
            <p:ph type="dt" sz="half" idx="10"/>
          </p:nvPr>
        </p:nvSpPr>
        <p:spPr/>
        <p:txBody>
          <a:bodyPr/>
          <a:lstStyle/>
          <a:p>
            <a:r>
              <a:rPr lang="zh-CN" altLang="en-US"/>
              <a:t>讲义制作：李丽，陈志祥审</a:t>
            </a:r>
            <a:endParaRPr lang="en-US" altLang="zh-CN"/>
          </a:p>
        </p:txBody>
      </p:sp>
      <p:sp>
        <p:nvSpPr>
          <p:cNvPr id="330754" name="标题 1">
            <a:extLst>
              <a:ext uri="{FF2B5EF4-FFF2-40B4-BE49-F238E27FC236}">
                <a16:creationId xmlns:a16="http://schemas.microsoft.com/office/drawing/2014/main" id="{DA1E0DF3-5047-31E4-D972-EACC439DBB72}"/>
              </a:ext>
            </a:extLst>
          </p:cNvPr>
          <p:cNvSpPr>
            <a:spLocks noGrp="1"/>
          </p:cNvSpPr>
          <p:nvPr>
            <p:ph type="title" idx="4294967295"/>
          </p:nvPr>
        </p:nvSpPr>
        <p:spPr/>
        <p:txBody>
          <a:bodyPr/>
          <a:lstStyle/>
          <a:p>
            <a:r>
              <a:rPr lang="zh-CN" altLang="en-US" b="1"/>
              <a:t>本</a:t>
            </a:r>
            <a:r>
              <a:rPr lang="en-US" altLang="zh-CN" b="1"/>
              <a:t>  </a:t>
            </a:r>
            <a:r>
              <a:rPr lang="zh-CN" altLang="en-US" b="1"/>
              <a:t>章</a:t>
            </a:r>
            <a:r>
              <a:rPr lang="en-US" altLang="zh-CN" b="1"/>
              <a:t>  </a:t>
            </a:r>
            <a:r>
              <a:rPr lang="zh-CN" altLang="en-US" b="1"/>
              <a:t>小</a:t>
            </a:r>
            <a:r>
              <a:rPr lang="en-US" altLang="zh-CN" b="1"/>
              <a:t>  </a:t>
            </a:r>
            <a:r>
              <a:rPr lang="zh-CN" altLang="en-US" b="1"/>
              <a:t>结</a:t>
            </a:r>
            <a:endParaRPr lang="zh-CN" altLang="en-US"/>
          </a:p>
        </p:txBody>
      </p:sp>
      <p:sp>
        <p:nvSpPr>
          <p:cNvPr id="330755" name="内容占位符 2">
            <a:extLst>
              <a:ext uri="{FF2B5EF4-FFF2-40B4-BE49-F238E27FC236}">
                <a16:creationId xmlns:a16="http://schemas.microsoft.com/office/drawing/2014/main" id="{F0C97C99-FB64-930E-F682-5363D3CC89AF}"/>
              </a:ext>
            </a:extLst>
          </p:cNvPr>
          <p:cNvSpPr>
            <a:spLocks noGrp="1"/>
          </p:cNvSpPr>
          <p:nvPr>
            <p:ph idx="4294967295"/>
          </p:nvPr>
        </p:nvSpPr>
        <p:spPr>
          <a:xfrm>
            <a:off x="250825" y="1412875"/>
            <a:ext cx="8643938" cy="4525963"/>
          </a:xfrm>
        </p:spPr>
        <p:txBody>
          <a:bodyPr/>
          <a:lstStyle/>
          <a:p>
            <a:pPr>
              <a:buFontTx/>
              <a:buNone/>
            </a:pPr>
            <a:r>
              <a:rPr lang="en-US" altLang="zh-CN" sz="2800"/>
              <a:t>           </a:t>
            </a:r>
            <a:r>
              <a:rPr lang="zh-CN" altLang="en-US" sz="2800"/>
              <a:t>设备管理的目的是提高设备的可靠性。 提高可靠性还可以通过实施设备维护策略来实现。很多公司通过实施全员生产维修制度让员工对其所操作的设备有某种“拥有”感，当员工承担起对所操作的设备进行修理或预防维护的责任时，设备故障就会少得多。</a:t>
            </a:r>
          </a:p>
          <a:p>
            <a:pPr>
              <a:buFontTx/>
              <a:buNone/>
            </a:pPr>
            <a:r>
              <a:rPr lang="zh-CN" altLang="en-US" sz="2800"/>
              <a:t>           本章介绍了设备可靠性原理和设备维修管理的内容，重点介绍全员生产维护的思想与方法。</a:t>
            </a:r>
          </a:p>
        </p:txBody>
      </p:sp>
    </p:spTree>
  </p:cSld>
  <p:clrMapOvr>
    <a:masterClrMapping/>
  </p:clrMapOvr>
  <p:transition spd="slow">
    <p:strips dir="rd"/>
  </p:transition>
</p:sld>
</file>

<file path=ppt/theme/theme1.xml><?xml version="1.0" encoding="utf-8"?>
<a:theme xmlns:a="http://schemas.openxmlformats.org/drawingml/2006/main" name="Mountain Top">
  <a:themeElements>
    <a:clrScheme name="Mountain Top 5">
      <a:dk1>
        <a:srgbClr val="463416"/>
      </a:dk1>
      <a:lt1>
        <a:srgbClr val="FFFFFF"/>
      </a:lt1>
      <a:dk2>
        <a:srgbClr val="003399"/>
      </a:dk2>
      <a:lt2>
        <a:srgbClr val="E3E3FF"/>
      </a:lt2>
      <a:accent1>
        <a:srgbClr val="3399FF"/>
      </a:accent1>
      <a:accent2>
        <a:srgbClr val="33CCCC"/>
      </a:accent2>
      <a:accent3>
        <a:srgbClr val="AAADCA"/>
      </a:accent3>
      <a:accent4>
        <a:srgbClr val="DADADA"/>
      </a:accent4>
      <a:accent5>
        <a:srgbClr val="ADCAFF"/>
      </a:accent5>
      <a:accent6>
        <a:srgbClr val="2DB9B9"/>
      </a:accent6>
      <a:hlink>
        <a:srgbClr val="00FFCC"/>
      </a:hlink>
      <a:folHlink>
        <a:srgbClr val="808000"/>
      </a:folHlink>
    </a:clrScheme>
    <a:fontScheme name="Mountain Top">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Mountain Top 1">
        <a:dk1>
          <a:srgbClr val="4C3A1C"/>
        </a:dk1>
        <a:lt1>
          <a:srgbClr val="FFFFFF"/>
        </a:lt1>
        <a:dk2>
          <a:srgbClr val="993300"/>
        </a:dk2>
        <a:lt2>
          <a:srgbClr val="CCAA00"/>
        </a:lt2>
        <a:accent1>
          <a:srgbClr val="FF3300"/>
        </a:accent1>
        <a:accent2>
          <a:srgbClr val="9E6600"/>
        </a:accent2>
        <a:accent3>
          <a:srgbClr val="CAADAA"/>
        </a:accent3>
        <a:accent4>
          <a:srgbClr val="DADADA"/>
        </a:accent4>
        <a:accent5>
          <a:srgbClr val="FFADAA"/>
        </a:accent5>
        <a:accent6>
          <a:srgbClr val="8F5C00"/>
        </a:accent6>
        <a:hlink>
          <a:srgbClr val="FFCC00"/>
        </a:hlink>
        <a:folHlink>
          <a:srgbClr val="F7DC97"/>
        </a:folHlink>
      </a:clrScheme>
      <a:clrMap bg1="dk2" tx1="lt1" bg2="dk1" tx2="lt2" accent1="accent1" accent2="accent2" accent3="accent3" accent4="accent4" accent5="accent5" accent6="accent6" hlink="hlink" folHlink="folHlink"/>
    </a:extraClrScheme>
    <a:extraClrScheme>
      <a:clrScheme name="Mountain Top 2">
        <a:dk1>
          <a:srgbClr val="3D0058"/>
        </a:dk1>
        <a:lt1>
          <a:srgbClr val="FFFFFF"/>
        </a:lt1>
        <a:dk2>
          <a:srgbClr val="9188B0"/>
        </a:dk2>
        <a:lt2>
          <a:srgbClr val="DDE0DC"/>
        </a:lt2>
        <a:accent1>
          <a:srgbClr val="FFCC00"/>
        </a:accent1>
        <a:accent2>
          <a:srgbClr val="4C3D78"/>
        </a:accent2>
        <a:accent3>
          <a:srgbClr val="C7C3D4"/>
        </a:accent3>
        <a:accent4>
          <a:srgbClr val="DADADA"/>
        </a:accent4>
        <a:accent5>
          <a:srgbClr val="FFE2AA"/>
        </a:accent5>
        <a:accent6>
          <a:srgbClr val="44366C"/>
        </a:accent6>
        <a:hlink>
          <a:srgbClr val="743D78"/>
        </a:hlink>
        <a:folHlink>
          <a:srgbClr val="CC9900"/>
        </a:folHlink>
      </a:clrScheme>
      <a:clrMap bg1="dk2" tx1="lt1" bg2="dk1" tx2="lt2" accent1="accent1" accent2="accent2" accent3="accent3" accent4="accent4" accent5="accent5" accent6="accent6" hlink="hlink" folHlink="folHlink"/>
    </a:extraClrScheme>
    <a:extraClrScheme>
      <a:clrScheme name="Mountain Top 3">
        <a:dk1>
          <a:srgbClr val="10104C"/>
        </a:dk1>
        <a:lt1>
          <a:srgbClr val="FFFFFF"/>
        </a:lt1>
        <a:dk2>
          <a:srgbClr val="003366"/>
        </a:dk2>
        <a:lt2>
          <a:srgbClr val="C6CCD4"/>
        </a:lt2>
        <a:accent1>
          <a:srgbClr val="33CCFF"/>
        </a:accent1>
        <a:accent2>
          <a:srgbClr val="5B5B8D"/>
        </a:accent2>
        <a:accent3>
          <a:srgbClr val="AAADB8"/>
        </a:accent3>
        <a:accent4>
          <a:srgbClr val="DADADA"/>
        </a:accent4>
        <a:accent5>
          <a:srgbClr val="ADE2FF"/>
        </a:accent5>
        <a:accent6>
          <a:srgbClr val="52527F"/>
        </a:accent6>
        <a:hlink>
          <a:srgbClr val="4529AB"/>
        </a:hlink>
        <a:folHlink>
          <a:srgbClr val="00CC99"/>
        </a:folHlink>
      </a:clrScheme>
      <a:clrMap bg1="dk2" tx1="lt1" bg2="dk1" tx2="lt2" accent1="accent1" accent2="accent2" accent3="accent3" accent4="accent4" accent5="accent5" accent6="accent6" hlink="hlink" folHlink="folHlink"/>
    </a:extraClrScheme>
    <a:extraClrScheme>
      <a:clrScheme name="Mountain Top 4">
        <a:dk1>
          <a:srgbClr val="B0C8CA"/>
        </a:dk1>
        <a:lt1>
          <a:srgbClr val="FFFFFF"/>
        </a:lt1>
        <a:dk2>
          <a:srgbClr val="000099"/>
        </a:dk2>
        <a:lt2>
          <a:srgbClr val="FFFFFF"/>
        </a:lt2>
        <a:accent1>
          <a:srgbClr val="89C4FF"/>
        </a:accent1>
        <a:accent2>
          <a:srgbClr val="00008C"/>
        </a:accent2>
        <a:accent3>
          <a:srgbClr val="AAAACA"/>
        </a:accent3>
        <a:accent4>
          <a:srgbClr val="DADADA"/>
        </a:accent4>
        <a:accent5>
          <a:srgbClr val="C4DEFF"/>
        </a:accent5>
        <a:accent6>
          <a:srgbClr val="00007E"/>
        </a:accent6>
        <a:hlink>
          <a:srgbClr val="6666FF"/>
        </a:hlink>
        <a:folHlink>
          <a:srgbClr val="C0C0C0"/>
        </a:folHlink>
      </a:clrScheme>
      <a:clrMap bg1="dk2" tx1="lt1" bg2="dk1" tx2="lt2" accent1="accent1" accent2="accent2" accent3="accent3" accent4="accent4" accent5="accent5" accent6="accent6" hlink="hlink" folHlink="folHlink"/>
    </a:extraClrScheme>
    <a:extraClrScheme>
      <a:clrScheme name="Mountain Top 5">
        <a:dk1>
          <a:srgbClr val="463416"/>
        </a:dk1>
        <a:lt1>
          <a:srgbClr val="FFFFFF"/>
        </a:lt1>
        <a:dk2>
          <a:srgbClr val="003399"/>
        </a:dk2>
        <a:lt2>
          <a:srgbClr val="E3E3FF"/>
        </a:lt2>
        <a:accent1>
          <a:srgbClr val="3399FF"/>
        </a:accent1>
        <a:accent2>
          <a:srgbClr val="33CCCC"/>
        </a:accent2>
        <a:accent3>
          <a:srgbClr val="AAADCA"/>
        </a:accent3>
        <a:accent4>
          <a:srgbClr val="DADADA"/>
        </a:accent4>
        <a:accent5>
          <a:srgbClr val="ADCAFF"/>
        </a:accent5>
        <a:accent6>
          <a:srgbClr val="2DB9B9"/>
        </a:accent6>
        <a:hlink>
          <a:srgbClr val="00FFCC"/>
        </a:hlink>
        <a:folHlink>
          <a:srgbClr val="808000"/>
        </a:folHlink>
      </a:clrScheme>
      <a:clrMap bg1="dk2" tx1="lt1" bg2="dk1" tx2="lt2" accent1="accent1" accent2="accent2" accent3="accent3" accent4="accent4" accent5="accent5" accent6="accent6" hlink="hlink" folHlink="folHlink"/>
    </a:extraClrScheme>
    <a:extraClrScheme>
      <a:clrScheme name="Mountain Top 6">
        <a:dk1>
          <a:srgbClr val="809296"/>
        </a:dk1>
        <a:lt1>
          <a:srgbClr val="FFFFFF"/>
        </a:lt1>
        <a:dk2>
          <a:srgbClr val="6699FF"/>
        </a:dk2>
        <a:lt2>
          <a:srgbClr val="B3EDFF"/>
        </a:lt2>
        <a:accent1>
          <a:srgbClr val="FF9933"/>
        </a:accent1>
        <a:accent2>
          <a:srgbClr val="FFAA99"/>
        </a:accent2>
        <a:accent3>
          <a:srgbClr val="B8CAFF"/>
        </a:accent3>
        <a:accent4>
          <a:srgbClr val="DADADA"/>
        </a:accent4>
        <a:accent5>
          <a:srgbClr val="FFCAAD"/>
        </a:accent5>
        <a:accent6>
          <a:srgbClr val="E79A8A"/>
        </a:accent6>
        <a:hlink>
          <a:srgbClr val="FFCFAB"/>
        </a:hlink>
        <a:folHlink>
          <a:srgbClr val="CC9900"/>
        </a:folHlink>
      </a:clrScheme>
      <a:clrMap bg1="dk2" tx1="lt1" bg2="dk1" tx2="lt2" accent1="accent1" accent2="accent2" accent3="accent3" accent4="accent4" accent5="accent5" accent6="accent6" hlink="hlink" folHlink="folHlink"/>
    </a:extraClrScheme>
    <a:extraClrScheme>
      <a:clrScheme name="Mountain Top 7">
        <a:dk1>
          <a:srgbClr val="006666"/>
        </a:dk1>
        <a:lt1>
          <a:srgbClr val="FFFFFF"/>
        </a:lt1>
        <a:dk2>
          <a:srgbClr val="85D1E3"/>
        </a:dk2>
        <a:lt2>
          <a:srgbClr val="CCFFFF"/>
        </a:lt2>
        <a:accent1>
          <a:srgbClr val="FFCC00"/>
        </a:accent1>
        <a:accent2>
          <a:srgbClr val="00CC99"/>
        </a:accent2>
        <a:accent3>
          <a:srgbClr val="C2E5EF"/>
        </a:accent3>
        <a:accent4>
          <a:srgbClr val="DADADA"/>
        </a:accent4>
        <a:accent5>
          <a:srgbClr val="FFE2AA"/>
        </a:accent5>
        <a:accent6>
          <a:srgbClr val="00B98A"/>
        </a:accent6>
        <a:hlink>
          <a:srgbClr val="0099FF"/>
        </a:hlink>
        <a:folHlink>
          <a:srgbClr val="6600CC"/>
        </a:folHlink>
      </a:clrScheme>
      <a:clrMap bg1="dk2" tx1="lt1" bg2="dk1" tx2="lt2" accent1="accent1" accent2="accent2" accent3="accent3" accent4="accent4" accent5="accent5" accent6="accent6" hlink="hlink" folHlink="folHlink"/>
    </a:extraClrScheme>
    <a:extraClrScheme>
      <a:clrScheme name="Mountain Top 8">
        <a:dk1>
          <a:srgbClr val="404B3D"/>
        </a:dk1>
        <a:lt1>
          <a:srgbClr val="FFFFFF"/>
        </a:lt1>
        <a:dk2>
          <a:srgbClr val="A7A491"/>
        </a:dk2>
        <a:lt2>
          <a:srgbClr val="CCD0CA"/>
        </a:lt2>
        <a:accent1>
          <a:srgbClr val="33CCCC"/>
        </a:accent1>
        <a:accent2>
          <a:srgbClr val="004E4C"/>
        </a:accent2>
        <a:accent3>
          <a:srgbClr val="D0CFC7"/>
        </a:accent3>
        <a:accent4>
          <a:srgbClr val="DADADA"/>
        </a:accent4>
        <a:accent5>
          <a:srgbClr val="ADE2E2"/>
        </a:accent5>
        <a:accent6>
          <a:srgbClr val="004644"/>
        </a:accent6>
        <a:hlink>
          <a:srgbClr val="477781"/>
        </a:hlink>
        <a:folHlink>
          <a:srgbClr val="85CC74"/>
        </a:folHlink>
      </a:clrScheme>
      <a:clrMap bg1="dk2" tx1="lt1" bg2="dk1" tx2="lt2" accent1="accent1" accent2="accent2" accent3="accent3" accent4="accent4" accent5="accent5" accent6="accent6" hlink="hlink" folHlink="folHlink"/>
    </a:extraClrScheme>
    <a:extraClrScheme>
      <a:clrScheme name="Mountain Top 9">
        <a:dk1>
          <a:srgbClr val="000000"/>
        </a:dk1>
        <a:lt1>
          <a:srgbClr val="FFFFFF"/>
        </a:lt1>
        <a:dk2>
          <a:srgbClr val="FFFFAF"/>
        </a:dk2>
        <a:lt2>
          <a:srgbClr val="676597"/>
        </a:lt2>
        <a:accent1>
          <a:srgbClr val="66CCFF"/>
        </a:accent1>
        <a:accent2>
          <a:srgbClr val="CCECFF"/>
        </a:accent2>
        <a:accent3>
          <a:srgbClr val="FFFFFF"/>
        </a:accent3>
        <a:accent4>
          <a:srgbClr val="000000"/>
        </a:accent4>
        <a:accent5>
          <a:srgbClr val="B8E2FF"/>
        </a:accent5>
        <a:accent6>
          <a:srgbClr val="B9D6E7"/>
        </a:accent6>
        <a:hlink>
          <a:srgbClr val="6600CC"/>
        </a:hlink>
        <a:folHlink>
          <a:srgbClr val="008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Mountain Top</Template>
  <TotalTime>3323</TotalTime>
  <Words>2579</Words>
  <Application>Microsoft Office PowerPoint</Application>
  <PresentationFormat>全屏显示(4:3)</PresentationFormat>
  <Paragraphs>251</Paragraphs>
  <Slides>30</Slides>
  <Notes>0</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1</vt:i4>
      </vt:variant>
      <vt:variant>
        <vt:lpstr>幻灯片标题</vt:lpstr>
      </vt:variant>
      <vt:variant>
        <vt:i4>30</vt:i4>
      </vt:variant>
    </vt:vector>
  </HeadingPairs>
  <TitlesOfParts>
    <vt:vector size="39" baseType="lpstr">
      <vt:lpstr>Arial</vt:lpstr>
      <vt:lpstr>宋体</vt:lpstr>
      <vt:lpstr>Wingdings</vt:lpstr>
      <vt:lpstr>黑体</vt:lpstr>
      <vt:lpstr>楷体_GB2312</vt:lpstr>
      <vt:lpstr>Calibri</vt:lpstr>
      <vt:lpstr>Times New Roman</vt:lpstr>
      <vt:lpstr>Mountain Top</vt:lpstr>
      <vt:lpstr>Microsoft 公式 3.0</vt:lpstr>
      <vt:lpstr>《生产与运作管理》教辅材料参考讲义</vt:lpstr>
      <vt:lpstr>第10章：生产维护与设备管理</vt:lpstr>
      <vt:lpstr>引导案例：武钢加强设备管理提升产品质量</vt:lpstr>
      <vt:lpstr>一、 设备可靠性原理</vt:lpstr>
      <vt:lpstr>1.  可靠性的定义</vt:lpstr>
      <vt:lpstr>应用范例10－1：假设某设备的运行周期为200小时，在此期间，共发生了5次故障，如图10－1所示。设备的运行时间为180小时。求该设备的平均故障间隔期。</vt:lpstr>
      <vt:lpstr>PowerPoint 演示文稿</vt:lpstr>
      <vt:lpstr>2. 串并联系统的可靠性 </vt:lpstr>
      <vt:lpstr>PowerPoint 演示文稿</vt:lpstr>
      <vt:lpstr>2. 串并联系统的可靠性</vt:lpstr>
      <vt:lpstr>PowerPoint 演示文稿</vt:lpstr>
      <vt:lpstr>2. 串并联系统的可靠性</vt:lpstr>
      <vt:lpstr>PowerPoint 演示文稿</vt:lpstr>
      <vt:lpstr>PowerPoint 演示文稿</vt:lpstr>
      <vt:lpstr>二、 零件磨损与设备故障规律</vt:lpstr>
      <vt:lpstr>1. 零件磨损规律</vt:lpstr>
      <vt:lpstr>2. 设备故障曲线</vt:lpstr>
      <vt:lpstr>三、 基本设备维护决策</vt:lpstr>
      <vt:lpstr>（一） 维修组织决策</vt:lpstr>
      <vt:lpstr>（二） 备件决策</vt:lpstr>
      <vt:lpstr>（三） 设备更新决策</vt:lpstr>
      <vt:lpstr>四、设备维修制度</vt:lpstr>
      <vt:lpstr>（一）设备维修的发展历程</vt:lpstr>
      <vt:lpstr>（二）全员生产维护制度</vt:lpstr>
      <vt:lpstr>（二）全员生产维护制度</vt:lpstr>
      <vt:lpstr>（二）全员生产维护制度</vt:lpstr>
      <vt:lpstr>（二）全员生产维护制度</vt:lpstr>
      <vt:lpstr>（二）全员生产维护制度</vt:lpstr>
      <vt:lpstr>PowerPoint 演示文稿</vt:lpstr>
      <vt:lpstr>本  章  小  结</vt:lpstr>
    </vt:vector>
  </TitlesOfParts>
  <Company>mns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中山大学管理学院管理学院 高级经理EMBA培训班 《生产与运作管理》</dc:title>
  <dc:creator>a</dc:creator>
  <cp:lastModifiedBy>先生 刘</cp:lastModifiedBy>
  <cp:revision>222</cp:revision>
  <dcterms:created xsi:type="dcterms:W3CDTF">2004-02-09T09:24:44Z</dcterms:created>
  <dcterms:modified xsi:type="dcterms:W3CDTF">2023-10-23T06:16:27Z</dcterms:modified>
</cp:coreProperties>
</file>